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2" r:id="rId1"/>
  </p:sldMasterIdLst>
  <p:notesMasterIdLst>
    <p:notesMasterId r:id="rId23"/>
  </p:notesMasterIdLst>
  <p:sldIdLst>
    <p:sldId id="256" r:id="rId2"/>
    <p:sldId id="334" r:id="rId3"/>
    <p:sldId id="333" r:id="rId4"/>
    <p:sldId id="336" r:id="rId5"/>
    <p:sldId id="337" r:id="rId6"/>
    <p:sldId id="349" r:id="rId7"/>
    <p:sldId id="339" r:id="rId8"/>
    <p:sldId id="351" r:id="rId9"/>
    <p:sldId id="353" r:id="rId10"/>
    <p:sldId id="350" r:id="rId11"/>
    <p:sldId id="340" r:id="rId12"/>
    <p:sldId id="346" r:id="rId13"/>
    <p:sldId id="343" r:id="rId14"/>
    <p:sldId id="341" r:id="rId15"/>
    <p:sldId id="344" r:id="rId16"/>
    <p:sldId id="352" r:id="rId17"/>
    <p:sldId id="347" r:id="rId18"/>
    <p:sldId id="348" r:id="rId19"/>
    <p:sldId id="355" r:id="rId20"/>
    <p:sldId id="354" r:id="rId21"/>
    <p:sldId id="356" r:id="rId22"/>
  </p:sldIdLst>
  <p:sldSz cx="9144000" cy="5143500" type="screen16x9"/>
  <p:notesSz cx="6858000" cy="9144000"/>
  <p:embeddedFontLst>
    <p:embeddedFont>
      <p:font typeface="Fira Sans Condensed" panose="020B0503050000020004" pitchFamily="34" charset="0"/>
      <p:regular r:id="rId24"/>
      <p:bold r:id="rId25"/>
      <p:italic r:id="rId26"/>
      <p:boldItalic r:id="rId27"/>
    </p:embeddedFont>
    <p:embeddedFont>
      <p:font typeface="Fira Sans Condensed Black" panose="020B0A03050000020004" pitchFamily="34" charset="0"/>
      <p:bold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880">
          <p15:clr>
            <a:srgbClr val="9AA0A6"/>
          </p15:clr>
        </p15:guide>
        <p15:guide id="2" pos="449">
          <p15:clr>
            <a:srgbClr val="9AA0A6"/>
          </p15:clr>
        </p15:guide>
        <p15:guide id="3" orient="horz" pos="340">
          <p15:clr>
            <a:srgbClr val="9AA0A6"/>
          </p15:clr>
        </p15:guide>
        <p15:guide id="4" orient="horz" pos="2900">
          <p15:clr>
            <a:srgbClr val="9AA0A6"/>
          </p15:clr>
        </p15:guide>
        <p15:guide id="5" pos="531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DC59"/>
    <a:srgbClr val="5C14C4"/>
    <a:srgbClr val="FF6700"/>
    <a:srgbClr val="A797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9AD8C5A-91B3-4FF1-B6B2-7F450741C315}">
  <a:tblStyle styleId="{19AD8C5A-91B3-4FF1-B6B2-7F450741C31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12" d="100"/>
          <a:sy n="112" d="100"/>
        </p:scale>
        <p:origin x="456" y="96"/>
      </p:cViewPr>
      <p:guideLst>
        <p:guide pos="2880"/>
        <p:guide pos="449"/>
        <p:guide orient="horz" pos="340"/>
        <p:guide orient="horz" pos="2900"/>
        <p:guide pos="531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a:extLst>
            <a:ext uri="{FF2B5EF4-FFF2-40B4-BE49-F238E27FC236}">
              <a16:creationId xmlns:a16="http://schemas.microsoft.com/office/drawing/2014/main" id="{590193D4-7C0C-2038-0AAE-47F28A090CF9}"/>
            </a:ext>
          </a:extLst>
        </p:cNvPr>
        <p:cNvGrpSpPr/>
        <p:nvPr/>
      </p:nvGrpSpPr>
      <p:grpSpPr>
        <a:xfrm>
          <a:off x="0" y="0"/>
          <a:ext cx="0" cy="0"/>
          <a:chOff x="0" y="0"/>
          <a:chExt cx="0" cy="0"/>
        </a:xfrm>
      </p:grpSpPr>
      <p:sp>
        <p:nvSpPr>
          <p:cNvPr id="743" name="Google Shape;743;ga0d20b6cb4_0_233:notes">
            <a:extLst>
              <a:ext uri="{FF2B5EF4-FFF2-40B4-BE49-F238E27FC236}">
                <a16:creationId xmlns:a16="http://schemas.microsoft.com/office/drawing/2014/main" id="{BE6520B6-4844-8C1D-AF93-7AA920959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4" name="Google Shape;744;ga0d20b6cb4_0_233:notes">
            <a:extLst>
              <a:ext uri="{FF2B5EF4-FFF2-40B4-BE49-F238E27FC236}">
                <a16:creationId xmlns:a16="http://schemas.microsoft.com/office/drawing/2014/main" id="{83D92FCD-0177-1874-4D87-31CFCACC65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4260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9">
          <a:extLst>
            <a:ext uri="{FF2B5EF4-FFF2-40B4-BE49-F238E27FC236}">
              <a16:creationId xmlns:a16="http://schemas.microsoft.com/office/drawing/2014/main" id="{7CC695FA-4F58-3A65-5182-0A269629D2DA}"/>
            </a:ext>
          </a:extLst>
        </p:cNvPr>
        <p:cNvGrpSpPr/>
        <p:nvPr/>
      </p:nvGrpSpPr>
      <p:grpSpPr>
        <a:xfrm>
          <a:off x="0" y="0"/>
          <a:ext cx="0" cy="0"/>
          <a:chOff x="0" y="0"/>
          <a:chExt cx="0" cy="0"/>
        </a:xfrm>
      </p:grpSpPr>
      <p:sp>
        <p:nvSpPr>
          <p:cNvPr id="1750" name="Google Shape;1750;ga0d20b6cb4_0_818:notes">
            <a:extLst>
              <a:ext uri="{FF2B5EF4-FFF2-40B4-BE49-F238E27FC236}">
                <a16:creationId xmlns:a16="http://schemas.microsoft.com/office/drawing/2014/main" id="{0EA74722-C899-3A36-E5A5-535207A0DF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1" name="Google Shape;1751;ga0d20b6cb4_0_818:notes">
            <a:extLst>
              <a:ext uri="{FF2B5EF4-FFF2-40B4-BE49-F238E27FC236}">
                <a16:creationId xmlns:a16="http://schemas.microsoft.com/office/drawing/2014/main" id="{0A8DA24D-6DFE-CFDE-CCA9-85E374E2FA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86477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a:extLst>
            <a:ext uri="{FF2B5EF4-FFF2-40B4-BE49-F238E27FC236}">
              <a16:creationId xmlns:a16="http://schemas.microsoft.com/office/drawing/2014/main" id="{9A875763-08EC-A178-8C1C-A1B3AAD697D9}"/>
            </a:ext>
          </a:extLst>
        </p:cNvPr>
        <p:cNvGrpSpPr/>
        <p:nvPr/>
      </p:nvGrpSpPr>
      <p:grpSpPr>
        <a:xfrm>
          <a:off x="0" y="0"/>
          <a:ext cx="0" cy="0"/>
          <a:chOff x="0" y="0"/>
          <a:chExt cx="0" cy="0"/>
        </a:xfrm>
      </p:grpSpPr>
      <p:sp>
        <p:nvSpPr>
          <p:cNvPr id="419" name="Google Shape;419;g70c2317c27_0_90:notes">
            <a:extLst>
              <a:ext uri="{FF2B5EF4-FFF2-40B4-BE49-F238E27FC236}">
                <a16:creationId xmlns:a16="http://schemas.microsoft.com/office/drawing/2014/main" id="{D8107E9E-370B-F28D-8FD8-2CD026F981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70c2317c27_0_90:notes">
            <a:extLst>
              <a:ext uri="{FF2B5EF4-FFF2-40B4-BE49-F238E27FC236}">
                <a16:creationId xmlns:a16="http://schemas.microsoft.com/office/drawing/2014/main" id="{E41B6434-7311-5C35-F7E9-066D108AD8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49768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3">
          <a:extLst>
            <a:ext uri="{FF2B5EF4-FFF2-40B4-BE49-F238E27FC236}">
              <a16:creationId xmlns:a16="http://schemas.microsoft.com/office/drawing/2014/main" id="{4ABE0FFD-7E5F-1B92-9207-0E0EF07C40C2}"/>
            </a:ext>
          </a:extLst>
        </p:cNvPr>
        <p:cNvGrpSpPr/>
        <p:nvPr/>
      </p:nvGrpSpPr>
      <p:grpSpPr>
        <a:xfrm>
          <a:off x="0" y="0"/>
          <a:ext cx="0" cy="0"/>
          <a:chOff x="0" y="0"/>
          <a:chExt cx="0" cy="0"/>
        </a:xfrm>
      </p:grpSpPr>
      <p:sp>
        <p:nvSpPr>
          <p:cNvPr id="2794" name="Google Shape;2794;g6b8c571ff4_0_1179:notes">
            <a:extLst>
              <a:ext uri="{FF2B5EF4-FFF2-40B4-BE49-F238E27FC236}">
                <a16:creationId xmlns:a16="http://schemas.microsoft.com/office/drawing/2014/main" id="{F4FB9D9B-B71D-D374-782A-9CDE8C3340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5" name="Google Shape;2795;g6b8c571ff4_0_1179:notes">
            <a:extLst>
              <a:ext uri="{FF2B5EF4-FFF2-40B4-BE49-F238E27FC236}">
                <a16:creationId xmlns:a16="http://schemas.microsoft.com/office/drawing/2014/main" id="{7287575A-58A0-A502-39BC-1BD163A08B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0531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0">
          <a:extLst>
            <a:ext uri="{FF2B5EF4-FFF2-40B4-BE49-F238E27FC236}">
              <a16:creationId xmlns:a16="http://schemas.microsoft.com/office/drawing/2014/main" id="{AA7CFE1D-F553-7082-2BBA-D9421F470754}"/>
            </a:ext>
          </a:extLst>
        </p:cNvPr>
        <p:cNvGrpSpPr/>
        <p:nvPr/>
      </p:nvGrpSpPr>
      <p:grpSpPr>
        <a:xfrm>
          <a:off x="0" y="0"/>
          <a:ext cx="0" cy="0"/>
          <a:chOff x="0" y="0"/>
          <a:chExt cx="0" cy="0"/>
        </a:xfrm>
      </p:grpSpPr>
      <p:sp>
        <p:nvSpPr>
          <p:cNvPr id="2211" name="Google Shape;2211;ga0d20b6cb4_0_1189:notes">
            <a:extLst>
              <a:ext uri="{FF2B5EF4-FFF2-40B4-BE49-F238E27FC236}">
                <a16:creationId xmlns:a16="http://schemas.microsoft.com/office/drawing/2014/main" id="{F8EA128C-55DC-9DD1-7E74-0EB2EBA82F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2" name="Google Shape;2212;ga0d20b6cb4_0_1189:notes">
            <a:extLst>
              <a:ext uri="{FF2B5EF4-FFF2-40B4-BE49-F238E27FC236}">
                <a16:creationId xmlns:a16="http://schemas.microsoft.com/office/drawing/2014/main" id="{B408BAB6-B77B-7985-1D8F-BEADC1A63F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67172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a:extLst>
            <a:ext uri="{FF2B5EF4-FFF2-40B4-BE49-F238E27FC236}">
              <a16:creationId xmlns:a16="http://schemas.microsoft.com/office/drawing/2014/main" id="{F31863F3-A495-DBCC-1AD5-F9EF37C4E3AE}"/>
            </a:ext>
          </a:extLst>
        </p:cNvPr>
        <p:cNvGrpSpPr/>
        <p:nvPr/>
      </p:nvGrpSpPr>
      <p:grpSpPr>
        <a:xfrm>
          <a:off x="0" y="0"/>
          <a:ext cx="0" cy="0"/>
          <a:chOff x="0" y="0"/>
          <a:chExt cx="0" cy="0"/>
        </a:xfrm>
      </p:grpSpPr>
      <p:sp>
        <p:nvSpPr>
          <p:cNvPr id="523" name="Google Shape;523;g70c2317c27_0_129:notes">
            <a:extLst>
              <a:ext uri="{FF2B5EF4-FFF2-40B4-BE49-F238E27FC236}">
                <a16:creationId xmlns:a16="http://schemas.microsoft.com/office/drawing/2014/main" id="{47CA346C-ABC5-1215-5F48-69F1B9E6D9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70c2317c27_0_129:notes">
            <a:extLst>
              <a:ext uri="{FF2B5EF4-FFF2-40B4-BE49-F238E27FC236}">
                <a16:creationId xmlns:a16="http://schemas.microsoft.com/office/drawing/2014/main" id="{9C3CB8B3-CD5D-59F1-2549-872175FD9A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64795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0">
          <a:extLst>
            <a:ext uri="{FF2B5EF4-FFF2-40B4-BE49-F238E27FC236}">
              <a16:creationId xmlns:a16="http://schemas.microsoft.com/office/drawing/2014/main" id="{6D1356F7-0FF8-19AD-105D-D1038090C7AB}"/>
            </a:ext>
          </a:extLst>
        </p:cNvPr>
        <p:cNvGrpSpPr/>
        <p:nvPr/>
      </p:nvGrpSpPr>
      <p:grpSpPr>
        <a:xfrm>
          <a:off x="0" y="0"/>
          <a:ext cx="0" cy="0"/>
          <a:chOff x="0" y="0"/>
          <a:chExt cx="0" cy="0"/>
        </a:xfrm>
      </p:grpSpPr>
      <p:sp>
        <p:nvSpPr>
          <p:cNvPr id="2211" name="Google Shape;2211;ga0d20b6cb4_0_1189:notes">
            <a:extLst>
              <a:ext uri="{FF2B5EF4-FFF2-40B4-BE49-F238E27FC236}">
                <a16:creationId xmlns:a16="http://schemas.microsoft.com/office/drawing/2014/main" id="{2D5F61C5-261F-03FD-D755-2CA8C2ED7F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2" name="Google Shape;2212;ga0d20b6cb4_0_1189:notes">
            <a:extLst>
              <a:ext uri="{FF2B5EF4-FFF2-40B4-BE49-F238E27FC236}">
                <a16:creationId xmlns:a16="http://schemas.microsoft.com/office/drawing/2014/main" id="{310AEFC1-BC13-262E-9B3A-466878BF72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46725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a:extLst>
            <a:ext uri="{FF2B5EF4-FFF2-40B4-BE49-F238E27FC236}">
              <a16:creationId xmlns:a16="http://schemas.microsoft.com/office/drawing/2014/main" id="{F2AA1F5E-BC41-F745-CFAD-EBAB18F9F25D}"/>
            </a:ext>
          </a:extLst>
        </p:cNvPr>
        <p:cNvGrpSpPr/>
        <p:nvPr/>
      </p:nvGrpSpPr>
      <p:grpSpPr>
        <a:xfrm>
          <a:off x="0" y="0"/>
          <a:ext cx="0" cy="0"/>
          <a:chOff x="0" y="0"/>
          <a:chExt cx="0" cy="0"/>
        </a:xfrm>
      </p:grpSpPr>
      <p:sp>
        <p:nvSpPr>
          <p:cNvPr id="523" name="Google Shape;523;g70c2317c27_0_129:notes">
            <a:extLst>
              <a:ext uri="{FF2B5EF4-FFF2-40B4-BE49-F238E27FC236}">
                <a16:creationId xmlns:a16="http://schemas.microsoft.com/office/drawing/2014/main" id="{F8F4928C-A465-AC13-C415-44D0242941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70c2317c27_0_129:notes">
            <a:extLst>
              <a:ext uri="{FF2B5EF4-FFF2-40B4-BE49-F238E27FC236}">
                <a16:creationId xmlns:a16="http://schemas.microsoft.com/office/drawing/2014/main" id="{BD24900A-D1BD-F371-A0BD-A1301395FE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64885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0">
          <a:extLst>
            <a:ext uri="{FF2B5EF4-FFF2-40B4-BE49-F238E27FC236}">
              <a16:creationId xmlns:a16="http://schemas.microsoft.com/office/drawing/2014/main" id="{42DF7DE7-5D6A-C6B0-A6C3-FA5E63028042}"/>
            </a:ext>
          </a:extLst>
        </p:cNvPr>
        <p:cNvGrpSpPr/>
        <p:nvPr/>
      </p:nvGrpSpPr>
      <p:grpSpPr>
        <a:xfrm>
          <a:off x="0" y="0"/>
          <a:ext cx="0" cy="0"/>
          <a:chOff x="0" y="0"/>
          <a:chExt cx="0" cy="0"/>
        </a:xfrm>
      </p:grpSpPr>
      <p:sp>
        <p:nvSpPr>
          <p:cNvPr id="2211" name="Google Shape;2211;ga0d20b6cb4_0_1189:notes">
            <a:extLst>
              <a:ext uri="{FF2B5EF4-FFF2-40B4-BE49-F238E27FC236}">
                <a16:creationId xmlns:a16="http://schemas.microsoft.com/office/drawing/2014/main" id="{59D315E8-0823-5FEF-A588-8106118A5F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2" name="Google Shape;2212;ga0d20b6cb4_0_1189:notes">
            <a:extLst>
              <a:ext uri="{FF2B5EF4-FFF2-40B4-BE49-F238E27FC236}">
                <a16:creationId xmlns:a16="http://schemas.microsoft.com/office/drawing/2014/main" id="{984E9CEE-914E-784B-B87F-5CFA593BAA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32127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a:extLst>
            <a:ext uri="{FF2B5EF4-FFF2-40B4-BE49-F238E27FC236}">
              <a16:creationId xmlns:a16="http://schemas.microsoft.com/office/drawing/2014/main" id="{116B8C4A-53AB-1A74-234C-619AF0500F37}"/>
            </a:ext>
          </a:extLst>
        </p:cNvPr>
        <p:cNvGrpSpPr/>
        <p:nvPr/>
      </p:nvGrpSpPr>
      <p:grpSpPr>
        <a:xfrm>
          <a:off x="0" y="0"/>
          <a:ext cx="0" cy="0"/>
          <a:chOff x="0" y="0"/>
          <a:chExt cx="0" cy="0"/>
        </a:xfrm>
      </p:grpSpPr>
      <p:sp>
        <p:nvSpPr>
          <p:cNvPr id="523" name="Google Shape;523;g70c2317c27_0_129:notes">
            <a:extLst>
              <a:ext uri="{FF2B5EF4-FFF2-40B4-BE49-F238E27FC236}">
                <a16:creationId xmlns:a16="http://schemas.microsoft.com/office/drawing/2014/main" id="{DA903CC3-13FC-30D8-C79B-04341A9D96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70c2317c27_0_129:notes">
            <a:extLst>
              <a:ext uri="{FF2B5EF4-FFF2-40B4-BE49-F238E27FC236}">
                <a16:creationId xmlns:a16="http://schemas.microsoft.com/office/drawing/2014/main" id="{C3E1BD61-7F43-26D1-1B9D-24B02CF7A6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880270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a:extLst>
            <a:ext uri="{FF2B5EF4-FFF2-40B4-BE49-F238E27FC236}">
              <a16:creationId xmlns:a16="http://schemas.microsoft.com/office/drawing/2014/main" id="{90A369F3-7939-E2CD-D06C-AC057002F8F3}"/>
            </a:ext>
          </a:extLst>
        </p:cNvPr>
        <p:cNvGrpSpPr/>
        <p:nvPr/>
      </p:nvGrpSpPr>
      <p:grpSpPr>
        <a:xfrm>
          <a:off x="0" y="0"/>
          <a:ext cx="0" cy="0"/>
          <a:chOff x="0" y="0"/>
          <a:chExt cx="0" cy="0"/>
        </a:xfrm>
      </p:grpSpPr>
      <p:sp>
        <p:nvSpPr>
          <p:cNvPr id="523" name="Google Shape;523;g70c2317c27_0_129:notes">
            <a:extLst>
              <a:ext uri="{FF2B5EF4-FFF2-40B4-BE49-F238E27FC236}">
                <a16:creationId xmlns:a16="http://schemas.microsoft.com/office/drawing/2014/main" id="{B30A1009-5ECD-BEC6-0EB9-842A90A373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70c2317c27_0_129:notes">
            <a:extLst>
              <a:ext uri="{FF2B5EF4-FFF2-40B4-BE49-F238E27FC236}">
                <a16:creationId xmlns:a16="http://schemas.microsoft.com/office/drawing/2014/main" id="{85A80E5E-4667-F3B1-1B1C-1D6222E54E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054570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a:extLst>
            <a:ext uri="{FF2B5EF4-FFF2-40B4-BE49-F238E27FC236}">
              <a16:creationId xmlns:a16="http://schemas.microsoft.com/office/drawing/2014/main" id="{43ACDE97-F918-C731-152A-65AA1D9C754B}"/>
            </a:ext>
          </a:extLst>
        </p:cNvPr>
        <p:cNvGrpSpPr/>
        <p:nvPr/>
      </p:nvGrpSpPr>
      <p:grpSpPr>
        <a:xfrm>
          <a:off x="0" y="0"/>
          <a:ext cx="0" cy="0"/>
          <a:chOff x="0" y="0"/>
          <a:chExt cx="0" cy="0"/>
        </a:xfrm>
      </p:grpSpPr>
      <p:sp>
        <p:nvSpPr>
          <p:cNvPr id="523" name="Google Shape;523;g70c2317c27_0_129:notes">
            <a:extLst>
              <a:ext uri="{FF2B5EF4-FFF2-40B4-BE49-F238E27FC236}">
                <a16:creationId xmlns:a16="http://schemas.microsoft.com/office/drawing/2014/main" id="{8B492F7E-3A9A-6035-8C8C-4BF011A557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70c2317c27_0_129:notes">
            <a:extLst>
              <a:ext uri="{FF2B5EF4-FFF2-40B4-BE49-F238E27FC236}">
                <a16:creationId xmlns:a16="http://schemas.microsoft.com/office/drawing/2014/main" id="{987A828F-A171-126C-BB17-A8297F7F40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81800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a:extLst>
            <a:ext uri="{FF2B5EF4-FFF2-40B4-BE49-F238E27FC236}">
              <a16:creationId xmlns:a16="http://schemas.microsoft.com/office/drawing/2014/main" id="{14FBC7A0-2B00-6B38-A37A-3BAA94EBCD08}"/>
            </a:ext>
          </a:extLst>
        </p:cNvPr>
        <p:cNvGrpSpPr/>
        <p:nvPr/>
      </p:nvGrpSpPr>
      <p:grpSpPr>
        <a:xfrm>
          <a:off x="0" y="0"/>
          <a:ext cx="0" cy="0"/>
          <a:chOff x="0" y="0"/>
          <a:chExt cx="0" cy="0"/>
        </a:xfrm>
      </p:grpSpPr>
      <p:sp>
        <p:nvSpPr>
          <p:cNvPr id="523" name="Google Shape;523;g70c2317c27_0_129:notes">
            <a:extLst>
              <a:ext uri="{FF2B5EF4-FFF2-40B4-BE49-F238E27FC236}">
                <a16:creationId xmlns:a16="http://schemas.microsoft.com/office/drawing/2014/main" id="{95F7F32C-7F61-A508-74FC-F5664B904C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70c2317c27_0_129:notes">
            <a:extLst>
              <a:ext uri="{FF2B5EF4-FFF2-40B4-BE49-F238E27FC236}">
                <a16:creationId xmlns:a16="http://schemas.microsoft.com/office/drawing/2014/main" id="{BEA749F3-6A1C-0678-ECCC-34D05C564A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024150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a:extLst>
            <a:ext uri="{FF2B5EF4-FFF2-40B4-BE49-F238E27FC236}">
              <a16:creationId xmlns:a16="http://schemas.microsoft.com/office/drawing/2014/main" id="{FA35781C-D551-B8C0-6DDD-91CD786142A3}"/>
            </a:ext>
          </a:extLst>
        </p:cNvPr>
        <p:cNvGrpSpPr/>
        <p:nvPr/>
      </p:nvGrpSpPr>
      <p:grpSpPr>
        <a:xfrm>
          <a:off x="0" y="0"/>
          <a:ext cx="0" cy="0"/>
          <a:chOff x="0" y="0"/>
          <a:chExt cx="0" cy="0"/>
        </a:xfrm>
      </p:grpSpPr>
      <p:sp>
        <p:nvSpPr>
          <p:cNvPr id="523" name="Google Shape;523;g70c2317c27_0_129:notes">
            <a:extLst>
              <a:ext uri="{FF2B5EF4-FFF2-40B4-BE49-F238E27FC236}">
                <a16:creationId xmlns:a16="http://schemas.microsoft.com/office/drawing/2014/main" id="{E5DE5354-05E5-73F0-8EB9-844A880B84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70c2317c27_0_129:notes">
            <a:extLst>
              <a:ext uri="{FF2B5EF4-FFF2-40B4-BE49-F238E27FC236}">
                <a16:creationId xmlns:a16="http://schemas.microsoft.com/office/drawing/2014/main" id="{533266F4-D89B-E488-1360-214BBB5A7D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97786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3">
          <a:extLst>
            <a:ext uri="{FF2B5EF4-FFF2-40B4-BE49-F238E27FC236}">
              <a16:creationId xmlns:a16="http://schemas.microsoft.com/office/drawing/2014/main" id="{135D9807-1012-50BC-4435-447FF066EA19}"/>
            </a:ext>
          </a:extLst>
        </p:cNvPr>
        <p:cNvGrpSpPr/>
        <p:nvPr/>
      </p:nvGrpSpPr>
      <p:grpSpPr>
        <a:xfrm>
          <a:off x="0" y="0"/>
          <a:ext cx="0" cy="0"/>
          <a:chOff x="0" y="0"/>
          <a:chExt cx="0" cy="0"/>
        </a:xfrm>
      </p:grpSpPr>
      <p:sp>
        <p:nvSpPr>
          <p:cNvPr id="2454" name="Google Shape;2454;ga1896d88d7_0_76:notes">
            <a:extLst>
              <a:ext uri="{FF2B5EF4-FFF2-40B4-BE49-F238E27FC236}">
                <a16:creationId xmlns:a16="http://schemas.microsoft.com/office/drawing/2014/main" id="{5897FA17-AA40-D489-BCAB-69D8DDCC95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5" name="Google Shape;2455;ga1896d88d7_0_76:notes">
            <a:extLst>
              <a:ext uri="{FF2B5EF4-FFF2-40B4-BE49-F238E27FC236}">
                <a16:creationId xmlns:a16="http://schemas.microsoft.com/office/drawing/2014/main" id="{2A29409E-1A55-E275-7101-B37DE31649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05442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2">
          <a:extLst>
            <a:ext uri="{FF2B5EF4-FFF2-40B4-BE49-F238E27FC236}">
              <a16:creationId xmlns:a16="http://schemas.microsoft.com/office/drawing/2014/main" id="{AF2EC208-279C-DA82-FA2E-306539DCBF90}"/>
            </a:ext>
          </a:extLst>
        </p:cNvPr>
        <p:cNvGrpSpPr/>
        <p:nvPr/>
      </p:nvGrpSpPr>
      <p:grpSpPr>
        <a:xfrm>
          <a:off x="0" y="0"/>
          <a:ext cx="0" cy="0"/>
          <a:chOff x="0" y="0"/>
          <a:chExt cx="0" cy="0"/>
        </a:xfrm>
      </p:grpSpPr>
      <p:sp>
        <p:nvSpPr>
          <p:cNvPr id="1953" name="Google Shape;1953;g6b8b06b8ad_0_555:notes">
            <a:extLst>
              <a:ext uri="{FF2B5EF4-FFF2-40B4-BE49-F238E27FC236}">
                <a16:creationId xmlns:a16="http://schemas.microsoft.com/office/drawing/2014/main" id="{87A2939F-246B-8336-A3A2-E7A3387429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4" name="Google Shape;1954;g6b8b06b8ad_0_555:notes">
            <a:extLst>
              <a:ext uri="{FF2B5EF4-FFF2-40B4-BE49-F238E27FC236}">
                <a16:creationId xmlns:a16="http://schemas.microsoft.com/office/drawing/2014/main" id="{8A6CA461-C3BC-D9E3-A3CB-B6CD88DD08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87998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5">
          <a:extLst>
            <a:ext uri="{FF2B5EF4-FFF2-40B4-BE49-F238E27FC236}">
              <a16:creationId xmlns:a16="http://schemas.microsoft.com/office/drawing/2014/main" id="{95E985B7-4CF4-B711-B77F-F981A2EAFEE2}"/>
            </a:ext>
          </a:extLst>
        </p:cNvPr>
        <p:cNvGrpSpPr/>
        <p:nvPr/>
      </p:nvGrpSpPr>
      <p:grpSpPr>
        <a:xfrm>
          <a:off x="0" y="0"/>
          <a:ext cx="0" cy="0"/>
          <a:chOff x="0" y="0"/>
          <a:chExt cx="0" cy="0"/>
        </a:xfrm>
      </p:grpSpPr>
      <p:sp>
        <p:nvSpPr>
          <p:cNvPr id="2046" name="Google Shape;2046;g6b8b06b8ad_0_688:notes">
            <a:extLst>
              <a:ext uri="{FF2B5EF4-FFF2-40B4-BE49-F238E27FC236}">
                <a16:creationId xmlns:a16="http://schemas.microsoft.com/office/drawing/2014/main" id="{36A4521D-DD4B-BCDD-1AE8-0CA92AD429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7" name="Google Shape;2047;g6b8b06b8ad_0_688:notes">
            <a:extLst>
              <a:ext uri="{FF2B5EF4-FFF2-40B4-BE49-F238E27FC236}">
                <a16:creationId xmlns:a16="http://schemas.microsoft.com/office/drawing/2014/main" id="{D4BB2BBE-8148-13C5-B068-330FEF2892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54655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a:extLst>
            <a:ext uri="{FF2B5EF4-FFF2-40B4-BE49-F238E27FC236}">
              <a16:creationId xmlns:a16="http://schemas.microsoft.com/office/drawing/2014/main" id="{E9CBCA7F-69E2-5FDE-F096-53249CB5A9A3}"/>
            </a:ext>
          </a:extLst>
        </p:cNvPr>
        <p:cNvGrpSpPr/>
        <p:nvPr/>
      </p:nvGrpSpPr>
      <p:grpSpPr>
        <a:xfrm>
          <a:off x="0" y="0"/>
          <a:ext cx="0" cy="0"/>
          <a:chOff x="0" y="0"/>
          <a:chExt cx="0" cy="0"/>
        </a:xfrm>
      </p:grpSpPr>
      <p:sp>
        <p:nvSpPr>
          <p:cNvPr id="412" name="Google Shape;412;g6b8c5727f1_0_48330:notes">
            <a:extLst>
              <a:ext uri="{FF2B5EF4-FFF2-40B4-BE49-F238E27FC236}">
                <a16:creationId xmlns:a16="http://schemas.microsoft.com/office/drawing/2014/main" id="{238FCE61-A065-14E4-ED8B-5DAA41902E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6b8c5727f1_0_48330:notes">
            <a:extLst>
              <a:ext uri="{FF2B5EF4-FFF2-40B4-BE49-F238E27FC236}">
                <a16:creationId xmlns:a16="http://schemas.microsoft.com/office/drawing/2014/main" id="{5772457F-87A0-9B8B-66E1-007C0FD9A5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49855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a:extLst>
            <a:ext uri="{FF2B5EF4-FFF2-40B4-BE49-F238E27FC236}">
              <a16:creationId xmlns:a16="http://schemas.microsoft.com/office/drawing/2014/main" id="{C175D116-65D5-B08C-06FD-FE2F11561B86}"/>
            </a:ext>
          </a:extLst>
        </p:cNvPr>
        <p:cNvGrpSpPr/>
        <p:nvPr/>
      </p:nvGrpSpPr>
      <p:grpSpPr>
        <a:xfrm>
          <a:off x="0" y="0"/>
          <a:ext cx="0" cy="0"/>
          <a:chOff x="0" y="0"/>
          <a:chExt cx="0" cy="0"/>
        </a:xfrm>
      </p:grpSpPr>
      <p:sp>
        <p:nvSpPr>
          <p:cNvPr id="412" name="Google Shape;412;g6b8c5727f1_0_48330:notes">
            <a:extLst>
              <a:ext uri="{FF2B5EF4-FFF2-40B4-BE49-F238E27FC236}">
                <a16:creationId xmlns:a16="http://schemas.microsoft.com/office/drawing/2014/main" id="{34FE2150-9956-77C2-FBFF-8436467242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6b8c5727f1_0_48330:notes">
            <a:extLst>
              <a:ext uri="{FF2B5EF4-FFF2-40B4-BE49-F238E27FC236}">
                <a16:creationId xmlns:a16="http://schemas.microsoft.com/office/drawing/2014/main" id="{AA241662-596A-6865-D1C5-577D9EBCAE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77545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0">
          <a:extLst>
            <a:ext uri="{FF2B5EF4-FFF2-40B4-BE49-F238E27FC236}">
              <a16:creationId xmlns:a16="http://schemas.microsoft.com/office/drawing/2014/main" id="{9090C60D-DF47-2AC5-9841-FF4E42CEBF23}"/>
            </a:ext>
          </a:extLst>
        </p:cNvPr>
        <p:cNvGrpSpPr/>
        <p:nvPr/>
      </p:nvGrpSpPr>
      <p:grpSpPr>
        <a:xfrm>
          <a:off x="0" y="0"/>
          <a:ext cx="0" cy="0"/>
          <a:chOff x="0" y="0"/>
          <a:chExt cx="0" cy="0"/>
        </a:xfrm>
      </p:grpSpPr>
      <p:sp>
        <p:nvSpPr>
          <p:cNvPr id="2941" name="Google Shape;2941;g6b8c5727f1_0_46237:notes">
            <a:extLst>
              <a:ext uri="{FF2B5EF4-FFF2-40B4-BE49-F238E27FC236}">
                <a16:creationId xmlns:a16="http://schemas.microsoft.com/office/drawing/2014/main" id="{24F3ED9B-9F6B-D8E8-8072-1DE14239CB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2" name="Google Shape;2942;g6b8c5727f1_0_46237:notes">
            <a:extLst>
              <a:ext uri="{FF2B5EF4-FFF2-40B4-BE49-F238E27FC236}">
                <a16:creationId xmlns:a16="http://schemas.microsoft.com/office/drawing/2014/main" id="{BBE27962-BF46-73E6-2E4E-63933AFE81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6172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Mailing Campaign" type="title">
  <p:cSld name="TITLE">
    <p:spTree>
      <p:nvGrpSpPr>
        <p:cNvPr id="1" name="Shape 8"/>
        <p:cNvGrpSpPr/>
        <p:nvPr/>
      </p:nvGrpSpPr>
      <p:grpSpPr>
        <a:xfrm>
          <a:off x="0" y="0"/>
          <a:ext cx="0" cy="0"/>
          <a:chOff x="0" y="0"/>
          <a:chExt cx="0" cy="0"/>
        </a:xfrm>
      </p:grpSpPr>
      <p:sp>
        <p:nvSpPr>
          <p:cNvPr id="9" name="Google Shape;9;p2"/>
          <p:cNvSpPr/>
          <p:nvPr/>
        </p:nvSpPr>
        <p:spPr>
          <a:xfrm>
            <a:off x="311700" y="0"/>
            <a:ext cx="8832273" cy="2753407"/>
          </a:xfrm>
          <a:custGeom>
            <a:avLst/>
            <a:gdLst/>
            <a:ahLst/>
            <a:cxnLst/>
            <a:rect l="l" t="t" r="r" b="b"/>
            <a:pathLst>
              <a:path w="285603" h="89035" extrusionOk="0">
                <a:moveTo>
                  <a:pt x="0" y="0"/>
                </a:moveTo>
                <a:lnTo>
                  <a:pt x="0" y="20210"/>
                </a:lnTo>
                <a:cubicBezTo>
                  <a:pt x="2946" y="19770"/>
                  <a:pt x="5881" y="19552"/>
                  <a:pt x="8796" y="19552"/>
                </a:cubicBezTo>
                <a:cubicBezTo>
                  <a:pt x="17445" y="19552"/>
                  <a:pt x="25917" y="21474"/>
                  <a:pt x="33981" y="25229"/>
                </a:cubicBezTo>
                <a:cubicBezTo>
                  <a:pt x="67282" y="40733"/>
                  <a:pt x="93319" y="84631"/>
                  <a:pt x="130925" y="88727"/>
                </a:cubicBezTo>
                <a:cubicBezTo>
                  <a:pt x="132783" y="88929"/>
                  <a:pt x="134668" y="89035"/>
                  <a:pt x="136584" y="89035"/>
                </a:cubicBezTo>
                <a:cubicBezTo>
                  <a:pt x="142678" y="89035"/>
                  <a:pt x="149080" y="87969"/>
                  <a:pt x="155863" y="85573"/>
                </a:cubicBezTo>
                <a:cubicBezTo>
                  <a:pt x="187886" y="74267"/>
                  <a:pt x="210402" y="49453"/>
                  <a:pt x="246426" y="47790"/>
                </a:cubicBezTo>
                <a:cubicBezTo>
                  <a:pt x="247649" y="47733"/>
                  <a:pt x="248870" y="47705"/>
                  <a:pt x="250091" y="47705"/>
                </a:cubicBezTo>
                <a:cubicBezTo>
                  <a:pt x="262448" y="47705"/>
                  <a:pt x="274635" y="50597"/>
                  <a:pt x="285603" y="56271"/>
                </a:cubicBezTo>
                <a:lnTo>
                  <a:pt x="2856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0" y="0"/>
            <a:ext cx="3520185" cy="2844623"/>
          </a:xfrm>
          <a:custGeom>
            <a:avLst/>
            <a:gdLst/>
            <a:ahLst/>
            <a:cxnLst/>
            <a:rect l="l" t="t" r="r" b="b"/>
            <a:pathLst>
              <a:path w="133911" h="108212" extrusionOk="0">
                <a:moveTo>
                  <a:pt x="0" y="0"/>
                </a:moveTo>
                <a:lnTo>
                  <a:pt x="0" y="42204"/>
                </a:lnTo>
                <a:cubicBezTo>
                  <a:pt x="3818" y="43536"/>
                  <a:pt x="7871" y="44406"/>
                  <a:pt x="11781" y="45388"/>
                </a:cubicBezTo>
                <a:cubicBezTo>
                  <a:pt x="25636" y="48876"/>
                  <a:pt x="35951" y="55674"/>
                  <a:pt x="46055" y="65781"/>
                </a:cubicBezTo>
                <a:cubicBezTo>
                  <a:pt x="56040" y="75609"/>
                  <a:pt x="65279" y="86301"/>
                  <a:pt x="76481" y="94715"/>
                </a:cubicBezTo>
                <a:cubicBezTo>
                  <a:pt x="86775" y="102444"/>
                  <a:pt x="99184" y="108211"/>
                  <a:pt x="111961" y="108211"/>
                </a:cubicBezTo>
                <a:cubicBezTo>
                  <a:pt x="113086" y="108211"/>
                  <a:pt x="114215" y="108167"/>
                  <a:pt x="115345" y="108075"/>
                </a:cubicBezTo>
                <a:cubicBezTo>
                  <a:pt x="123384" y="107415"/>
                  <a:pt x="132405" y="102868"/>
                  <a:pt x="133282" y="94852"/>
                </a:cubicBezTo>
                <a:cubicBezTo>
                  <a:pt x="133911" y="89102"/>
                  <a:pt x="129964" y="83730"/>
                  <a:pt x="125199" y="80454"/>
                </a:cubicBezTo>
                <a:cubicBezTo>
                  <a:pt x="120432" y="77180"/>
                  <a:pt x="114814" y="75404"/>
                  <a:pt x="109700" y="72707"/>
                </a:cubicBezTo>
                <a:cubicBezTo>
                  <a:pt x="95166" y="65048"/>
                  <a:pt x="85158" y="49434"/>
                  <a:pt x="84273" y="33034"/>
                </a:cubicBezTo>
                <a:cubicBezTo>
                  <a:pt x="83908" y="26298"/>
                  <a:pt x="84951" y="19358"/>
                  <a:pt x="82926" y="12924"/>
                </a:cubicBezTo>
                <a:cubicBezTo>
                  <a:pt x="81214" y="7484"/>
                  <a:pt x="77652" y="3267"/>
                  <a:pt x="731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4988742" y="653472"/>
            <a:ext cx="4155214" cy="2191073"/>
          </a:xfrm>
          <a:custGeom>
            <a:avLst/>
            <a:gdLst/>
            <a:ahLst/>
            <a:cxnLst/>
            <a:rect l="l" t="t" r="r" b="b"/>
            <a:pathLst>
              <a:path w="129820" h="68455" extrusionOk="0">
                <a:moveTo>
                  <a:pt x="103822" y="1"/>
                </a:moveTo>
                <a:cubicBezTo>
                  <a:pt x="103035" y="1"/>
                  <a:pt x="102252" y="14"/>
                  <a:pt x="101474" y="40"/>
                </a:cubicBezTo>
                <a:cubicBezTo>
                  <a:pt x="85475" y="582"/>
                  <a:pt x="69129" y="5542"/>
                  <a:pt x="57479" y="16520"/>
                </a:cubicBezTo>
                <a:cubicBezTo>
                  <a:pt x="50203" y="23373"/>
                  <a:pt x="44727" y="32509"/>
                  <a:pt x="35783" y="36976"/>
                </a:cubicBezTo>
                <a:cubicBezTo>
                  <a:pt x="28919" y="40405"/>
                  <a:pt x="20876" y="40602"/>
                  <a:pt x="13740" y="43423"/>
                </a:cubicBezTo>
                <a:cubicBezTo>
                  <a:pt x="6605" y="46244"/>
                  <a:pt x="0" y="53719"/>
                  <a:pt x="2568" y="60948"/>
                </a:cubicBezTo>
                <a:cubicBezTo>
                  <a:pt x="4468" y="66297"/>
                  <a:pt x="10123" y="68455"/>
                  <a:pt x="16048" y="68455"/>
                </a:cubicBezTo>
                <a:cubicBezTo>
                  <a:pt x="18930" y="68455"/>
                  <a:pt x="21875" y="67944"/>
                  <a:pt x="24483" y="67042"/>
                </a:cubicBezTo>
                <a:cubicBezTo>
                  <a:pt x="37083" y="62687"/>
                  <a:pt x="47154" y="53198"/>
                  <a:pt x="58747" y="46619"/>
                </a:cubicBezTo>
                <a:cubicBezTo>
                  <a:pt x="69009" y="40799"/>
                  <a:pt x="80817" y="37311"/>
                  <a:pt x="92547" y="37311"/>
                </a:cubicBezTo>
                <a:cubicBezTo>
                  <a:pt x="97419" y="37311"/>
                  <a:pt x="102278" y="37913"/>
                  <a:pt x="107006" y="39199"/>
                </a:cubicBezTo>
                <a:cubicBezTo>
                  <a:pt x="115659" y="41552"/>
                  <a:pt x="123709" y="46407"/>
                  <a:pt x="129819" y="52939"/>
                </a:cubicBezTo>
                <a:lnTo>
                  <a:pt x="129819" y="6409"/>
                </a:lnTo>
                <a:cubicBezTo>
                  <a:pt x="122400" y="1786"/>
                  <a:pt x="112880" y="1"/>
                  <a:pt x="1038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0" y="3716225"/>
            <a:ext cx="2219000" cy="1427275"/>
          </a:xfrm>
          <a:custGeom>
            <a:avLst/>
            <a:gdLst/>
            <a:ahLst/>
            <a:cxnLst/>
            <a:rect l="l" t="t" r="r" b="b"/>
            <a:pathLst>
              <a:path w="88760" h="57091" extrusionOk="0">
                <a:moveTo>
                  <a:pt x="0" y="1"/>
                </a:moveTo>
                <a:lnTo>
                  <a:pt x="0" y="57091"/>
                </a:lnTo>
                <a:lnTo>
                  <a:pt x="88760" y="57091"/>
                </a:lnTo>
                <a:cubicBezTo>
                  <a:pt x="84783" y="50112"/>
                  <a:pt x="79478" y="44017"/>
                  <a:pt x="71884" y="42242"/>
                </a:cubicBezTo>
                <a:cubicBezTo>
                  <a:pt x="70062" y="41817"/>
                  <a:pt x="68215" y="41675"/>
                  <a:pt x="66355" y="41675"/>
                </a:cubicBezTo>
                <a:cubicBezTo>
                  <a:pt x="62569" y="41675"/>
                  <a:pt x="58726" y="42265"/>
                  <a:pt x="54915" y="42265"/>
                </a:cubicBezTo>
                <a:cubicBezTo>
                  <a:pt x="54182" y="42265"/>
                  <a:pt x="53451" y="42243"/>
                  <a:pt x="52722" y="42191"/>
                </a:cubicBezTo>
                <a:cubicBezTo>
                  <a:pt x="45762" y="41698"/>
                  <a:pt x="39053" y="38328"/>
                  <a:pt x="34504" y="33042"/>
                </a:cubicBezTo>
                <a:cubicBezTo>
                  <a:pt x="30003" y="27817"/>
                  <a:pt x="27712" y="21062"/>
                  <a:pt x="23829" y="15366"/>
                </a:cubicBezTo>
                <a:cubicBezTo>
                  <a:pt x="18357" y="7336"/>
                  <a:pt x="9510" y="1912"/>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849350" y="4118125"/>
            <a:ext cx="2294650" cy="1025375"/>
          </a:xfrm>
          <a:custGeom>
            <a:avLst/>
            <a:gdLst/>
            <a:ahLst/>
            <a:cxnLst/>
            <a:rect l="l" t="t" r="r" b="b"/>
            <a:pathLst>
              <a:path w="91786" h="41015" extrusionOk="0">
                <a:moveTo>
                  <a:pt x="24366" y="0"/>
                </a:moveTo>
                <a:cubicBezTo>
                  <a:pt x="16671" y="0"/>
                  <a:pt x="8961" y="3263"/>
                  <a:pt x="4870" y="9866"/>
                </a:cubicBezTo>
                <a:cubicBezTo>
                  <a:pt x="1" y="17723"/>
                  <a:pt x="1109" y="37022"/>
                  <a:pt x="11280" y="40672"/>
                </a:cubicBezTo>
                <a:cubicBezTo>
                  <a:pt x="11997" y="40929"/>
                  <a:pt x="12907" y="41014"/>
                  <a:pt x="13886" y="41014"/>
                </a:cubicBezTo>
                <a:cubicBezTo>
                  <a:pt x="15844" y="41014"/>
                  <a:pt x="18078" y="40672"/>
                  <a:pt x="19591" y="40672"/>
                </a:cubicBezTo>
                <a:lnTo>
                  <a:pt x="91786" y="40672"/>
                </a:lnTo>
                <a:lnTo>
                  <a:pt x="91786" y="20159"/>
                </a:lnTo>
                <a:cubicBezTo>
                  <a:pt x="87766" y="16628"/>
                  <a:pt x="82600" y="14414"/>
                  <a:pt x="77263" y="14414"/>
                </a:cubicBezTo>
                <a:cubicBezTo>
                  <a:pt x="76878" y="14414"/>
                  <a:pt x="76492" y="14426"/>
                  <a:pt x="76106" y="14449"/>
                </a:cubicBezTo>
                <a:cubicBezTo>
                  <a:pt x="70359" y="14796"/>
                  <a:pt x="64629" y="17360"/>
                  <a:pt x="59023" y="17360"/>
                </a:cubicBezTo>
                <a:cubicBezTo>
                  <a:pt x="57613" y="17360"/>
                  <a:pt x="56211" y="17198"/>
                  <a:pt x="54819" y="16797"/>
                </a:cubicBezTo>
                <a:cubicBezTo>
                  <a:pt x="48369" y="14944"/>
                  <a:pt x="44410" y="8619"/>
                  <a:pt x="39033" y="4601"/>
                </a:cubicBezTo>
                <a:cubicBezTo>
                  <a:pt x="34939" y="1542"/>
                  <a:pt x="29657" y="0"/>
                  <a:pt x="243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txBox="1">
            <a:spLocks noGrp="1"/>
          </p:cNvSpPr>
          <p:nvPr>
            <p:ph type="ctrTitle"/>
          </p:nvPr>
        </p:nvSpPr>
        <p:spPr>
          <a:xfrm>
            <a:off x="311700" y="3080425"/>
            <a:ext cx="8520600" cy="9360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5" name="Google Shape;15;p2"/>
          <p:cNvSpPr txBox="1">
            <a:spLocks noGrp="1"/>
          </p:cNvSpPr>
          <p:nvPr>
            <p:ph type="subTitle" idx="1"/>
          </p:nvPr>
        </p:nvSpPr>
        <p:spPr>
          <a:xfrm>
            <a:off x="311700" y="39009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6"/>
          <p:cNvSpPr/>
          <p:nvPr/>
        </p:nvSpPr>
        <p:spPr>
          <a:xfrm rot="10800000">
            <a:off x="5162896" y="-10092"/>
            <a:ext cx="3981108" cy="2560674"/>
          </a:xfrm>
          <a:custGeom>
            <a:avLst/>
            <a:gdLst/>
            <a:ahLst/>
            <a:cxnLst/>
            <a:rect l="l" t="t" r="r" b="b"/>
            <a:pathLst>
              <a:path w="88760" h="57091" extrusionOk="0">
                <a:moveTo>
                  <a:pt x="0" y="1"/>
                </a:moveTo>
                <a:lnTo>
                  <a:pt x="0" y="57091"/>
                </a:lnTo>
                <a:lnTo>
                  <a:pt x="88760" y="57091"/>
                </a:lnTo>
                <a:cubicBezTo>
                  <a:pt x="84783" y="50112"/>
                  <a:pt x="79478" y="44017"/>
                  <a:pt x="71884" y="42242"/>
                </a:cubicBezTo>
                <a:cubicBezTo>
                  <a:pt x="70062" y="41817"/>
                  <a:pt x="68215" y="41675"/>
                  <a:pt x="66355" y="41675"/>
                </a:cubicBezTo>
                <a:cubicBezTo>
                  <a:pt x="62569" y="41675"/>
                  <a:pt x="58726" y="42265"/>
                  <a:pt x="54915" y="42265"/>
                </a:cubicBezTo>
                <a:cubicBezTo>
                  <a:pt x="54182" y="42265"/>
                  <a:pt x="53451" y="42243"/>
                  <a:pt x="52722" y="42191"/>
                </a:cubicBezTo>
                <a:cubicBezTo>
                  <a:pt x="45762" y="41698"/>
                  <a:pt x="39053" y="38328"/>
                  <a:pt x="34504" y="33042"/>
                </a:cubicBezTo>
                <a:cubicBezTo>
                  <a:pt x="30003" y="27817"/>
                  <a:pt x="27712" y="21062"/>
                  <a:pt x="23829" y="15366"/>
                </a:cubicBezTo>
                <a:cubicBezTo>
                  <a:pt x="18357" y="7336"/>
                  <a:pt x="9510" y="1912"/>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txBox="1">
            <a:spLocks noGrp="1"/>
          </p:cNvSpPr>
          <p:nvPr>
            <p:ph type="title"/>
          </p:nvPr>
        </p:nvSpPr>
        <p:spPr>
          <a:xfrm>
            <a:off x="651125" y="387000"/>
            <a:ext cx="755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p:nvPr/>
        </p:nvSpPr>
        <p:spPr>
          <a:xfrm flipH="1">
            <a:off x="-445000" y="772300"/>
            <a:ext cx="10192147" cy="4554408"/>
          </a:xfrm>
          <a:custGeom>
            <a:avLst/>
            <a:gdLst/>
            <a:ahLst/>
            <a:cxnLst/>
            <a:rect l="l" t="t" r="r" b="b"/>
            <a:pathLst>
              <a:path w="91786" h="41015" extrusionOk="0">
                <a:moveTo>
                  <a:pt x="24366" y="0"/>
                </a:moveTo>
                <a:cubicBezTo>
                  <a:pt x="16671" y="0"/>
                  <a:pt x="8961" y="3263"/>
                  <a:pt x="4870" y="9866"/>
                </a:cubicBezTo>
                <a:cubicBezTo>
                  <a:pt x="1" y="17723"/>
                  <a:pt x="1109" y="37022"/>
                  <a:pt x="11280" y="40672"/>
                </a:cubicBezTo>
                <a:cubicBezTo>
                  <a:pt x="11997" y="40929"/>
                  <a:pt x="12907" y="41014"/>
                  <a:pt x="13886" y="41014"/>
                </a:cubicBezTo>
                <a:cubicBezTo>
                  <a:pt x="15844" y="41014"/>
                  <a:pt x="18078" y="40672"/>
                  <a:pt x="19591" y="40672"/>
                </a:cubicBezTo>
                <a:lnTo>
                  <a:pt x="91786" y="40672"/>
                </a:lnTo>
                <a:lnTo>
                  <a:pt x="91786" y="20159"/>
                </a:lnTo>
                <a:cubicBezTo>
                  <a:pt x="87766" y="16628"/>
                  <a:pt x="82600" y="14414"/>
                  <a:pt x="77263" y="14414"/>
                </a:cubicBezTo>
                <a:cubicBezTo>
                  <a:pt x="76878" y="14414"/>
                  <a:pt x="76492" y="14426"/>
                  <a:pt x="76106" y="14449"/>
                </a:cubicBezTo>
                <a:cubicBezTo>
                  <a:pt x="70359" y="14796"/>
                  <a:pt x="64629" y="17360"/>
                  <a:pt x="59023" y="17360"/>
                </a:cubicBezTo>
                <a:cubicBezTo>
                  <a:pt x="57613" y="17360"/>
                  <a:pt x="56211" y="17198"/>
                  <a:pt x="54819" y="16797"/>
                </a:cubicBezTo>
                <a:cubicBezTo>
                  <a:pt x="48369" y="14944"/>
                  <a:pt x="44410" y="8619"/>
                  <a:pt x="39033" y="4601"/>
                </a:cubicBezTo>
                <a:cubicBezTo>
                  <a:pt x="34939" y="1542"/>
                  <a:pt x="29657" y="0"/>
                  <a:pt x="243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body" idx="1"/>
          </p:nvPr>
        </p:nvSpPr>
        <p:spPr>
          <a:xfrm>
            <a:off x="4802025" y="1989800"/>
            <a:ext cx="2808000" cy="1631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42900">
              <a:spcBef>
                <a:spcPts val="1600"/>
              </a:spcBef>
              <a:spcAft>
                <a:spcPts val="0"/>
              </a:spcAft>
              <a:buSzPts val="1800"/>
              <a:buChar char="○"/>
              <a:defRPr sz="1800"/>
            </a:lvl2pPr>
            <a:lvl3pPr marL="1371600" lvl="2" indent="-342900">
              <a:spcBef>
                <a:spcPts val="1600"/>
              </a:spcBef>
              <a:spcAft>
                <a:spcPts val="0"/>
              </a:spcAft>
              <a:buSzPts val="1800"/>
              <a:buChar char="■"/>
              <a:defRPr sz="1800"/>
            </a:lvl3pPr>
            <a:lvl4pPr marL="1828800" lvl="3" indent="-342900">
              <a:spcBef>
                <a:spcPts val="1600"/>
              </a:spcBef>
              <a:spcAft>
                <a:spcPts val="0"/>
              </a:spcAft>
              <a:buSzPts val="1800"/>
              <a:buChar char="●"/>
              <a:defRPr sz="1800"/>
            </a:lvl4pPr>
            <a:lvl5pPr marL="2286000" lvl="4" indent="-342900">
              <a:spcBef>
                <a:spcPts val="1600"/>
              </a:spcBef>
              <a:spcAft>
                <a:spcPts val="0"/>
              </a:spcAft>
              <a:buSzPts val="1800"/>
              <a:buChar char="○"/>
              <a:defRPr sz="1800"/>
            </a:lvl5pPr>
            <a:lvl6pPr marL="2743200" lvl="5" indent="-342900">
              <a:spcBef>
                <a:spcPts val="1600"/>
              </a:spcBef>
              <a:spcAft>
                <a:spcPts val="0"/>
              </a:spcAft>
              <a:buSzPts val="1800"/>
              <a:buChar char="■"/>
              <a:defRPr sz="1800"/>
            </a:lvl6pPr>
            <a:lvl7pPr marL="3200400" lvl="6" indent="-342900">
              <a:spcBef>
                <a:spcPts val="1600"/>
              </a:spcBef>
              <a:spcAft>
                <a:spcPts val="0"/>
              </a:spcAft>
              <a:buSzPts val="1800"/>
              <a:buChar char="●"/>
              <a:defRPr sz="1800"/>
            </a:lvl7pPr>
            <a:lvl8pPr marL="3657600" lvl="7" indent="-342900">
              <a:spcBef>
                <a:spcPts val="1600"/>
              </a:spcBef>
              <a:spcAft>
                <a:spcPts val="0"/>
              </a:spcAft>
              <a:buSzPts val="1800"/>
              <a:buChar char="○"/>
              <a:defRPr sz="1800"/>
            </a:lvl8pPr>
            <a:lvl9pPr marL="4114800" lvl="8" indent="-342900">
              <a:spcBef>
                <a:spcPts val="1600"/>
              </a:spcBef>
              <a:spcAft>
                <a:spcPts val="1600"/>
              </a:spcAft>
              <a:buSzPts val="1800"/>
              <a:buChar char="■"/>
              <a:defRPr sz="1800"/>
            </a:lvl9pPr>
          </a:lstStyle>
          <a:p>
            <a:endParaRPr/>
          </a:p>
        </p:txBody>
      </p:sp>
      <p:sp>
        <p:nvSpPr>
          <p:cNvPr id="40" name="Google Shape;40;p7"/>
          <p:cNvSpPr txBox="1">
            <a:spLocks noGrp="1"/>
          </p:cNvSpPr>
          <p:nvPr>
            <p:ph type="title"/>
          </p:nvPr>
        </p:nvSpPr>
        <p:spPr>
          <a:xfrm>
            <a:off x="733550" y="393825"/>
            <a:ext cx="7373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text 2">
  <p:cSld name="CUSTOM_2">
    <p:spTree>
      <p:nvGrpSpPr>
        <p:cNvPr id="1" name="Shape 76"/>
        <p:cNvGrpSpPr/>
        <p:nvPr/>
      </p:nvGrpSpPr>
      <p:grpSpPr>
        <a:xfrm>
          <a:off x="0" y="0"/>
          <a:ext cx="0" cy="0"/>
          <a:chOff x="0" y="0"/>
          <a:chExt cx="0" cy="0"/>
        </a:xfrm>
      </p:grpSpPr>
      <p:sp>
        <p:nvSpPr>
          <p:cNvPr id="77" name="Google Shape;77;p15"/>
          <p:cNvSpPr/>
          <p:nvPr/>
        </p:nvSpPr>
        <p:spPr>
          <a:xfrm rot="8513799">
            <a:off x="1110743" y="2060180"/>
            <a:ext cx="8479000" cy="6851786"/>
          </a:xfrm>
          <a:custGeom>
            <a:avLst/>
            <a:gdLst/>
            <a:ahLst/>
            <a:cxnLst/>
            <a:rect l="l" t="t" r="r" b="b"/>
            <a:pathLst>
              <a:path w="133911" h="108212" extrusionOk="0">
                <a:moveTo>
                  <a:pt x="0" y="0"/>
                </a:moveTo>
                <a:lnTo>
                  <a:pt x="0" y="42204"/>
                </a:lnTo>
                <a:cubicBezTo>
                  <a:pt x="3818" y="43536"/>
                  <a:pt x="7871" y="44406"/>
                  <a:pt x="11781" y="45388"/>
                </a:cubicBezTo>
                <a:cubicBezTo>
                  <a:pt x="25636" y="48876"/>
                  <a:pt x="35951" y="55674"/>
                  <a:pt x="46055" y="65781"/>
                </a:cubicBezTo>
                <a:cubicBezTo>
                  <a:pt x="56040" y="75609"/>
                  <a:pt x="65279" y="86301"/>
                  <a:pt x="76481" y="94715"/>
                </a:cubicBezTo>
                <a:cubicBezTo>
                  <a:pt x="86775" y="102444"/>
                  <a:pt x="99184" y="108211"/>
                  <a:pt x="111961" y="108211"/>
                </a:cubicBezTo>
                <a:cubicBezTo>
                  <a:pt x="113086" y="108211"/>
                  <a:pt x="114215" y="108167"/>
                  <a:pt x="115345" y="108075"/>
                </a:cubicBezTo>
                <a:cubicBezTo>
                  <a:pt x="123384" y="107415"/>
                  <a:pt x="132405" y="102868"/>
                  <a:pt x="133282" y="94852"/>
                </a:cubicBezTo>
                <a:cubicBezTo>
                  <a:pt x="133911" y="89102"/>
                  <a:pt x="129964" y="83730"/>
                  <a:pt x="125199" y="80454"/>
                </a:cubicBezTo>
                <a:cubicBezTo>
                  <a:pt x="120432" y="77180"/>
                  <a:pt x="114814" y="75404"/>
                  <a:pt x="109700" y="72707"/>
                </a:cubicBezTo>
                <a:cubicBezTo>
                  <a:pt x="95166" y="65048"/>
                  <a:pt x="85158" y="49434"/>
                  <a:pt x="84273" y="33034"/>
                </a:cubicBezTo>
                <a:cubicBezTo>
                  <a:pt x="83908" y="26298"/>
                  <a:pt x="84951" y="19358"/>
                  <a:pt x="82926" y="12924"/>
                </a:cubicBezTo>
                <a:cubicBezTo>
                  <a:pt x="81214" y="7484"/>
                  <a:pt x="77652" y="3267"/>
                  <a:pt x="731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5"/>
          <p:cNvSpPr txBox="1">
            <a:spLocks noGrp="1"/>
          </p:cNvSpPr>
          <p:nvPr>
            <p:ph type="subTitle" idx="1"/>
          </p:nvPr>
        </p:nvSpPr>
        <p:spPr>
          <a:xfrm>
            <a:off x="5410500" y="1336650"/>
            <a:ext cx="3020400" cy="2470200"/>
          </a:xfrm>
          <a:prstGeom prst="rect">
            <a:avLst/>
          </a:prstGeom>
        </p:spPr>
        <p:txBody>
          <a:bodyPr spcFirstLastPara="1" wrap="square" lIns="91425" tIns="91425" rIns="91425" bIns="91425" anchor="t" anchorCtr="0">
            <a:noAutofit/>
          </a:bodyPr>
          <a:lstStyle>
            <a:lvl1pPr lvl="0" algn="r">
              <a:spcBef>
                <a:spcPts val="0"/>
              </a:spcBef>
              <a:spcAft>
                <a:spcPts val="0"/>
              </a:spcAft>
              <a:buSzPts val="1800"/>
              <a:buNone/>
              <a:defRPr sz="1600"/>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79" name="Google Shape;79;p15"/>
          <p:cNvSpPr txBox="1">
            <a:spLocks noGrp="1"/>
          </p:cNvSpPr>
          <p:nvPr>
            <p:ph type="title"/>
          </p:nvPr>
        </p:nvSpPr>
        <p:spPr>
          <a:xfrm>
            <a:off x="876900" y="387000"/>
            <a:ext cx="7554000" cy="572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Bullet Points">
  <p:cSld name="TITLE_AND_TWO_COLUMNS_1_1">
    <p:spTree>
      <p:nvGrpSpPr>
        <p:cNvPr id="1" name="Shape 80"/>
        <p:cNvGrpSpPr/>
        <p:nvPr/>
      </p:nvGrpSpPr>
      <p:grpSpPr>
        <a:xfrm>
          <a:off x="0" y="0"/>
          <a:ext cx="0" cy="0"/>
          <a:chOff x="0" y="0"/>
          <a:chExt cx="0" cy="0"/>
        </a:xfrm>
      </p:grpSpPr>
      <p:sp>
        <p:nvSpPr>
          <p:cNvPr id="81" name="Google Shape;81;p16"/>
          <p:cNvSpPr txBox="1">
            <a:spLocks noGrp="1"/>
          </p:cNvSpPr>
          <p:nvPr>
            <p:ph type="body" idx="1"/>
          </p:nvPr>
        </p:nvSpPr>
        <p:spPr>
          <a:xfrm>
            <a:off x="651125" y="1154450"/>
            <a:ext cx="7297500" cy="2964000"/>
          </a:xfrm>
          <a:prstGeom prst="rect">
            <a:avLst/>
          </a:prstGeom>
        </p:spPr>
        <p:txBody>
          <a:bodyPr spcFirstLastPara="1" wrap="square" lIns="91425" tIns="91425" rIns="91425" bIns="91425" anchor="t" anchorCtr="0">
            <a:noAutofit/>
          </a:bodyPr>
          <a:lstStyle>
            <a:lvl1pPr marL="457200" lvl="0" indent="-298450" rtl="0">
              <a:spcBef>
                <a:spcPts val="0"/>
              </a:spcBef>
              <a:spcAft>
                <a:spcPts val="0"/>
              </a:spcAft>
              <a:buClr>
                <a:srgbClr val="434343"/>
              </a:buClr>
              <a:buSzPts val="1100"/>
              <a:buAutoNum type="arabicPeriod"/>
              <a:defRPr sz="1250"/>
            </a:lvl1pPr>
            <a:lvl2pPr marL="914400" lvl="1" indent="-298450" rtl="0">
              <a:spcBef>
                <a:spcPts val="0"/>
              </a:spcBef>
              <a:spcAft>
                <a:spcPts val="0"/>
              </a:spcAft>
              <a:buClr>
                <a:schemeClr val="dk1"/>
              </a:buClr>
              <a:buSzPts val="1100"/>
              <a:buFont typeface="Muli"/>
              <a:buAutoNum type="alphaLcPeriod"/>
              <a:defRPr/>
            </a:lvl2pPr>
            <a:lvl3pPr marL="1371600" lvl="2" indent="-298450" rtl="0">
              <a:spcBef>
                <a:spcPts val="1600"/>
              </a:spcBef>
              <a:spcAft>
                <a:spcPts val="0"/>
              </a:spcAft>
              <a:buClr>
                <a:schemeClr val="dk1"/>
              </a:buClr>
              <a:buSzPts val="1100"/>
              <a:buFont typeface="Muli"/>
              <a:buAutoNum type="romanLcPeriod"/>
              <a:defRPr/>
            </a:lvl3pPr>
            <a:lvl4pPr marL="1828800" lvl="3" indent="-298450" rtl="0">
              <a:spcBef>
                <a:spcPts val="1600"/>
              </a:spcBef>
              <a:spcAft>
                <a:spcPts val="0"/>
              </a:spcAft>
              <a:buClr>
                <a:schemeClr val="dk1"/>
              </a:buClr>
              <a:buSzPts val="1100"/>
              <a:buFont typeface="Muli"/>
              <a:buAutoNum type="arabicPeriod"/>
              <a:defRPr/>
            </a:lvl4pPr>
            <a:lvl5pPr marL="2286000" lvl="4" indent="-298450" rtl="0">
              <a:spcBef>
                <a:spcPts val="1600"/>
              </a:spcBef>
              <a:spcAft>
                <a:spcPts val="0"/>
              </a:spcAft>
              <a:buClr>
                <a:schemeClr val="dk1"/>
              </a:buClr>
              <a:buSzPts val="1100"/>
              <a:buFont typeface="Muli"/>
              <a:buAutoNum type="alphaLcPeriod"/>
              <a:defRPr/>
            </a:lvl5pPr>
            <a:lvl6pPr marL="2743200" lvl="5" indent="-298450" rtl="0">
              <a:spcBef>
                <a:spcPts val="1600"/>
              </a:spcBef>
              <a:spcAft>
                <a:spcPts val="0"/>
              </a:spcAft>
              <a:buClr>
                <a:schemeClr val="dk1"/>
              </a:buClr>
              <a:buSzPts val="1100"/>
              <a:buFont typeface="Muli"/>
              <a:buAutoNum type="romanLcPeriod"/>
              <a:defRPr/>
            </a:lvl6pPr>
            <a:lvl7pPr marL="3200400" lvl="6" indent="-298450" rtl="0">
              <a:spcBef>
                <a:spcPts val="1600"/>
              </a:spcBef>
              <a:spcAft>
                <a:spcPts val="0"/>
              </a:spcAft>
              <a:buClr>
                <a:schemeClr val="dk1"/>
              </a:buClr>
              <a:buSzPts val="1100"/>
              <a:buFont typeface="Muli"/>
              <a:buAutoNum type="arabicPeriod"/>
              <a:defRPr/>
            </a:lvl7pPr>
            <a:lvl8pPr marL="3657600" lvl="7" indent="-298450" rtl="0">
              <a:spcBef>
                <a:spcPts val="1600"/>
              </a:spcBef>
              <a:spcAft>
                <a:spcPts val="0"/>
              </a:spcAft>
              <a:buClr>
                <a:schemeClr val="dk1"/>
              </a:buClr>
              <a:buSzPts val="1100"/>
              <a:buFont typeface="Muli"/>
              <a:buAutoNum type="alphaLcPeriod"/>
              <a:defRPr/>
            </a:lvl8pPr>
            <a:lvl9pPr marL="4114800" lvl="8" indent="-298450" rtl="0">
              <a:spcBef>
                <a:spcPts val="1600"/>
              </a:spcBef>
              <a:spcAft>
                <a:spcPts val="1600"/>
              </a:spcAft>
              <a:buClr>
                <a:schemeClr val="dk1"/>
              </a:buClr>
              <a:buSzPts val="1100"/>
              <a:buFont typeface="Muli"/>
              <a:buAutoNum type="romanLcPeriod"/>
              <a:defRPr/>
            </a:lvl9pPr>
          </a:lstStyle>
          <a:p>
            <a:endParaRPr/>
          </a:p>
        </p:txBody>
      </p:sp>
      <p:sp>
        <p:nvSpPr>
          <p:cNvPr id="82" name="Google Shape;82;p16"/>
          <p:cNvSpPr txBox="1">
            <a:spLocks noGrp="1"/>
          </p:cNvSpPr>
          <p:nvPr>
            <p:ph type="title"/>
          </p:nvPr>
        </p:nvSpPr>
        <p:spPr>
          <a:xfrm>
            <a:off x="651125" y="387000"/>
            <a:ext cx="755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83" name="Google Shape;83;p16"/>
          <p:cNvSpPr/>
          <p:nvPr/>
        </p:nvSpPr>
        <p:spPr>
          <a:xfrm rot="-5400000">
            <a:off x="7049057" y="954914"/>
            <a:ext cx="4040323" cy="2130491"/>
          </a:xfrm>
          <a:custGeom>
            <a:avLst/>
            <a:gdLst/>
            <a:ahLst/>
            <a:cxnLst/>
            <a:rect l="l" t="t" r="r" b="b"/>
            <a:pathLst>
              <a:path w="129820" h="68455" extrusionOk="0">
                <a:moveTo>
                  <a:pt x="103822" y="1"/>
                </a:moveTo>
                <a:cubicBezTo>
                  <a:pt x="103035" y="1"/>
                  <a:pt x="102252" y="14"/>
                  <a:pt x="101474" y="40"/>
                </a:cubicBezTo>
                <a:cubicBezTo>
                  <a:pt x="85475" y="582"/>
                  <a:pt x="69129" y="5542"/>
                  <a:pt x="57479" y="16520"/>
                </a:cubicBezTo>
                <a:cubicBezTo>
                  <a:pt x="50203" y="23373"/>
                  <a:pt x="44727" y="32509"/>
                  <a:pt x="35783" y="36976"/>
                </a:cubicBezTo>
                <a:cubicBezTo>
                  <a:pt x="28919" y="40405"/>
                  <a:pt x="20876" y="40602"/>
                  <a:pt x="13740" y="43423"/>
                </a:cubicBezTo>
                <a:cubicBezTo>
                  <a:pt x="6605" y="46244"/>
                  <a:pt x="0" y="53719"/>
                  <a:pt x="2568" y="60948"/>
                </a:cubicBezTo>
                <a:cubicBezTo>
                  <a:pt x="4468" y="66297"/>
                  <a:pt x="10123" y="68455"/>
                  <a:pt x="16048" y="68455"/>
                </a:cubicBezTo>
                <a:cubicBezTo>
                  <a:pt x="18930" y="68455"/>
                  <a:pt x="21875" y="67944"/>
                  <a:pt x="24483" y="67042"/>
                </a:cubicBezTo>
                <a:cubicBezTo>
                  <a:pt x="37083" y="62687"/>
                  <a:pt x="47154" y="53198"/>
                  <a:pt x="58747" y="46619"/>
                </a:cubicBezTo>
                <a:cubicBezTo>
                  <a:pt x="69009" y="40799"/>
                  <a:pt x="80817" y="37311"/>
                  <a:pt x="92547" y="37311"/>
                </a:cubicBezTo>
                <a:cubicBezTo>
                  <a:pt x="97419" y="37311"/>
                  <a:pt x="102278" y="37913"/>
                  <a:pt x="107006" y="39199"/>
                </a:cubicBezTo>
                <a:cubicBezTo>
                  <a:pt x="115659" y="41552"/>
                  <a:pt x="123709" y="46407"/>
                  <a:pt x="129819" y="52939"/>
                </a:cubicBezTo>
                <a:lnTo>
                  <a:pt x="129819" y="6409"/>
                </a:lnTo>
                <a:cubicBezTo>
                  <a:pt x="122400" y="1786"/>
                  <a:pt x="112880" y="1"/>
                  <a:pt x="1038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TITLE_ONLY_1">
    <p:spTree>
      <p:nvGrpSpPr>
        <p:cNvPr id="1" name="Shape 84"/>
        <p:cNvGrpSpPr/>
        <p:nvPr/>
      </p:nvGrpSpPr>
      <p:grpSpPr>
        <a:xfrm>
          <a:off x="0" y="0"/>
          <a:ext cx="0" cy="0"/>
          <a:chOff x="0" y="0"/>
          <a:chExt cx="0" cy="0"/>
        </a:xfrm>
      </p:grpSpPr>
      <p:sp>
        <p:nvSpPr>
          <p:cNvPr id="85" name="Google Shape;85;p17"/>
          <p:cNvSpPr txBox="1">
            <a:spLocks noGrp="1"/>
          </p:cNvSpPr>
          <p:nvPr>
            <p:ph type="title"/>
          </p:nvPr>
        </p:nvSpPr>
        <p:spPr>
          <a:xfrm>
            <a:off x="733550" y="393825"/>
            <a:ext cx="7373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6" name="Google Shape;86;p17"/>
          <p:cNvSpPr txBox="1">
            <a:spLocks noGrp="1"/>
          </p:cNvSpPr>
          <p:nvPr>
            <p:ph type="title" idx="2" hasCustomPrompt="1"/>
          </p:nvPr>
        </p:nvSpPr>
        <p:spPr>
          <a:xfrm>
            <a:off x="939650" y="1493272"/>
            <a:ext cx="1385700" cy="33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87" name="Google Shape;87;p17"/>
          <p:cNvSpPr txBox="1">
            <a:spLocks noGrp="1"/>
          </p:cNvSpPr>
          <p:nvPr>
            <p:ph type="title" idx="3"/>
          </p:nvPr>
        </p:nvSpPr>
        <p:spPr>
          <a:xfrm>
            <a:off x="581150" y="1904400"/>
            <a:ext cx="2102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88" name="Google Shape;88;p17"/>
          <p:cNvSpPr txBox="1">
            <a:spLocks noGrp="1"/>
          </p:cNvSpPr>
          <p:nvPr>
            <p:ph type="subTitle" idx="1"/>
          </p:nvPr>
        </p:nvSpPr>
        <p:spPr>
          <a:xfrm>
            <a:off x="581150" y="2234875"/>
            <a:ext cx="2102700" cy="40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9" name="Google Shape;89;p17"/>
          <p:cNvSpPr txBox="1">
            <a:spLocks noGrp="1"/>
          </p:cNvSpPr>
          <p:nvPr>
            <p:ph type="title" idx="4" hasCustomPrompt="1"/>
          </p:nvPr>
        </p:nvSpPr>
        <p:spPr>
          <a:xfrm>
            <a:off x="3117200" y="1493272"/>
            <a:ext cx="1385700" cy="33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90" name="Google Shape;90;p17"/>
          <p:cNvSpPr txBox="1">
            <a:spLocks noGrp="1"/>
          </p:cNvSpPr>
          <p:nvPr>
            <p:ph type="title" idx="5"/>
          </p:nvPr>
        </p:nvSpPr>
        <p:spPr>
          <a:xfrm>
            <a:off x="2758700" y="1904400"/>
            <a:ext cx="2102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91" name="Google Shape;91;p17"/>
          <p:cNvSpPr txBox="1">
            <a:spLocks noGrp="1"/>
          </p:cNvSpPr>
          <p:nvPr>
            <p:ph type="subTitle" idx="6"/>
          </p:nvPr>
        </p:nvSpPr>
        <p:spPr>
          <a:xfrm>
            <a:off x="2758700" y="2234875"/>
            <a:ext cx="2102700" cy="40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2" name="Google Shape;92;p17"/>
          <p:cNvSpPr txBox="1">
            <a:spLocks noGrp="1"/>
          </p:cNvSpPr>
          <p:nvPr>
            <p:ph type="title" idx="7" hasCustomPrompt="1"/>
          </p:nvPr>
        </p:nvSpPr>
        <p:spPr>
          <a:xfrm>
            <a:off x="5515850" y="1493272"/>
            <a:ext cx="1385700" cy="33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93" name="Google Shape;93;p17"/>
          <p:cNvSpPr txBox="1">
            <a:spLocks noGrp="1"/>
          </p:cNvSpPr>
          <p:nvPr>
            <p:ph type="title" idx="8"/>
          </p:nvPr>
        </p:nvSpPr>
        <p:spPr>
          <a:xfrm>
            <a:off x="5157350" y="1904400"/>
            <a:ext cx="2102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94" name="Google Shape;94;p17"/>
          <p:cNvSpPr txBox="1">
            <a:spLocks noGrp="1"/>
          </p:cNvSpPr>
          <p:nvPr>
            <p:ph type="subTitle" idx="9"/>
          </p:nvPr>
        </p:nvSpPr>
        <p:spPr>
          <a:xfrm>
            <a:off x="5157350" y="2234875"/>
            <a:ext cx="2102700" cy="40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5" name="Google Shape;95;p17"/>
          <p:cNvSpPr txBox="1">
            <a:spLocks noGrp="1"/>
          </p:cNvSpPr>
          <p:nvPr>
            <p:ph type="title" idx="13" hasCustomPrompt="1"/>
          </p:nvPr>
        </p:nvSpPr>
        <p:spPr>
          <a:xfrm>
            <a:off x="2242500" y="3293950"/>
            <a:ext cx="1385700" cy="33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96" name="Google Shape;96;p17"/>
          <p:cNvSpPr txBox="1">
            <a:spLocks noGrp="1"/>
          </p:cNvSpPr>
          <p:nvPr>
            <p:ph type="title" idx="14"/>
          </p:nvPr>
        </p:nvSpPr>
        <p:spPr>
          <a:xfrm>
            <a:off x="1884000" y="3705175"/>
            <a:ext cx="2102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97" name="Google Shape;97;p17"/>
          <p:cNvSpPr txBox="1">
            <a:spLocks noGrp="1"/>
          </p:cNvSpPr>
          <p:nvPr>
            <p:ph type="subTitle" idx="15"/>
          </p:nvPr>
        </p:nvSpPr>
        <p:spPr>
          <a:xfrm>
            <a:off x="1884000" y="4035650"/>
            <a:ext cx="2102700" cy="40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8" name="Google Shape;98;p17"/>
          <p:cNvSpPr txBox="1">
            <a:spLocks noGrp="1"/>
          </p:cNvSpPr>
          <p:nvPr>
            <p:ph type="title" idx="16" hasCustomPrompt="1"/>
          </p:nvPr>
        </p:nvSpPr>
        <p:spPr>
          <a:xfrm>
            <a:off x="4420050" y="3293950"/>
            <a:ext cx="1385700" cy="33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99" name="Google Shape;99;p17"/>
          <p:cNvSpPr txBox="1">
            <a:spLocks noGrp="1"/>
          </p:cNvSpPr>
          <p:nvPr>
            <p:ph type="title" idx="17"/>
          </p:nvPr>
        </p:nvSpPr>
        <p:spPr>
          <a:xfrm>
            <a:off x="4061550" y="3705175"/>
            <a:ext cx="2102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00" name="Google Shape;100;p17"/>
          <p:cNvSpPr txBox="1">
            <a:spLocks noGrp="1"/>
          </p:cNvSpPr>
          <p:nvPr>
            <p:ph type="subTitle" idx="18"/>
          </p:nvPr>
        </p:nvSpPr>
        <p:spPr>
          <a:xfrm>
            <a:off x="4061550" y="4035650"/>
            <a:ext cx="2102700" cy="40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1" name="Google Shape;101;p17"/>
          <p:cNvSpPr txBox="1">
            <a:spLocks noGrp="1"/>
          </p:cNvSpPr>
          <p:nvPr>
            <p:ph type="title" idx="19" hasCustomPrompt="1"/>
          </p:nvPr>
        </p:nvSpPr>
        <p:spPr>
          <a:xfrm>
            <a:off x="6818700" y="3293950"/>
            <a:ext cx="1385700" cy="33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02" name="Google Shape;102;p17"/>
          <p:cNvSpPr txBox="1">
            <a:spLocks noGrp="1"/>
          </p:cNvSpPr>
          <p:nvPr>
            <p:ph type="title" idx="20"/>
          </p:nvPr>
        </p:nvSpPr>
        <p:spPr>
          <a:xfrm>
            <a:off x="6460200" y="3705175"/>
            <a:ext cx="2102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03" name="Google Shape;103;p17"/>
          <p:cNvSpPr txBox="1">
            <a:spLocks noGrp="1"/>
          </p:cNvSpPr>
          <p:nvPr>
            <p:ph type="subTitle" idx="21"/>
          </p:nvPr>
        </p:nvSpPr>
        <p:spPr>
          <a:xfrm>
            <a:off x="6460200" y="4035650"/>
            <a:ext cx="2102700" cy="40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4" name="Google Shape;104;p17"/>
          <p:cNvSpPr/>
          <p:nvPr/>
        </p:nvSpPr>
        <p:spPr>
          <a:xfrm rot="10800000">
            <a:off x="5366596" y="25"/>
            <a:ext cx="3777404" cy="2429650"/>
          </a:xfrm>
          <a:custGeom>
            <a:avLst/>
            <a:gdLst/>
            <a:ahLst/>
            <a:cxnLst/>
            <a:rect l="l" t="t" r="r" b="b"/>
            <a:pathLst>
              <a:path w="88760" h="57091" extrusionOk="0">
                <a:moveTo>
                  <a:pt x="0" y="1"/>
                </a:moveTo>
                <a:lnTo>
                  <a:pt x="0" y="57091"/>
                </a:lnTo>
                <a:lnTo>
                  <a:pt x="88760" y="57091"/>
                </a:lnTo>
                <a:cubicBezTo>
                  <a:pt x="84783" y="50112"/>
                  <a:pt x="79478" y="44017"/>
                  <a:pt x="71884" y="42242"/>
                </a:cubicBezTo>
                <a:cubicBezTo>
                  <a:pt x="70062" y="41817"/>
                  <a:pt x="68215" y="41675"/>
                  <a:pt x="66355" y="41675"/>
                </a:cubicBezTo>
                <a:cubicBezTo>
                  <a:pt x="62569" y="41675"/>
                  <a:pt x="58726" y="42265"/>
                  <a:pt x="54915" y="42265"/>
                </a:cubicBezTo>
                <a:cubicBezTo>
                  <a:pt x="54182" y="42265"/>
                  <a:pt x="53451" y="42243"/>
                  <a:pt x="52722" y="42191"/>
                </a:cubicBezTo>
                <a:cubicBezTo>
                  <a:pt x="45762" y="41698"/>
                  <a:pt x="39053" y="38328"/>
                  <a:pt x="34504" y="33042"/>
                </a:cubicBezTo>
                <a:cubicBezTo>
                  <a:pt x="30003" y="27817"/>
                  <a:pt x="27712" y="21062"/>
                  <a:pt x="23829" y="15366"/>
                </a:cubicBezTo>
                <a:cubicBezTo>
                  <a:pt x="18357" y="7336"/>
                  <a:pt x="9510" y="1912"/>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design 1">
  <p:cSld name="TITLE_ONLY_2_1">
    <p:spTree>
      <p:nvGrpSpPr>
        <p:cNvPr id="1" name="Shape 198"/>
        <p:cNvGrpSpPr/>
        <p:nvPr/>
      </p:nvGrpSpPr>
      <p:grpSpPr>
        <a:xfrm>
          <a:off x="0" y="0"/>
          <a:ext cx="0" cy="0"/>
          <a:chOff x="0" y="0"/>
          <a:chExt cx="0" cy="0"/>
        </a:xfrm>
      </p:grpSpPr>
      <p:sp>
        <p:nvSpPr>
          <p:cNvPr id="199" name="Google Shape;199;p29"/>
          <p:cNvSpPr txBox="1">
            <a:spLocks noGrp="1"/>
          </p:cNvSpPr>
          <p:nvPr>
            <p:ph type="title"/>
          </p:nvPr>
        </p:nvSpPr>
        <p:spPr>
          <a:xfrm>
            <a:off x="651125" y="387000"/>
            <a:ext cx="755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200" name="Google Shape;200;p29"/>
          <p:cNvSpPr/>
          <p:nvPr/>
        </p:nvSpPr>
        <p:spPr>
          <a:xfrm rot="8513799">
            <a:off x="1210618" y="2626605"/>
            <a:ext cx="8479000" cy="6851786"/>
          </a:xfrm>
          <a:custGeom>
            <a:avLst/>
            <a:gdLst/>
            <a:ahLst/>
            <a:cxnLst/>
            <a:rect l="l" t="t" r="r" b="b"/>
            <a:pathLst>
              <a:path w="133911" h="108212" extrusionOk="0">
                <a:moveTo>
                  <a:pt x="0" y="0"/>
                </a:moveTo>
                <a:lnTo>
                  <a:pt x="0" y="42204"/>
                </a:lnTo>
                <a:cubicBezTo>
                  <a:pt x="3818" y="43536"/>
                  <a:pt x="7871" y="44406"/>
                  <a:pt x="11781" y="45388"/>
                </a:cubicBezTo>
                <a:cubicBezTo>
                  <a:pt x="25636" y="48876"/>
                  <a:pt x="35951" y="55674"/>
                  <a:pt x="46055" y="65781"/>
                </a:cubicBezTo>
                <a:cubicBezTo>
                  <a:pt x="56040" y="75609"/>
                  <a:pt x="65279" y="86301"/>
                  <a:pt x="76481" y="94715"/>
                </a:cubicBezTo>
                <a:cubicBezTo>
                  <a:pt x="86775" y="102444"/>
                  <a:pt x="99184" y="108211"/>
                  <a:pt x="111961" y="108211"/>
                </a:cubicBezTo>
                <a:cubicBezTo>
                  <a:pt x="113086" y="108211"/>
                  <a:pt x="114215" y="108167"/>
                  <a:pt x="115345" y="108075"/>
                </a:cubicBezTo>
                <a:cubicBezTo>
                  <a:pt x="123384" y="107415"/>
                  <a:pt x="132405" y="102868"/>
                  <a:pt x="133282" y="94852"/>
                </a:cubicBezTo>
                <a:cubicBezTo>
                  <a:pt x="133911" y="89102"/>
                  <a:pt x="129964" y="83730"/>
                  <a:pt x="125199" y="80454"/>
                </a:cubicBezTo>
                <a:cubicBezTo>
                  <a:pt x="120432" y="77180"/>
                  <a:pt x="114814" y="75404"/>
                  <a:pt x="109700" y="72707"/>
                </a:cubicBezTo>
                <a:cubicBezTo>
                  <a:pt x="95166" y="65048"/>
                  <a:pt x="85158" y="49434"/>
                  <a:pt x="84273" y="33034"/>
                </a:cubicBezTo>
                <a:cubicBezTo>
                  <a:pt x="83908" y="26298"/>
                  <a:pt x="84951" y="19358"/>
                  <a:pt x="82926" y="12924"/>
                </a:cubicBezTo>
                <a:cubicBezTo>
                  <a:pt x="81214" y="7484"/>
                  <a:pt x="77652" y="3267"/>
                  <a:pt x="731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design 2">
  <p:cSld name="TITLE_ONLY_2_1_1">
    <p:spTree>
      <p:nvGrpSpPr>
        <p:cNvPr id="1" name="Shape 201"/>
        <p:cNvGrpSpPr/>
        <p:nvPr/>
      </p:nvGrpSpPr>
      <p:grpSpPr>
        <a:xfrm>
          <a:off x="0" y="0"/>
          <a:ext cx="0" cy="0"/>
          <a:chOff x="0" y="0"/>
          <a:chExt cx="0" cy="0"/>
        </a:xfrm>
      </p:grpSpPr>
      <p:sp>
        <p:nvSpPr>
          <p:cNvPr id="202" name="Google Shape;202;p30"/>
          <p:cNvSpPr txBox="1">
            <a:spLocks noGrp="1"/>
          </p:cNvSpPr>
          <p:nvPr>
            <p:ph type="title"/>
          </p:nvPr>
        </p:nvSpPr>
        <p:spPr>
          <a:xfrm>
            <a:off x="651125" y="387000"/>
            <a:ext cx="755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203" name="Google Shape;203;p30"/>
          <p:cNvSpPr/>
          <p:nvPr/>
        </p:nvSpPr>
        <p:spPr>
          <a:xfrm rot="-8513799" flipH="1">
            <a:off x="-545607" y="2639480"/>
            <a:ext cx="8479000" cy="6851786"/>
          </a:xfrm>
          <a:custGeom>
            <a:avLst/>
            <a:gdLst/>
            <a:ahLst/>
            <a:cxnLst/>
            <a:rect l="l" t="t" r="r" b="b"/>
            <a:pathLst>
              <a:path w="133911" h="108212" extrusionOk="0">
                <a:moveTo>
                  <a:pt x="0" y="0"/>
                </a:moveTo>
                <a:lnTo>
                  <a:pt x="0" y="42204"/>
                </a:lnTo>
                <a:cubicBezTo>
                  <a:pt x="3818" y="43536"/>
                  <a:pt x="7871" y="44406"/>
                  <a:pt x="11781" y="45388"/>
                </a:cubicBezTo>
                <a:cubicBezTo>
                  <a:pt x="25636" y="48876"/>
                  <a:pt x="35951" y="55674"/>
                  <a:pt x="46055" y="65781"/>
                </a:cubicBezTo>
                <a:cubicBezTo>
                  <a:pt x="56040" y="75609"/>
                  <a:pt x="65279" y="86301"/>
                  <a:pt x="76481" y="94715"/>
                </a:cubicBezTo>
                <a:cubicBezTo>
                  <a:pt x="86775" y="102444"/>
                  <a:pt x="99184" y="108211"/>
                  <a:pt x="111961" y="108211"/>
                </a:cubicBezTo>
                <a:cubicBezTo>
                  <a:pt x="113086" y="108211"/>
                  <a:pt x="114215" y="108167"/>
                  <a:pt x="115345" y="108075"/>
                </a:cubicBezTo>
                <a:cubicBezTo>
                  <a:pt x="123384" y="107415"/>
                  <a:pt x="132405" y="102868"/>
                  <a:pt x="133282" y="94852"/>
                </a:cubicBezTo>
                <a:cubicBezTo>
                  <a:pt x="133911" y="89102"/>
                  <a:pt x="129964" y="83730"/>
                  <a:pt x="125199" y="80454"/>
                </a:cubicBezTo>
                <a:cubicBezTo>
                  <a:pt x="120432" y="77180"/>
                  <a:pt x="114814" y="75404"/>
                  <a:pt x="109700" y="72707"/>
                </a:cubicBezTo>
                <a:cubicBezTo>
                  <a:pt x="95166" y="65048"/>
                  <a:pt x="85158" y="49434"/>
                  <a:pt x="84273" y="33034"/>
                </a:cubicBezTo>
                <a:cubicBezTo>
                  <a:pt x="83908" y="26298"/>
                  <a:pt x="84951" y="19358"/>
                  <a:pt x="82926" y="12924"/>
                </a:cubicBezTo>
                <a:cubicBezTo>
                  <a:pt x="81214" y="7484"/>
                  <a:pt x="77652" y="3267"/>
                  <a:pt x="731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 two columns 3">
  <p:cSld name="CUSTOM_5">
    <p:spTree>
      <p:nvGrpSpPr>
        <p:cNvPr id="1" name="Shape 204"/>
        <p:cNvGrpSpPr/>
        <p:nvPr/>
      </p:nvGrpSpPr>
      <p:grpSpPr>
        <a:xfrm>
          <a:off x="0" y="0"/>
          <a:ext cx="0" cy="0"/>
          <a:chOff x="0" y="0"/>
          <a:chExt cx="0" cy="0"/>
        </a:xfrm>
      </p:grpSpPr>
      <p:sp>
        <p:nvSpPr>
          <p:cNvPr id="205" name="Google Shape;205;p31"/>
          <p:cNvSpPr txBox="1">
            <a:spLocks noGrp="1"/>
          </p:cNvSpPr>
          <p:nvPr>
            <p:ph type="body" idx="1"/>
          </p:nvPr>
        </p:nvSpPr>
        <p:spPr>
          <a:xfrm>
            <a:off x="1438137" y="1835250"/>
            <a:ext cx="2880000" cy="2262300"/>
          </a:xfrm>
          <a:prstGeom prst="rect">
            <a:avLst/>
          </a:prstGeom>
          <a:solidFill>
            <a:schemeClr val="lt2"/>
          </a:solidFill>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17500" rtl="0">
              <a:spcBef>
                <a:spcPts val="10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206" name="Google Shape;206;p31"/>
          <p:cNvSpPr txBox="1">
            <a:spLocks noGrp="1"/>
          </p:cNvSpPr>
          <p:nvPr>
            <p:ph type="body" idx="2"/>
          </p:nvPr>
        </p:nvSpPr>
        <p:spPr>
          <a:xfrm>
            <a:off x="4825852" y="1835250"/>
            <a:ext cx="2880000" cy="2262300"/>
          </a:xfrm>
          <a:prstGeom prst="rect">
            <a:avLst/>
          </a:prstGeom>
          <a:solidFill>
            <a:schemeClr val="lt2"/>
          </a:solidFill>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17500" rtl="0">
              <a:spcBef>
                <a:spcPts val="10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207" name="Google Shape;207;p31"/>
          <p:cNvSpPr/>
          <p:nvPr/>
        </p:nvSpPr>
        <p:spPr>
          <a:xfrm rot="10800000">
            <a:off x="6417071" y="-40302"/>
            <a:ext cx="2726929" cy="1753978"/>
          </a:xfrm>
          <a:custGeom>
            <a:avLst/>
            <a:gdLst/>
            <a:ahLst/>
            <a:cxnLst/>
            <a:rect l="l" t="t" r="r" b="b"/>
            <a:pathLst>
              <a:path w="88760" h="57091" extrusionOk="0">
                <a:moveTo>
                  <a:pt x="0" y="1"/>
                </a:moveTo>
                <a:lnTo>
                  <a:pt x="0" y="57091"/>
                </a:lnTo>
                <a:lnTo>
                  <a:pt x="88760" y="57091"/>
                </a:lnTo>
                <a:cubicBezTo>
                  <a:pt x="84783" y="50112"/>
                  <a:pt x="79478" y="44017"/>
                  <a:pt x="71884" y="42242"/>
                </a:cubicBezTo>
                <a:cubicBezTo>
                  <a:pt x="70062" y="41817"/>
                  <a:pt x="68215" y="41675"/>
                  <a:pt x="66355" y="41675"/>
                </a:cubicBezTo>
                <a:cubicBezTo>
                  <a:pt x="62569" y="41675"/>
                  <a:pt x="58726" y="42265"/>
                  <a:pt x="54915" y="42265"/>
                </a:cubicBezTo>
                <a:cubicBezTo>
                  <a:pt x="54182" y="42265"/>
                  <a:pt x="53451" y="42243"/>
                  <a:pt x="52722" y="42191"/>
                </a:cubicBezTo>
                <a:cubicBezTo>
                  <a:pt x="45762" y="41698"/>
                  <a:pt x="39053" y="38328"/>
                  <a:pt x="34504" y="33042"/>
                </a:cubicBezTo>
                <a:cubicBezTo>
                  <a:pt x="30003" y="27817"/>
                  <a:pt x="27712" y="21062"/>
                  <a:pt x="23829" y="15366"/>
                </a:cubicBezTo>
                <a:cubicBezTo>
                  <a:pt x="18357" y="7336"/>
                  <a:pt x="9510" y="1912"/>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1"/>
          <p:cNvSpPr/>
          <p:nvPr/>
        </p:nvSpPr>
        <p:spPr>
          <a:xfrm>
            <a:off x="-1" y="3825625"/>
            <a:ext cx="2043477" cy="1314235"/>
          </a:xfrm>
          <a:custGeom>
            <a:avLst/>
            <a:gdLst/>
            <a:ahLst/>
            <a:cxnLst/>
            <a:rect l="l" t="t" r="r" b="b"/>
            <a:pathLst>
              <a:path w="88760" h="57091" extrusionOk="0">
                <a:moveTo>
                  <a:pt x="0" y="1"/>
                </a:moveTo>
                <a:lnTo>
                  <a:pt x="0" y="57091"/>
                </a:lnTo>
                <a:lnTo>
                  <a:pt x="88760" y="57091"/>
                </a:lnTo>
                <a:cubicBezTo>
                  <a:pt x="84783" y="50112"/>
                  <a:pt x="79478" y="44017"/>
                  <a:pt x="71884" y="42242"/>
                </a:cubicBezTo>
                <a:cubicBezTo>
                  <a:pt x="70062" y="41817"/>
                  <a:pt x="68215" y="41675"/>
                  <a:pt x="66355" y="41675"/>
                </a:cubicBezTo>
                <a:cubicBezTo>
                  <a:pt x="62569" y="41675"/>
                  <a:pt x="58726" y="42265"/>
                  <a:pt x="54915" y="42265"/>
                </a:cubicBezTo>
                <a:cubicBezTo>
                  <a:pt x="54182" y="42265"/>
                  <a:pt x="53451" y="42243"/>
                  <a:pt x="52722" y="42191"/>
                </a:cubicBezTo>
                <a:cubicBezTo>
                  <a:pt x="45762" y="41698"/>
                  <a:pt x="39053" y="38328"/>
                  <a:pt x="34504" y="33042"/>
                </a:cubicBezTo>
                <a:cubicBezTo>
                  <a:pt x="30003" y="27817"/>
                  <a:pt x="27712" y="21062"/>
                  <a:pt x="23829" y="15366"/>
                </a:cubicBezTo>
                <a:cubicBezTo>
                  <a:pt x="18357" y="7336"/>
                  <a:pt x="9510" y="1912"/>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1"/>
          <p:cNvSpPr txBox="1">
            <a:spLocks noGrp="1"/>
          </p:cNvSpPr>
          <p:nvPr>
            <p:ph type="title"/>
          </p:nvPr>
        </p:nvSpPr>
        <p:spPr>
          <a:xfrm>
            <a:off x="1438137" y="1451550"/>
            <a:ext cx="2880000" cy="3837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1800"/>
              <a:buNone/>
              <a:defRPr sz="1800"/>
            </a:lvl1pPr>
            <a:lvl2pPr lvl="1" algn="r" rtl="0">
              <a:spcBef>
                <a:spcPts val="0"/>
              </a:spcBef>
              <a:spcAft>
                <a:spcPts val="0"/>
              </a:spcAft>
              <a:buSzPts val="1800"/>
              <a:buNone/>
              <a:defRPr sz="1800"/>
            </a:lvl2pPr>
            <a:lvl3pPr lvl="2" algn="r" rtl="0">
              <a:spcBef>
                <a:spcPts val="0"/>
              </a:spcBef>
              <a:spcAft>
                <a:spcPts val="0"/>
              </a:spcAft>
              <a:buSzPts val="1800"/>
              <a:buNone/>
              <a:defRPr sz="1800"/>
            </a:lvl3pPr>
            <a:lvl4pPr lvl="3" algn="r" rtl="0">
              <a:spcBef>
                <a:spcPts val="0"/>
              </a:spcBef>
              <a:spcAft>
                <a:spcPts val="0"/>
              </a:spcAft>
              <a:buSzPts val="1800"/>
              <a:buNone/>
              <a:defRPr sz="1800"/>
            </a:lvl4pPr>
            <a:lvl5pPr lvl="4" algn="r" rtl="0">
              <a:spcBef>
                <a:spcPts val="0"/>
              </a:spcBef>
              <a:spcAft>
                <a:spcPts val="0"/>
              </a:spcAft>
              <a:buSzPts val="1800"/>
              <a:buNone/>
              <a:defRPr sz="1800"/>
            </a:lvl5pPr>
            <a:lvl6pPr lvl="5" algn="r" rtl="0">
              <a:spcBef>
                <a:spcPts val="0"/>
              </a:spcBef>
              <a:spcAft>
                <a:spcPts val="0"/>
              </a:spcAft>
              <a:buSzPts val="1800"/>
              <a:buNone/>
              <a:defRPr sz="1800"/>
            </a:lvl6pPr>
            <a:lvl7pPr lvl="6" algn="r" rtl="0">
              <a:spcBef>
                <a:spcPts val="0"/>
              </a:spcBef>
              <a:spcAft>
                <a:spcPts val="0"/>
              </a:spcAft>
              <a:buSzPts val="1800"/>
              <a:buNone/>
              <a:defRPr sz="1800"/>
            </a:lvl7pPr>
            <a:lvl8pPr lvl="7" algn="r" rtl="0">
              <a:spcBef>
                <a:spcPts val="0"/>
              </a:spcBef>
              <a:spcAft>
                <a:spcPts val="0"/>
              </a:spcAft>
              <a:buSzPts val="1800"/>
              <a:buNone/>
              <a:defRPr sz="1800"/>
            </a:lvl8pPr>
            <a:lvl9pPr lvl="8" algn="r" rtl="0">
              <a:spcBef>
                <a:spcPts val="0"/>
              </a:spcBef>
              <a:spcAft>
                <a:spcPts val="0"/>
              </a:spcAft>
              <a:buSzPts val="1800"/>
              <a:buNone/>
              <a:defRPr sz="1800"/>
            </a:lvl9pPr>
          </a:lstStyle>
          <a:p>
            <a:endParaRPr/>
          </a:p>
        </p:txBody>
      </p:sp>
      <p:sp>
        <p:nvSpPr>
          <p:cNvPr id="210" name="Google Shape;210;p31"/>
          <p:cNvSpPr txBox="1">
            <a:spLocks noGrp="1"/>
          </p:cNvSpPr>
          <p:nvPr>
            <p:ph type="title" idx="3"/>
          </p:nvPr>
        </p:nvSpPr>
        <p:spPr>
          <a:xfrm>
            <a:off x="4825853" y="1451550"/>
            <a:ext cx="2880000" cy="383700"/>
          </a:xfrm>
          <a:prstGeom prst="rect">
            <a:avLst/>
          </a:prstGeom>
          <a:solidFill>
            <a:schemeClr val="accent6"/>
          </a:solidFill>
        </p:spPr>
        <p:txBody>
          <a:bodyPr spcFirstLastPara="1" wrap="square" lIns="91425" tIns="91425" rIns="91425" bIns="91425" anchor="ctr" anchorCtr="0">
            <a:noAutofit/>
          </a:bodyPr>
          <a:lstStyle>
            <a:lvl1pPr lvl="0" algn="ctr" rtl="0">
              <a:spcBef>
                <a:spcPts val="0"/>
              </a:spcBef>
              <a:spcAft>
                <a:spcPts val="0"/>
              </a:spcAft>
              <a:buSzPts val="1800"/>
              <a:buNone/>
              <a:defRPr sz="1800">
                <a:solidFill>
                  <a:schemeClr val="lt1"/>
                </a:solidFill>
              </a:defRPr>
            </a:lvl1pPr>
            <a:lvl2pPr lvl="1" algn="r" rtl="0">
              <a:spcBef>
                <a:spcPts val="0"/>
              </a:spcBef>
              <a:spcAft>
                <a:spcPts val="0"/>
              </a:spcAft>
              <a:buSzPts val="1800"/>
              <a:buNone/>
              <a:defRPr sz="1800"/>
            </a:lvl2pPr>
            <a:lvl3pPr lvl="2" algn="r" rtl="0">
              <a:spcBef>
                <a:spcPts val="0"/>
              </a:spcBef>
              <a:spcAft>
                <a:spcPts val="0"/>
              </a:spcAft>
              <a:buSzPts val="1800"/>
              <a:buNone/>
              <a:defRPr sz="1800"/>
            </a:lvl3pPr>
            <a:lvl4pPr lvl="3" algn="r" rtl="0">
              <a:spcBef>
                <a:spcPts val="0"/>
              </a:spcBef>
              <a:spcAft>
                <a:spcPts val="0"/>
              </a:spcAft>
              <a:buSzPts val="1800"/>
              <a:buNone/>
              <a:defRPr sz="1800"/>
            </a:lvl4pPr>
            <a:lvl5pPr lvl="4" algn="r" rtl="0">
              <a:spcBef>
                <a:spcPts val="0"/>
              </a:spcBef>
              <a:spcAft>
                <a:spcPts val="0"/>
              </a:spcAft>
              <a:buSzPts val="1800"/>
              <a:buNone/>
              <a:defRPr sz="1800"/>
            </a:lvl5pPr>
            <a:lvl6pPr lvl="5" algn="r" rtl="0">
              <a:spcBef>
                <a:spcPts val="0"/>
              </a:spcBef>
              <a:spcAft>
                <a:spcPts val="0"/>
              </a:spcAft>
              <a:buSzPts val="1800"/>
              <a:buNone/>
              <a:defRPr sz="1800"/>
            </a:lvl6pPr>
            <a:lvl7pPr lvl="6" algn="r" rtl="0">
              <a:spcBef>
                <a:spcPts val="0"/>
              </a:spcBef>
              <a:spcAft>
                <a:spcPts val="0"/>
              </a:spcAft>
              <a:buSzPts val="1800"/>
              <a:buNone/>
              <a:defRPr sz="1800"/>
            </a:lvl7pPr>
            <a:lvl8pPr lvl="7" algn="r" rtl="0">
              <a:spcBef>
                <a:spcPts val="0"/>
              </a:spcBef>
              <a:spcAft>
                <a:spcPts val="0"/>
              </a:spcAft>
              <a:buSzPts val="1800"/>
              <a:buNone/>
              <a:defRPr sz="1800"/>
            </a:lvl8pPr>
            <a:lvl9pPr lvl="8" algn="r" rtl="0">
              <a:spcBef>
                <a:spcPts val="0"/>
              </a:spcBef>
              <a:spcAft>
                <a:spcPts val="0"/>
              </a:spcAft>
              <a:buSzPts val="1800"/>
              <a:buNone/>
              <a:defRPr sz="1800"/>
            </a:lvl9pPr>
          </a:lstStyle>
          <a:p>
            <a:endParaRPr/>
          </a:p>
        </p:txBody>
      </p:sp>
      <p:sp>
        <p:nvSpPr>
          <p:cNvPr id="211" name="Google Shape;211;p31"/>
          <p:cNvSpPr txBox="1">
            <a:spLocks noGrp="1"/>
          </p:cNvSpPr>
          <p:nvPr>
            <p:ph type="title" idx="4"/>
          </p:nvPr>
        </p:nvSpPr>
        <p:spPr>
          <a:xfrm>
            <a:off x="651125" y="387000"/>
            <a:ext cx="755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2">
  <p:cSld name="CUSTOM_6">
    <p:spTree>
      <p:nvGrpSpPr>
        <p:cNvPr id="1" name="Shape 228"/>
        <p:cNvGrpSpPr/>
        <p:nvPr/>
      </p:nvGrpSpPr>
      <p:grpSpPr>
        <a:xfrm>
          <a:off x="0" y="0"/>
          <a:ext cx="0" cy="0"/>
          <a:chOff x="0" y="0"/>
          <a:chExt cx="0" cy="0"/>
        </a:xfrm>
      </p:grpSpPr>
      <p:sp>
        <p:nvSpPr>
          <p:cNvPr id="229" name="Google Shape;229;p35"/>
          <p:cNvSpPr txBox="1">
            <a:spLocks noGrp="1"/>
          </p:cNvSpPr>
          <p:nvPr>
            <p:ph type="title" hasCustomPrompt="1"/>
          </p:nvPr>
        </p:nvSpPr>
        <p:spPr>
          <a:xfrm>
            <a:off x="311700" y="877525"/>
            <a:ext cx="8520600" cy="196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7200"/>
              <a:buNone/>
              <a:defRPr sz="7200"/>
            </a:lvl1pPr>
            <a:lvl2pPr lvl="1" algn="ctr" rtl="0">
              <a:spcBef>
                <a:spcPts val="0"/>
              </a:spcBef>
              <a:spcAft>
                <a:spcPts val="0"/>
              </a:spcAft>
              <a:buSzPts val="7200"/>
              <a:buNone/>
              <a:defRPr sz="7200"/>
            </a:lvl2pPr>
            <a:lvl3pPr lvl="2" algn="ctr" rtl="0">
              <a:spcBef>
                <a:spcPts val="0"/>
              </a:spcBef>
              <a:spcAft>
                <a:spcPts val="0"/>
              </a:spcAft>
              <a:buSzPts val="7200"/>
              <a:buNone/>
              <a:defRPr sz="7200"/>
            </a:lvl3pPr>
            <a:lvl4pPr lvl="3" algn="ctr" rtl="0">
              <a:spcBef>
                <a:spcPts val="0"/>
              </a:spcBef>
              <a:spcAft>
                <a:spcPts val="0"/>
              </a:spcAft>
              <a:buSzPts val="7200"/>
              <a:buNone/>
              <a:defRPr sz="7200"/>
            </a:lvl4pPr>
            <a:lvl5pPr lvl="4" algn="ctr" rtl="0">
              <a:spcBef>
                <a:spcPts val="0"/>
              </a:spcBef>
              <a:spcAft>
                <a:spcPts val="0"/>
              </a:spcAft>
              <a:buSzPts val="7200"/>
              <a:buNone/>
              <a:defRPr sz="7200"/>
            </a:lvl5pPr>
            <a:lvl6pPr lvl="5" algn="ctr" rtl="0">
              <a:spcBef>
                <a:spcPts val="0"/>
              </a:spcBef>
              <a:spcAft>
                <a:spcPts val="0"/>
              </a:spcAft>
              <a:buSzPts val="7200"/>
              <a:buNone/>
              <a:defRPr sz="7200"/>
            </a:lvl6pPr>
            <a:lvl7pPr lvl="6" algn="ctr" rtl="0">
              <a:spcBef>
                <a:spcPts val="0"/>
              </a:spcBef>
              <a:spcAft>
                <a:spcPts val="0"/>
              </a:spcAft>
              <a:buSzPts val="7200"/>
              <a:buNone/>
              <a:defRPr sz="7200"/>
            </a:lvl7pPr>
            <a:lvl8pPr lvl="7" algn="ctr" rtl="0">
              <a:spcBef>
                <a:spcPts val="0"/>
              </a:spcBef>
              <a:spcAft>
                <a:spcPts val="0"/>
              </a:spcAft>
              <a:buSzPts val="7200"/>
              <a:buNone/>
              <a:defRPr sz="7200"/>
            </a:lvl8pPr>
            <a:lvl9pPr lvl="8" algn="ctr" rtl="0">
              <a:spcBef>
                <a:spcPts val="0"/>
              </a:spcBef>
              <a:spcAft>
                <a:spcPts val="0"/>
              </a:spcAft>
              <a:buSzPts val="7200"/>
              <a:buNone/>
              <a:defRPr sz="7200"/>
            </a:lvl9pPr>
          </a:lstStyle>
          <a:p>
            <a:r>
              <a:t>xx%</a:t>
            </a:r>
          </a:p>
        </p:txBody>
      </p:sp>
      <p:sp>
        <p:nvSpPr>
          <p:cNvPr id="230" name="Google Shape;230;p35"/>
          <p:cNvSpPr txBox="1">
            <a:spLocks noGrp="1"/>
          </p:cNvSpPr>
          <p:nvPr>
            <p:ph type="body" idx="1"/>
          </p:nvPr>
        </p:nvSpPr>
        <p:spPr>
          <a:xfrm>
            <a:off x="311700" y="2771225"/>
            <a:ext cx="8520600" cy="13008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231" name="Google Shape;231;p35"/>
          <p:cNvSpPr txBox="1">
            <a:spLocks noGrp="1"/>
          </p:cNvSpPr>
          <p:nvPr>
            <p:ph type="title" idx="2"/>
          </p:nvPr>
        </p:nvSpPr>
        <p:spPr>
          <a:xfrm>
            <a:off x="651125" y="387000"/>
            <a:ext cx="755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anks + Credits">
  <p:cSld name="TITLE_ONLY_2_1_1_1_1">
    <p:spTree>
      <p:nvGrpSpPr>
        <p:cNvPr id="1" name="Shape 292"/>
        <p:cNvGrpSpPr/>
        <p:nvPr/>
      </p:nvGrpSpPr>
      <p:grpSpPr>
        <a:xfrm>
          <a:off x="0" y="0"/>
          <a:ext cx="0" cy="0"/>
          <a:chOff x="0" y="0"/>
          <a:chExt cx="0" cy="0"/>
        </a:xfrm>
      </p:grpSpPr>
      <p:sp>
        <p:nvSpPr>
          <p:cNvPr id="293" name="Google Shape;293;p42"/>
          <p:cNvSpPr/>
          <p:nvPr/>
        </p:nvSpPr>
        <p:spPr>
          <a:xfrm>
            <a:off x="311713" y="-866412"/>
            <a:ext cx="8832273" cy="2753407"/>
          </a:xfrm>
          <a:custGeom>
            <a:avLst/>
            <a:gdLst/>
            <a:ahLst/>
            <a:cxnLst/>
            <a:rect l="l" t="t" r="r" b="b"/>
            <a:pathLst>
              <a:path w="285603" h="89035" extrusionOk="0">
                <a:moveTo>
                  <a:pt x="0" y="0"/>
                </a:moveTo>
                <a:lnTo>
                  <a:pt x="0" y="20210"/>
                </a:lnTo>
                <a:cubicBezTo>
                  <a:pt x="2946" y="19770"/>
                  <a:pt x="5881" y="19552"/>
                  <a:pt x="8796" y="19552"/>
                </a:cubicBezTo>
                <a:cubicBezTo>
                  <a:pt x="17445" y="19552"/>
                  <a:pt x="25917" y="21474"/>
                  <a:pt x="33981" y="25229"/>
                </a:cubicBezTo>
                <a:cubicBezTo>
                  <a:pt x="67282" y="40733"/>
                  <a:pt x="93319" y="84631"/>
                  <a:pt x="130925" y="88727"/>
                </a:cubicBezTo>
                <a:cubicBezTo>
                  <a:pt x="132783" y="88929"/>
                  <a:pt x="134668" y="89035"/>
                  <a:pt x="136584" y="89035"/>
                </a:cubicBezTo>
                <a:cubicBezTo>
                  <a:pt x="142678" y="89035"/>
                  <a:pt x="149080" y="87969"/>
                  <a:pt x="155863" y="85573"/>
                </a:cubicBezTo>
                <a:cubicBezTo>
                  <a:pt x="187886" y="74267"/>
                  <a:pt x="210402" y="49453"/>
                  <a:pt x="246426" y="47790"/>
                </a:cubicBezTo>
                <a:cubicBezTo>
                  <a:pt x="247649" y="47733"/>
                  <a:pt x="248870" y="47705"/>
                  <a:pt x="250091" y="47705"/>
                </a:cubicBezTo>
                <a:cubicBezTo>
                  <a:pt x="262448" y="47705"/>
                  <a:pt x="274635" y="50597"/>
                  <a:pt x="285603" y="56271"/>
                </a:cubicBezTo>
                <a:lnTo>
                  <a:pt x="2856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42"/>
          <p:cNvSpPr/>
          <p:nvPr/>
        </p:nvSpPr>
        <p:spPr>
          <a:xfrm>
            <a:off x="13" y="-866412"/>
            <a:ext cx="3520185" cy="2844623"/>
          </a:xfrm>
          <a:custGeom>
            <a:avLst/>
            <a:gdLst/>
            <a:ahLst/>
            <a:cxnLst/>
            <a:rect l="l" t="t" r="r" b="b"/>
            <a:pathLst>
              <a:path w="133911" h="108212" extrusionOk="0">
                <a:moveTo>
                  <a:pt x="0" y="0"/>
                </a:moveTo>
                <a:lnTo>
                  <a:pt x="0" y="42204"/>
                </a:lnTo>
                <a:cubicBezTo>
                  <a:pt x="3818" y="43536"/>
                  <a:pt x="7871" y="44406"/>
                  <a:pt x="11781" y="45388"/>
                </a:cubicBezTo>
                <a:cubicBezTo>
                  <a:pt x="25636" y="48876"/>
                  <a:pt x="35951" y="55674"/>
                  <a:pt x="46055" y="65781"/>
                </a:cubicBezTo>
                <a:cubicBezTo>
                  <a:pt x="56040" y="75609"/>
                  <a:pt x="65279" y="86301"/>
                  <a:pt x="76481" y="94715"/>
                </a:cubicBezTo>
                <a:cubicBezTo>
                  <a:pt x="86775" y="102444"/>
                  <a:pt x="99184" y="108211"/>
                  <a:pt x="111961" y="108211"/>
                </a:cubicBezTo>
                <a:cubicBezTo>
                  <a:pt x="113086" y="108211"/>
                  <a:pt x="114215" y="108167"/>
                  <a:pt x="115345" y="108075"/>
                </a:cubicBezTo>
                <a:cubicBezTo>
                  <a:pt x="123384" y="107415"/>
                  <a:pt x="132405" y="102868"/>
                  <a:pt x="133282" y="94852"/>
                </a:cubicBezTo>
                <a:cubicBezTo>
                  <a:pt x="133911" y="89102"/>
                  <a:pt x="129964" y="83730"/>
                  <a:pt x="125199" y="80454"/>
                </a:cubicBezTo>
                <a:cubicBezTo>
                  <a:pt x="120432" y="77180"/>
                  <a:pt x="114814" y="75404"/>
                  <a:pt x="109700" y="72707"/>
                </a:cubicBezTo>
                <a:cubicBezTo>
                  <a:pt x="95166" y="65048"/>
                  <a:pt x="85158" y="49434"/>
                  <a:pt x="84273" y="33034"/>
                </a:cubicBezTo>
                <a:cubicBezTo>
                  <a:pt x="83908" y="26298"/>
                  <a:pt x="84951" y="19358"/>
                  <a:pt x="82926" y="12924"/>
                </a:cubicBezTo>
                <a:cubicBezTo>
                  <a:pt x="81214" y="7484"/>
                  <a:pt x="77652" y="3267"/>
                  <a:pt x="731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42"/>
          <p:cNvSpPr/>
          <p:nvPr/>
        </p:nvSpPr>
        <p:spPr>
          <a:xfrm>
            <a:off x="4988755" y="-212940"/>
            <a:ext cx="4155214" cy="2191073"/>
          </a:xfrm>
          <a:custGeom>
            <a:avLst/>
            <a:gdLst/>
            <a:ahLst/>
            <a:cxnLst/>
            <a:rect l="l" t="t" r="r" b="b"/>
            <a:pathLst>
              <a:path w="129820" h="68455" extrusionOk="0">
                <a:moveTo>
                  <a:pt x="103822" y="1"/>
                </a:moveTo>
                <a:cubicBezTo>
                  <a:pt x="103035" y="1"/>
                  <a:pt x="102252" y="14"/>
                  <a:pt x="101474" y="40"/>
                </a:cubicBezTo>
                <a:cubicBezTo>
                  <a:pt x="85475" y="582"/>
                  <a:pt x="69129" y="5542"/>
                  <a:pt x="57479" y="16520"/>
                </a:cubicBezTo>
                <a:cubicBezTo>
                  <a:pt x="50203" y="23373"/>
                  <a:pt x="44727" y="32509"/>
                  <a:pt x="35783" y="36976"/>
                </a:cubicBezTo>
                <a:cubicBezTo>
                  <a:pt x="28919" y="40405"/>
                  <a:pt x="20876" y="40602"/>
                  <a:pt x="13740" y="43423"/>
                </a:cubicBezTo>
                <a:cubicBezTo>
                  <a:pt x="6605" y="46244"/>
                  <a:pt x="0" y="53719"/>
                  <a:pt x="2568" y="60948"/>
                </a:cubicBezTo>
                <a:cubicBezTo>
                  <a:pt x="4468" y="66297"/>
                  <a:pt x="10123" y="68455"/>
                  <a:pt x="16048" y="68455"/>
                </a:cubicBezTo>
                <a:cubicBezTo>
                  <a:pt x="18930" y="68455"/>
                  <a:pt x="21875" y="67944"/>
                  <a:pt x="24483" y="67042"/>
                </a:cubicBezTo>
                <a:cubicBezTo>
                  <a:pt x="37083" y="62687"/>
                  <a:pt x="47154" y="53198"/>
                  <a:pt x="58747" y="46619"/>
                </a:cubicBezTo>
                <a:cubicBezTo>
                  <a:pt x="69009" y="40799"/>
                  <a:pt x="80817" y="37311"/>
                  <a:pt x="92547" y="37311"/>
                </a:cubicBezTo>
                <a:cubicBezTo>
                  <a:pt x="97419" y="37311"/>
                  <a:pt x="102278" y="37913"/>
                  <a:pt x="107006" y="39199"/>
                </a:cubicBezTo>
                <a:cubicBezTo>
                  <a:pt x="115659" y="41552"/>
                  <a:pt x="123709" y="46407"/>
                  <a:pt x="129819" y="52939"/>
                </a:cubicBezTo>
                <a:lnTo>
                  <a:pt x="129819" y="6409"/>
                </a:lnTo>
                <a:cubicBezTo>
                  <a:pt x="122400" y="1786"/>
                  <a:pt x="112880" y="1"/>
                  <a:pt x="103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42"/>
          <p:cNvSpPr txBox="1">
            <a:spLocks noGrp="1"/>
          </p:cNvSpPr>
          <p:nvPr>
            <p:ph type="title"/>
          </p:nvPr>
        </p:nvSpPr>
        <p:spPr>
          <a:xfrm>
            <a:off x="795000" y="552300"/>
            <a:ext cx="7554000" cy="109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6000"/>
              <a:buNone/>
              <a:defRPr sz="6000">
                <a:solidFill>
                  <a:schemeClr val="lt1"/>
                </a:solidFill>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297" name="Google Shape;297;p42"/>
          <p:cNvSpPr txBox="1">
            <a:spLocks noGrp="1"/>
          </p:cNvSpPr>
          <p:nvPr>
            <p:ph type="subTitle" idx="1"/>
          </p:nvPr>
        </p:nvSpPr>
        <p:spPr>
          <a:xfrm>
            <a:off x="3181950" y="2003525"/>
            <a:ext cx="2780100" cy="116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8" name="Google Shape;298;p42"/>
          <p:cNvSpPr txBox="1"/>
          <p:nvPr/>
        </p:nvSpPr>
        <p:spPr>
          <a:xfrm>
            <a:off x="3154800" y="3688275"/>
            <a:ext cx="2834400" cy="10191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a:solidFill>
                  <a:schemeClr val="dk2"/>
                </a:solidFill>
                <a:latin typeface="Fira Sans Condensed"/>
                <a:ea typeface="Fira Sans Condensed"/>
                <a:cs typeface="Fira Sans Condensed"/>
                <a:sym typeface="Fira Sans Condensed"/>
              </a:rPr>
              <a:t>CREDITS: This presentation template was created by </a:t>
            </a:r>
            <a:r>
              <a:rPr lang="en" sz="1000" b="1">
                <a:solidFill>
                  <a:schemeClr val="dk2"/>
                </a:solidFill>
                <a:uFill>
                  <a:noFill/>
                </a:uFill>
                <a:latin typeface="Fira Sans Condensed"/>
                <a:ea typeface="Fira Sans Condensed"/>
                <a:cs typeface="Fira Sans Condensed"/>
                <a:sym typeface="Fira Sans Condensed"/>
                <a:hlinkClick r:id="rId2">
                  <a:extLst>
                    <a:ext uri="{A12FA001-AC4F-418D-AE19-62706E023703}">
                      <ahyp:hlinkClr xmlns:ahyp="http://schemas.microsoft.com/office/drawing/2018/hyperlinkcolor" val="tx"/>
                    </a:ext>
                  </a:extLst>
                </a:hlinkClick>
              </a:rPr>
              <a:t>Slidesgo</a:t>
            </a:r>
            <a:r>
              <a:rPr lang="en" sz="1000">
                <a:solidFill>
                  <a:schemeClr val="dk2"/>
                </a:solidFill>
                <a:latin typeface="Fira Sans Condensed"/>
                <a:ea typeface="Fira Sans Condensed"/>
                <a:cs typeface="Fira Sans Condensed"/>
                <a:sym typeface="Fira Sans Condensed"/>
              </a:rPr>
              <a:t>, including icons by </a:t>
            </a:r>
            <a:r>
              <a:rPr lang="en" sz="1000" b="1">
                <a:solidFill>
                  <a:schemeClr val="dk2"/>
                </a:solidFill>
                <a:uFill>
                  <a:noFill/>
                </a:uFill>
                <a:latin typeface="Fira Sans Condensed"/>
                <a:ea typeface="Fira Sans Condensed"/>
                <a:cs typeface="Fira Sans Condensed"/>
                <a:sym typeface="Fira Sans Condensed"/>
                <a:hlinkClick r:id="rId3">
                  <a:extLst>
                    <a:ext uri="{A12FA001-AC4F-418D-AE19-62706E023703}">
                      <ahyp:hlinkClr xmlns:ahyp="http://schemas.microsoft.com/office/drawing/2018/hyperlinkcolor" val="tx"/>
                    </a:ext>
                  </a:extLst>
                </a:hlinkClick>
              </a:rPr>
              <a:t>Flaticon</a:t>
            </a:r>
            <a:r>
              <a:rPr lang="en" sz="1000">
                <a:solidFill>
                  <a:schemeClr val="dk2"/>
                </a:solidFill>
                <a:latin typeface="Fira Sans Condensed"/>
                <a:ea typeface="Fira Sans Condensed"/>
                <a:cs typeface="Fira Sans Condensed"/>
                <a:sym typeface="Fira Sans Condensed"/>
              </a:rPr>
              <a:t>, and infographics &amp; images by </a:t>
            </a:r>
            <a:r>
              <a:rPr lang="en" sz="1000" b="1">
                <a:solidFill>
                  <a:schemeClr val="dk2"/>
                </a:solidFill>
                <a:uFill>
                  <a:noFill/>
                </a:uFill>
                <a:latin typeface="Fira Sans Condensed"/>
                <a:ea typeface="Fira Sans Condensed"/>
                <a:cs typeface="Fira Sans Condensed"/>
                <a:sym typeface="Fira Sans Condensed"/>
                <a:hlinkClick r:id="rId4">
                  <a:extLst>
                    <a:ext uri="{A12FA001-AC4F-418D-AE19-62706E023703}">
                      <ahyp:hlinkClr xmlns:ahyp="http://schemas.microsoft.com/office/drawing/2018/hyperlinkcolor" val="tx"/>
                    </a:ext>
                  </a:extLst>
                </a:hlinkClick>
              </a:rPr>
              <a:t>Freepik</a:t>
            </a:r>
            <a:r>
              <a:rPr lang="en" sz="1000">
                <a:solidFill>
                  <a:schemeClr val="dk2"/>
                </a:solidFill>
                <a:latin typeface="Fira Sans Condensed"/>
                <a:ea typeface="Fira Sans Condensed"/>
                <a:cs typeface="Fira Sans Condensed"/>
                <a:sym typeface="Fira Sans Condensed"/>
              </a:rPr>
              <a:t>. </a:t>
            </a:r>
            <a:endParaRPr sz="1000">
              <a:solidFill>
                <a:schemeClr val="dk2"/>
              </a:solidFill>
              <a:latin typeface="Fira Sans Condensed"/>
              <a:ea typeface="Fira Sans Condensed"/>
              <a:cs typeface="Fira Sans Condensed"/>
              <a:sym typeface="Fira Sans Condensed"/>
            </a:endParaRPr>
          </a:p>
          <a:p>
            <a:pPr marL="0" lvl="0" indent="0" algn="ctr" rtl="0">
              <a:spcBef>
                <a:spcPts val="300"/>
              </a:spcBef>
              <a:spcAft>
                <a:spcPts val="0"/>
              </a:spcAft>
              <a:buNone/>
            </a:pPr>
            <a:endParaRPr sz="1000" b="1">
              <a:solidFill>
                <a:schemeClr val="dk2"/>
              </a:solidFill>
              <a:latin typeface="Fira Sans Condensed"/>
              <a:ea typeface="Fira Sans Condensed"/>
              <a:cs typeface="Fira Sans Condensed"/>
              <a:sym typeface="Fira Sans Condense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800"/>
              <a:buFont typeface="Fira Sans Condensed Black"/>
              <a:buNone/>
              <a:defRPr sz="2800">
                <a:solidFill>
                  <a:schemeClr val="dk2"/>
                </a:solidFill>
                <a:latin typeface="Fira Sans Condensed Black"/>
                <a:ea typeface="Fira Sans Condensed Black"/>
                <a:cs typeface="Fira Sans Condensed Black"/>
                <a:sym typeface="Fira Sans Condensed Black"/>
              </a:defRPr>
            </a:lvl1pPr>
            <a:lvl2pPr lvl="1">
              <a:spcBef>
                <a:spcPts val="0"/>
              </a:spcBef>
              <a:spcAft>
                <a:spcPts val="0"/>
              </a:spcAft>
              <a:buClr>
                <a:schemeClr val="dk2"/>
              </a:buClr>
              <a:buSzPts val="2800"/>
              <a:buFont typeface="Fira Sans Condensed Black"/>
              <a:buNone/>
              <a:defRPr sz="2800">
                <a:solidFill>
                  <a:schemeClr val="dk2"/>
                </a:solidFill>
                <a:latin typeface="Fira Sans Condensed Black"/>
                <a:ea typeface="Fira Sans Condensed Black"/>
                <a:cs typeface="Fira Sans Condensed Black"/>
                <a:sym typeface="Fira Sans Condensed Black"/>
              </a:defRPr>
            </a:lvl2pPr>
            <a:lvl3pPr lvl="2">
              <a:spcBef>
                <a:spcPts val="0"/>
              </a:spcBef>
              <a:spcAft>
                <a:spcPts val="0"/>
              </a:spcAft>
              <a:buClr>
                <a:schemeClr val="dk2"/>
              </a:buClr>
              <a:buSzPts val="2800"/>
              <a:buFont typeface="Fira Sans Condensed Black"/>
              <a:buNone/>
              <a:defRPr sz="2800">
                <a:solidFill>
                  <a:schemeClr val="dk2"/>
                </a:solidFill>
                <a:latin typeface="Fira Sans Condensed Black"/>
                <a:ea typeface="Fira Sans Condensed Black"/>
                <a:cs typeface="Fira Sans Condensed Black"/>
                <a:sym typeface="Fira Sans Condensed Black"/>
              </a:defRPr>
            </a:lvl3pPr>
            <a:lvl4pPr lvl="3">
              <a:spcBef>
                <a:spcPts val="0"/>
              </a:spcBef>
              <a:spcAft>
                <a:spcPts val="0"/>
              </a:spcAft>
              <a:buClr>
                <a:schemeClr val="dk2"/>
              </a:buClr>
              <a:buSzPts val="2800"/>
              <a:buFont typeface="Fira Sans Condensed Black"/>
              <a:buNone/>
              <a:defRPr sz="2800">
                <a:solidFill>
                  <a:schemeClr val="dk2"/>
                </a:solidFill>
                <a:latin typeface="Fira Sans Condensed Black"/>
                <a:ea typeface="Fira Sans Condensed Black"/>
                <a:cs typeface="Fira Sans Condensed Black"/>
                <a:sym typeface="Fira Sans Condensed Black"/>
              </a:defRPr>
            </a:lvl4pPr>
            <a:lvl5pPr lvl="4">
              <a:spcBef>
                <a:spcPts val="0"/>
              </a:spcBef>
              <a:spcAft>
                <a:spcPts val="0"/>
              </a:spcAft>
              <a:buClr>
                <a:schemeClr val="dk2"/>
              </a:buClr>
              <a:buSzPts val="2800"/>
              <a:buFont typeface="Fira Sans Condensed Black"/>
              <a:buNone/>
              <a:defRPr sz="2800">
                <a:solidFill>
                  <a:schemeClr val="dk2"/>
                </a:solidFill>
                <a:latin typeface="Fira Sans Condensed Black"/>
                <a:ea typeface="Fira Sans Condensed Black"/>
                <a:cs typeface="Fira Sans Condensed Black"/>
                <a:sym typeface="Fira Sans Condensed Black"/>
              </a:defRPr>
            </a:lvl5pPr>
            <a:lvl6pPr lvl="5">
              <a:spcBef>
                <a:spcPts val="0"/>
              </a:spcBef>
              <a:spcAft>
                <a:spcPts val="0"/>
              </a:spcAft>
              <a:buClr>
                <a:schemeClr val="dk2"/>
              </a:buClr>
              <a:buSzPts val="2800"/>
              <a:buFont typeface="Fira Sans Condensed Black"/>
              <a:buNone/>
              <a:defRPr sz="2800">
                <a:solidFill>
                  <a:schemeClr val="dk2"/>
                </a:solidFill>
                <a:latin typeface="Fira Sans Condensed Black"/>
                <a:ea typeface="Fira Sans Condensed Black"/>
                <a:cs typeface="Fira Sans Condensed Black"/>
                <a:sym typeface="Fira Sans Condensed Black"/>
              </a:defRPr>
            </a:lvl6pPr>
            <a:lvl7pPr lvl="6">
              <a:spcBef>
                <a:spcPts val="0"/>
              </a:spcBef>
              <a:spcAft>
                <a:spcPts val="0"/>
              </a:spcAft>
              <a:buClr>
                <a:schemeClr val="dk2"/>
              </a:buClr>
              <a:buSzPts val="2800"/>
              <a:buFont typeface="Fira Sans Condensed Black"/>
              <a:buNone/>
              <a:defRPr sz="2800">
                <a:solidFill>
                  <a:schemeClr val="dk2"/>
                </a:solidFill>
                <a:latin typeface="Fira Sans Condensed Black"/>
                <a:ea typeface="Fira Sans Condensed Black"/>
                <a:cs typeface="Fira Sans Condensed Black"/>
                <a:sym typeface="Fira Sans Condensed Black"/>
              </a:defRPr>
            </a:lvl7pPr>
            <a:lvl8pPr lvl="7">
              <a:spcBef>
                <a:spcPts val="0"/>
              </a:spcBef>
              <a:spcAft>
                <a:spcPts val="0"/>
              </a:spcAft>
              <a:buClr>
                <a:schemeClr val="dk2"/>
              </a:buClr>
              <a:buSzPts val="2800"/>
              <a:buFont typeface="Fira Sans Condensed Black"/>
              <a:buNone/>
              <a:defRPr sz="2800">
                <a:solidFill>
                  <a:schemeClr val="dk2"/>
                </a:solidFill>
                <a:latin typeface="Fira Sans Condensed Black"/>
                <a:ea typeface="Fira Sans Condensed Black"/>
                <a:cs typeface="Fira Sans Condensed Black"/>
                <a:sym typeface="Fira Sans Condensed Black"/>
              </a:defRPr>
            </a:lvl8pPr>
            <a:lvl9pPr lvl="8">
              <a:spcBef>
                <a:spcPts val="0"/>
              </a:spcBef>
              <a:spcAft>
                <a:spcPts val="0"/>
              </a:spcAft>
              <a:buClr>
                <a:schemeClr val="dk2"/>
              </a:buClr>
              <a:buSzPts val="2800"/>
              <a:buFont typeface="Fira Sans Condensed Black"/>
              <a:buNone/>
              <a:defRPr sz="2800">
                <a:solidFill>
                  <a:schemeClr val="dk2"/>
                </a:solidFill>
                <a:latin typeface="Fira Sans Condensed Black"/>
                <a:ea typeface="Fira Sans Condensed Black"/>
                <a:cs typeface="Fira Sans Condensed Black"/>
                <a:sym typeface="Fira Sans Condensed Black"/>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Fira Sans Condensed"/>
              <a:buChar char="●"/>
              <a:defRPr sz="1800">
                <a:solidFill>
                  <a:schemeClr val="dk2"/>
                </a:solidFill>
                <a:latin typeface="Fira Sans Condensed"/>
                <a:ea typeface="Fira Sans Condensed"/>
                <a:cs typeface="Fira Sans Condensed"/>
                <a:sym typeface="Fira Sans Condensed"/>
              </a:defRPr>
            </a:lvl1pPr>
            <a:lvl2pPr marL="914400" lvl="1" indent="-317500">
              <a:lnSpc>
                <a:spcPct val="100000"/>
              </a:lnSpc>
              <a:spcBef>
                <a:spcPts val="1600"/>
              </a:spcBef>
              <a:spcAft>
                <a:spcPts val="0"/>
              </a:spcAft>
              <a:buClr>
                <a:schemeClr val="dk2"/>
              </a:buClr>
              <a:buSzPts val="1400"/>
              <a:buFont typeface="Fira Sans Condensed"/>
              <a:buChar char="○"/>
              <a:defRPr>
                <a:solidFill>
                  <a:schemeClr val="dk2"/>
                </a:solidFill>
                <a:latin typeface="Fira Sans Condensed"/>
                <a:ea typeface="Fira Sans Condensed"/>
                <a:cs typeface="Fira Sans Condensed"/>
                <a:sym typeface="Fira Sans Condensed"/>
              </a:defRPr>
            </a:lvl2pPr>
            <a:lvl3pPr marL="1371600" lvl="2" indent="-317500">
              <a:lnSpc>
                <a:spcPct val="100000"/>
              </a:lnSpc>
              <a:spcBef>
                <a:spcPts val="1600"/>
              </a:spcBef>
              <a:spcAft>
                <a:spcPts val="0"/>
              </a:spcAft>
              <a:buClr>
                <a:schemeClr val="dk2"/>
              </a:buClr>
              <a:buSzPts val="1400"/>
              <a:buFont typeface="Fira Sans Condensed"/>
              <a:buChar char="■"/>
              <a:defRPr>
                <a:solidFill>
                  <a:schemeClr val="dk2"/>
                </a:solidFill>
                <a:latin typeface="Fira Sans Condensed"/>
                <a:ea typeface="Fira Sans Condensed"/>
                <a:cs typeface="Fira Sans Condensed"/>
                <a:sym typeface="Fira Sans Condensed"/>
              </a:defRPr>
            </a:lvl3pPr>
            <a:lvl4pPr marL="1828800" lvl="3" indent="-317500">
              <a:lnSpc>
                <a:spcPct val="100000"/>
              </a:lnSpc>
              <a:spcBef>
                <a:spcPts val="1600"/>
              </a:spcBef>
              <a:spcAft>
                <a:spcPts val="0"/>
              </a:spcAft>
              <a:buClr>
                <a:schemeClr val="dk2"/>
              </a:buClr>
              <a:buSzPts val="1400"/>
              <a:buFont typeface="Fira Sans Condensed"/>
              <a:buChar char="●"/>
              <a:defRPr>
                <a:solidFill>
                  <a:schemeClr val="dk2"/>
                </a:solidFill>
                <a:latin typeface="Fira Sans Condensed"/>
                <a:ea typeface="Fira Sans Condensed"/>
                <a:cs typeface="Fira Sans Condensed"/>
                <a:sym typeface="Fira Sans Condensed"/>
              </a:defRPr>
            </a:lvl4pPr>
            <a:lvl5pPr marL="2286000" lvl="4" indent="-317500">
              <a:lnSpc>
                <a:spcPct val="100000"/>
              </a:lnSpc>
              <a:spcBef>
                <a:spcPts val="1600"/>
              </a:spcBef>
              <a:spcAft>
                <a:spcPts val="0"/>
              </a:spcAft>
              <a:buClr>
                <a:schemeClr val="dk2"/>
              </a:buClr>
              <a:buSzPts val="1400"/>
              <a:buFont typeface="Fira Sans Condensed"/>
              <a:buChar char="○"/>
              <a:defRPr>
                <a:solidFill>
                  <a:schemeClr val="dk2"/>
                </a:solidFill>
                <a:latin typeface="Fira Sans Condensed"/>
                <a:ea typeface="Fira Sans Condensed"/>
                <a:cs typeface="Fira Sans Condensed"/>
                <a:sym typeface="Fira Sans Condensed"/>
              </a:defRPr>
            </a:lvl5pPr>
            <a:lvl6pPr marL="2743200" lvl="5" indent="-317500">
              <a:lnSpc>
                <a:spcPct val="100000"/>
              </a:lnSpc>
              <a:spcBef>
                <a:spcPts val="1600"/>
              </a:spcBef>
              <a:spcAft>
                <a:spcPts val="0"/>
              </a:spcAft>
              <a:buClr>
                <a:schemeClr val="dk2"/>
              </a:buClr>
              <a:buSzPts val="1400"/>
              <a:buFont typeface="Fira Sans Condensed"/>
              <a:buChar char="■"/>
              <a:defRPr>
                <a:solidFill>
                  <a:schemeClr val="dk2"/>
                </a:solidFill>
                <a:latin typeface="Fira Sans Condensed"/>
                <a:ea typeface="Fira Sans Condensed"/>
                <a:cs typeface="Fira Sans Condensed"/>
                <a:sym typeface="Fira Sans Condensed"/>
              </a:defRPr>
            </a:lvl6pPr>
            <a:lvl7pPr marL="3200400" lvl="6" indent="-317500">
              <a:lnSpc>
                <a:spcPct val="100000"/>
              </a:lnSpc>
              <a:spcBef>
                <a:spcPts val="1600"/>
              </a:spcBef>
              <a:spcAft>
                <a:spcPts val="0"/>
              </a:spcAft>
              <a:buClr>
                <a:schemeClr val="dk2"/>
              </a:buClr>
              <a:buSzPts val="1400"/>
              <a:buFont typeface="Fira Sans Condensed"/>
              <a:buChar char="●"/>
              <a:defRPr>
                <a:solidFill>
                  <a:schemeClr val="dk2"/>
                </a:solidFill>
                <a:latin typeface="Fira Sans Condensed"/>
                <a:ea typeface="Fira Sans Condensed"/>
                <a:cs typeface="Fira Sans Condensed"/>
                <a:sym typeface="Fira Sans Condensed"/>
              </a:defRPr>
            </a:lvl7pPr>
            <a:lvl8pPr marL="3657600" lvl="7" indent="-317500">
              <a:lnSpc>
                <a:spcPct val="100000"/>
              </a:lnSpc>
              <a:spcBef>
                <a:spcPts val="1600"/>
              </a:spcBef>
              <a:spcAft>
                <a:spcPts val="0"/>
              </a:spcAft>
              <a:buClr>
                <a:schemeClr val="dk2"/>
              </a:buClr>
              <a:buSzPts val="1400"/>
              <a:buFont typeface="Fira Sans Condensed"/>
              <a:buChar char="○"/>
              <a:defRPr>
                <a:solidFill>
                  <a:schemeClr val="dk2"/>
                </a:solidFill>
                <a:latin typeface="Fira Sans Condensed"/>
                <a:ea typeface="Fira Sans Condensed"/>
                <a:cs typeface="Fira Sans Condensed"/>
                <a:sym typeface="Fira Sans Condensed"/>
              </a:defRPr>
            </a:lvl8pPr>
            <a:lvl9pPr marL="4114800" lvl="8" indent="-317500">
              <a:lnSpc>
                <a:spcPct val="100000"/>
              </a:lnSpc>
              <a:spcBef>
                <a:spcPts val="1600"/>
              </a:spcBef>
              <a:spcAft>
                <a:spcPts val="1600"/>
              </a:spcAft>
              <a:buClr>
                <a:schemeClr val="dk2"/>
              </a:buClr>
              <a:buSzPts val="1400"/>
              <a:buFont typeface="Fira Sans Condensed"/>
              <a:buChar char="■"/>
              <a:defRPr>
                <a:solidFill>
                  <a:schemeClr val="dk2"/>
                </a:solidFill>
                <a:latin typeface="Fira Sans Condensed"/>
                <a:ea typeface="Fira Sans Condensed"/>
                <a:cs typeface="Fira Sans Condensed"/>
                <a:sym typeface="Fira Sans Condense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8" r:id="rId4"/>
    <p:sldLayoutId id="2147483661" r:id="rId5"/>
    <p:sldLayoutId id="2147483662" r:id="rId6"/>
    <p:sldLayoutId id="2147483663" r:id="rId7"/>
    <p:sldLayoutId id="2147483675" r:id="rId8"/>
    <p:sldLayoutId id="2147483676" r:id="rId9"/>
    <p:sldLayoutId id="2147483677" r:id="rId10"/>
    <p:sldLayoutId id="2147483681" r:id="rId11"/>
    <p:sldLayoutId id="2147483688" r:id="rId12"/>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2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7.png"/><Relationship Id="rId7" Type="http://schemas.openxmlformats.org/officeDocument/2006/relationships/hyperlink" Target="https://www.linkedin.com/in/vlad-koval-614976a4/" TargetMode="External"/><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hyperlink" Target="https://github.com/koval-vlad" TargetMode="External"/><Relationship Id="rId5" Type="http://schemas.openxmlformats.org/officeDocument/2006/relationships/hyperlink" Target="https://koval-vlad-portfolio.vercel.app/" TargetMode="External"/><Relationship Id="rId4" Type="http://schemas.openxmlformats.org/officeDocument/2006/relationships/hyperlink" Target="mailto:vkoval@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48"/>
          <p:cNvSpPr txBox="1">
            <a:spLocks noGrp="1"/>
          </p:cNvSpPr>
          <p:nvPr>
            <p:ph type="ctrTitle"/>
          </p:nvPr>
        </p:nvSpPr>
        <p:spPr>
          <a:xfrm>
            <a:off x="311700" y="3080425"/>
            <a:ext cx="8520600" cy="936000"/>
          </a:xfrm>
          <a:prstGeom prst="rect">
            <a:avLst/>
          </a:prstGeom>
        </p:spPr>
        <p:txBody>
          <a:bodyPr spcFirstLastPara="1" wrap="square" lIns="91425" tIns="91425" rIns="91425" bIns="91425" anchor="b" anchorCtr="0">
            <a:noAutofit/>
          </a:bodyPr>
          <a:lstStyle/>
          <a:p>
            <a:r>
              <a:rPr lang="en-US" b="1" dirty="0"/>
              <a:t>Email Redactor AI</a:t>
            </a:r>
          </a:p>
        </p:txBody>
      </p:sp>
      <p:sp>
        <p:nvSpPr>
          <p:cNvPr id="317" name="Google Shape;317;p48"/>
          <p:cNvSpPr txBox="1">
            <a:spLocks noGrp="1"/>
          </p:cNvSpPr>
          <p:nvPr>
            <p:ph type="subTitle" idx="1"/>
          </p:nvPr>
        </p:nvSpPr>
        <p:spPr>
          <a:xfrm>
            <a:off x="311700" y="39009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Reflex application presentation</a:t>
            </a:r>
            <a:endParaRPr dirty="0"/>
          </a:p>
        </p:txBody>
      </p:sp>
      <p:grpSp>
        <p:nvGrpSpPr>
          <p:cNvPr id="318" name="Google Shape;318;p48"/>
          <p:cNvGrpSpPr/>
          <p:nvPr/>
        </p:nvGrpSpPr>
        <p:grpSpPr>
          <a:xfrm>
            <a:off x="2193775" y="679075"/>
            <a:ext cx="4756450" cy="2401348"/>
            <a:chOff x="2193775" y="679075"/>
            <a:chExt cx="4756450" cy="2401348"/>
          </a:xfrm>
        </p:grpSpPr>
        <p:grpSp>
          <p:nvGrpSpPr>
            <p:cNvPr id="319" name="Google Shape;319;p48"/>
            <p:cNvGrpSpPr/>
            <p:nvPr/>
          </p:nvGrpSpPr>
          <p:grpSpPr>
            <a:xfrm>
              <a:off x="3306459" y="1274139"/>
              <a:ext cx="3403491" cy="1806284"/>
              <a:chOff x="3306459" y="1274139"/>
              <a:chExt cx="3403491" cy="1806284"/>
            </a:xfrm>
          </p:grpSpPr>
          <p:sp>
            <p:nvSpPr>
              <p:cNvPr id="320" name="Google Shape;320;p48"/>
              <p:cNvSpPr/>
              <p:nvPr/>
            </p:nvSpPr>
            <p:spPr>
              <a:xfrm>
                <a:off x="3306459" y="2712918"/>
                <a:ext cx="2302012" cy="216548"/>
              </a:xfrm>
              <a:custGeom>
                <a:avLst/>
                <a:gdLst/>
                <a:ahLst/>
                <a:cxnLst/>
                <a:rect l="l" t="t" r="r" b="b"/>
                <a:pathLst>
                  <a:path w="106624" h="10030" extrusionOk="0">
                    <a:moveTo>
                      <a:pt x="0" y="0"/>
                    </a:moveTo>
                    <a:lnTo>
                      <a:pt x="0" y="5089"/>
                    </a:lnTo>
                    <a:cubicBezTo>
                      <a:pt x="0" y="7543"/>
                      <a:pt x="2652" y="10030"/>
                      <a:pt x="4796" y="10030"/>
                    </a:cubicBezTo>
                    <a:lnTo>
                      <a:pt x="103998" y="10030"/>
                    </a:lnTo>
                    <a:cubicBezTo>
                      <a:pt x="106142" y="10030"/>
                      <a:pt x="106623" y="7543"/>
                      <a:pt x="106623" y="5089"/>
                    </a:cubicBezTo>
                    <a:lnTo>
                      <a:pt x="106623" y="0"/>
                    </a:lnTo>
                    <a:close/>
                  </a:path>
                </a:pathLst>
              </a:custGeom>
              <a:solidFill>
                <a:srgbClr val="C4D4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1" name="Google Shape;321;p48"/>
              <p:cNvGrpSpPr/>
              <p:nvPr/>
            </p:nvGrpSpPr>
            <p:grpSpPr>
              <a:xfrm>
                <a:off x="3306459" y="1274139"/>
                <a:ext cx="2302012" cy="1806284"/>
                <a:chOff x="3306459" y="1274139"/>
                <a:chExt cx="2302012" cy="1806284"/>
              </a:xfrm>
            </p:grpSpPr>
            <p:sp>
              <p:nvSpPr>
                <p:cNvPr id="322" name="Google Shape;322;p48"/>
                <p:cNvSpPr/>
                <p:nvPr/>
              </p:nvSpPr>
              <p:spPr>
                <a:xfrm>
                  <a:off x="4189144" y="2805280"/>
                  <a:ext cx="536619" cy="211280"/>
                </a:xfrm>
                <a:custGeom>
                  <a:avLst/>
                  <a:gdLst/>
                  <a:ahLst/>
                  <a:cxnLst/>
                  <a:rect l="l" t="t" r="r" b="b"/>
                  <a:pathLst>
                    <a:path w="24855" h="9786" extrusionOk="0">
                      <a:moveTo>
                        <a:pt x="1" y="1"/>
                      </a:moveTo>
                      <a:lnTo>
                        <a:pt x="1" y="9786"/>
                      </a:lnTo>
                      <a:lnTo>
                        <a:pt x="24855" y="9786"/>
                      </a:lnTo>
                      <a:lnTo>
                        <a:pt x="24855" y="1"/>
                      </a:lnTo>
                      <a:close/>
                    </a:path>
                  </a:pathLst>
                </a:custGeom>
                <a:solidFill>
                  <a:srgbClr val="A1B4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48"/>
                <p:cNvSpPr/>
                <p:nvPr/>
              </p:nvSpPr>
              <p:spPr>
                <a:xfrm>
                  <a:off x="3306459" y="1274139"/>
                  <a:ext cx="2302012" cy="1655327"/>
                </a:xfrm>
                <a:custGeom>
                  <a:avLst/>
                  <a:gdLst/>
                  <a:ahLst/>
                  <a:cxnLst/>
                  <a:rect l="l" t="t" r="r" b="b"/>
                  <a:pathLst>
                    <a:path w="106624" h="76671" extrusionOk="0">
                      <a:moveTo>
                        <a:pt x="4796" y="0"/>
                      </a:moveTo>
                      <a:cubicBezTo>
                        <a:pt x="2652" y="0"/>
                        <a:pt x="0" y="1275"/>
                        <a:pt x="0" y="3976"/>
                      </a:cubicBezTo>
                      <a:lnTo>
                        <a:pt x="0" y="71730"/>
                      </a:lnTo>
                      <a:cubicBezTo>
                        <a:pt x="0" y="74184"/>
                        <a:pt x="2652" y="76671"/>
                        <a:pt x="4796" y="76671"/>
                      </a:cubicBezTo>
                      <a:lnTo>
                        <a:pt x="103998" y="76671"/>
                      </a:lnTo>
                      <a:cubicBezTo>
                        <a:pt x="106142" y="76671"/>
                        <a:pt x="106623" y="74184"/>
                        <a:pt x="106623" y="71730"/>
                      </a:cubicBezTo>
                      <a:lnTo>
                        <a:pt x="106623" y="3976"/>
                      </a:lnTo>
                      <a:cubicBezTo>
                        <a:pt x="106623" y="1275"/>
                        <a:pt x="106142" y="0"/>
                        <a:pt x="103998" y="0"/>
                      </a:cubicBezTo>
                      <a:close/>
                    </a:path>
                  </a:pathLst>
                </a:custGeom>
                <a:solidFill>
                  <a:srgbClr val="D4DD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48"/>
                <p:cNvSpPr/>
                <p:nvPr/>
              </p:nvSpPr>
              <p:spPr>
                <a:xfrm>
                  <a:off x="3369588" y="1367904"/>
                  <a:ext cx="2162152" cy="1251961"/>
                </a:xfrm>
                <a:custGeom>
                  <a:avLst/>
                  <a:gdLst/>
                  <a:ahLst/>
                  <a:cxnLst/>
                  <a:rect l="l" t="t" r="r" b="b"/>
                  <a:pathLst>
                    <a:path w="100146" h="57988" extrusionOk="0">
                      <a:moveTo>
                        <a:pt x="0" y="1"/>
                      </a:moveTo>
                      <a:lnTo>
                        <a:pt x="100145" y="1"/>
                      </a:lnTo>
                      <a:lnTo>
                        <a:pt x="100145" y="57987"/>
                      </a:lnTo>
                      <a:lnTo>
                        <a:pt x="0" y="5798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48"/>
                <p:cNvSpPr/>
                <p:nvPr/>
              </p:nvSpPr>
              <p:spPr>
                <a:xfrm>
                  <a:off x="4050342" y="3013969"/>
                  <a:ext cx="814267" cy="66454"/>
                </a:xfrm>
                <a:custGeom>
                  <a:avLst/>
                  <a:gdLst/>
                  <a:ahLst/>
                  <a:cxnLst/>
                  <a:rect l="l" t="t" r="r" b="b"/>
                  <a:pathLst>
                    <a:path w="37715" h="3078" extrusionOk="0">
                      <a:moveTo>
                        <a:pt x="1539" y="0"/>
                      </a:moveTo>
                      <a:cubicBezTo>
                        <a:pt x="689" y="0"/>
                        <a:pt x="0" y="689"/>
                        <a:pt x="0" y="1539"/>
                      </a:cubicBezTo>
                      <a:cubicBezTo>
                        <a:pt x="0" y="2390"/>
                        <a:pt x="689" y="3078"/>
                        <a:pt x="1539" y="3078"/>
                      </a:cubicBezTo>
                      <a:lnTo>
                        <a:pt x="36175" y="3078"/>
                      </a:lnTo>
                      <a:cubicBezTo>
                        <a:pt x="37026" y="3078"/>
                        <a:pt x="37713" y="2390"/>
                        <a:pt x="37715" y="1539"/>
                      </a:cubicBezTo>
                      <a:cubicBezTo>
                        <a:pt x="37713" y="689"/>
                        <a:pt x="37026" y="0"/>
                        <a:pt x="36175" y="0"/>
                      </a:cubicBezTo>
                      <a:close/>
                    </a:path>
                  </a:pathLst>
                </a:custGeom>
                <a:solidFill>
                  <a:srgbClr val="C4D4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48"/>
                <p:cNvSpPr/>
                <p:nvPr/>
              </p:nvSpPr>
              <p:spPr>
                <a:xfrm>
                  <a:off x="4405649" y="2758883"/>
                  <a:ext cx="127683" cy="121768"/>
                </a:xfrm>
                <a:custGeom>
                  <a:avLst/>
                  <a:gdLst/>
                  <a:ahLst/>
                  <a:cxnLst/>
                  <a:rect l="l" t="t" r="r" b="b"/>
                  <a:pathLst>
                    <a:path w="5914" h="5640" extrusionOk="0">
                      <a:moveTo>
                        <a:pt x="2818" y="1"/>
                      </a:moveTo>
                      <a:cubicBezTo>
                        <a:pt x="2455" y="1"/>
                        <a:pt x="2089" y="71"/>
                        <a:pt x="1741" y="215"/>
                      </a:cubicBezTo>
                      <a:cubicBezTo>
                        <a:pt x="687" y="652"/>
                        <a:pt x="1" y="1680"/>
                        <a:pt x="1" y="2820"/>
                      </a:cubicBezTo>
                      <a:cubicBezTo>
                        <a:pt x="1" y="3961"/>
                        <a:pt x="687" y="4988"/>
                        <a:pt x="1741" y="5424"/>
                      </a:cubicBezTo>
                      <a:cubicBezTo>
                        <a:pt x="2090" y="5569"/>
                        <a:pt x="2456" y="5639"/>
                        <a:pt x="2819" y="5639"/>
                      </a:cubicBezTo>
                      <a:cubicBezTo>
                        <a:pt x="3553" y="5639"/>
                        <a:pt x="4274" y="5353"/>
                        <a:pt x="4814" y="4813"/>
                      </a:cubicBezTo>
                      <a:cubicBezTo>
                        <a:pt x="5913" y="3712"/>
                        <a:pt x="5913" y="1927"/>
                        <a:pt x="4814" y="826"/>
                      </a:cubicBezTo>
                      <a:cubicBezTo>
                        <a:pt x="4274" y="287"/>
                        <a:pt x="3552" y="1"/>
                        <a:pt x="2818" y="1"/>
                      </a:cubicBezTo>
                      <a:close/>
                    </a:path>
                  </a:pathLst>
                </a:custGeom>
                <a:solidFill>
                  <a:srgbClr val="999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7" name="Google Shape;327;p48"/>
              <p:cNvGrpSpPr/>
              <p:nvPr/>
            </p:nvGrpSpPr>
            <p:grpSpPr>
              <a:xfrm>
                <a:off x="3557702" y="1673446"/>
                <a:ext cx="3152248" cy="1174496"/>
                <a:chOff x="3557702" y="1673446"/>
                <a:chExt cx="3152248" cy="1174496"/>
              </a:xfrm>
            </p:grpSpPr>
            <p:sp>
              <p:nvSpPr>
                <p:cNvPr id="328" name="Google Shape;328;p48"/>
                <p:cNvSpPr/>
                <p:nvPr/>
              </p:nvSpPr>
              <p:spPr>
                <a:xfrm>
                  <a:off x="5215965" y="1673446"/>
                  <a:ext cx="124294" cy="124272"/>
                </a:xfrm>
                <a:custGeom>
                  <a:avLst/>
                  <a:gdLst/>
                  <a:ahLst/>
                  <a:cxnLst/>
                  <a:rect l="l" t="t" r="r" b="b"/>
                  <a:pathLst>
                    <a:path w="5757" h="5756" extrusionOk="0">
                      <a:moveTo>
                        <a:pt x="2879" y="0"/>
                      </a:moveTo>
                      <a:cubicBezTo>
                        <a:pt x="1289" y="0"/>
                        <a:pt x="1" y="1289"/>
                        <a:pt x="1" y="2877"/>
                      </a:cubicBezTo>
                      <a:cubicBezTo>
                        <a:pt x="1" y="4467"/>
                        <a:pt x="1289" y="5756"/>
                        <a:pt x="2879" y="5756"/>
                      </a:cubicBezTo>
                      <a:cubicBezTo>
                        <a:pt x="4468" y="5756"/>
                        <a:pt x="5756" y="4467"/>
                        <a:pt x="5756" y="2877"/>
                      </a:cubicBezTo>
                      <a:cubicBezTo>
                        <a:pt x="5756" y="1289"/>
                        <a:pt x="4468" y="0"/>
                        <a:pt x="28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48"/>
                <p:cNvSpPr/>
                <p:nvPr/>
              </p:nvSpPr>
              <p:spPr>
                <a:xfrm>
                  <a:off x="6580777" y="2162481"/>
                  <a:ext cx="129173" cy="124294"/>
                </a:xfrm>
                <a:custGeom>
                  <a:avLst/>
                  <a:gdLst/>
                  <a:ahLst/>
                  <a:cxnLst/>
                  <a:rect l="l" t="t" r="r" b="b"/>
                  <a:pathLst>
                    <a:path w="5983" h="5757" extrusionOk="0">
                      <a:moveTo>
                        <a:pt x="3104" y="1"/>
                      </a:moveTo>
                      <a:cubicBezTo>
                        <a:pt x="1941" y="1"/>
                        <a:pt x="892" y="703"/>
                        <a:pt x="447" y="1778"/>
                      </a:cubicBezTo>
                      <a:cubicBezTo>
                        <a:pt x="1" y="2853"/>
                        <a:pt x="247" y="4091"/>
                        <a:pt x="1070" y="4914"/>
                      </a:cubicBezTo>
                      <a:cubicBezTo>
                        <a:pt x="1620" y="5465"/>
                        <a:pt x="2357" y="5757"/>
                        <a:pt x="3106" y="5757"/>
                      </a:cubicBezTo>
                      <a:cubicBezTo>
                        <a:pt x="3476" y="5757"/>
                        <a:pt x="3850" y="5685"/>
                        <a:pt x="4206" y="5538"/>
                      </a:cubicBezTo>
                      <a:cubicBezTo>
                        <a:pt x="5282" y="5092"/>
                        <a:pt x="5983" y="4044"/>
                        <a:pt x="5983" y="2879"/>
                      </a:cubicBezTo>
                      <a:cubicBezTo>
                        <a:pt x="5983" y="1289"/>
                        <a:pt x="4695" y="1"/>
                        <a:pt x="31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48"/>
                <p:cNvSpPr/>
                <p:nvPr/>
              </p:nvSpPr>
              <p:spPr>
                <a:xfrm>
                  <a:off x="3799510" y="2219155"/>
                  <a:ext cx="83877" cy="80682"/>
                </a:xfrm>
                <a:custGeom>
                  <a:avLst/>
                  <a:gdLst/>
                  <a:ahLst/>
                  <a:cxnLst/>
                  <a:rect l="l" t="t" r="r" b="b"/>
                  <a:pathLst>
                    <a:path w="3885" h="3737" extrusionOk="0">
                      <a:moveTo>
                        <a:pt x="2016" y="1"/>
                      </a:moveTo>
                      <a:cubicBezTo>
                        <a:pt x="1261" y="1"/>
                        <a:pt x="579" y="456"/>
                        <a:pt x="290" y="1154"/>
                      </a:cubicBezTo>
                      <a:cubicBezTo>
                        <a:pt x="0" y="1852"/>
                        <a:pt x="161" y="2655"/>
                        <a:pt x="695" y="3190"/>
                      </a:cubicBezTo>
                      <a:cubicBezTo>
                        <a:pt x="1053" y="3547"/>
                        <a:pt x="1530" y="3737"/>
                        <a:pt x="2016" y="3737"/>
                      </a:cubicBezTo>
                      <a:cubicBezTo>
                        <a:pt x="2256" y="3737"/>
                        <a:pt x="2499" y="3690"/>
                        <a:pt x="2730" y="3595"/>
                      </a:cubicBezTo>
                      <a:cubicBezTo>
                        <a:pt x="3428" y="3306"/>
                        <a:pt x="3884" y="2625"/>
                        <a:pt x="3884" y="1869"/>
                      </a:cubicBezTo>
                      <a:cubicBezTo>
                        <a:pt x="3883" y="837"/>
                        <a:pt x="3046" y="1"/>
                        <a:pt x="20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8"/>
                <p:cNvSpPr/>
                <p:nvPr/>
              </p:nvSpPr>
              <p:spPr>
                <a:xfrm>
                  <a:off x="3557702" y="2253914"/>
                  <a:ext cx="54623" cy="52550"/>
                </a:xfrm>
                <a:custGeom>
                  <a:avLst/>
                  <a:gdLst/>
                  <a:ahLst/>
                  <a:cxnLst/>
                  <a:rect l="l" t="t" r="r" b="b"/>
                  <a:pathLst>
                    <a:path w="2530" h="2434" extrusionOk="0">
                      <a:moveTo>
                        <a:pt x="1312" y="0"/>
                      </a:moveTo>
                      <a:cubicBezTo>
                        <a:pt x="820" y="0"/>
                        <a:pt x="377" y="298"/>
                        <a:pt x="189" y="751"/>
                      </a:cubicBezTo>
                      <a:cubicBezTo>
                        <a:pt x="0" y="1206"/>
                        <a:pt x="105" y="1730"/>
                        <a:pt x="452" y="2078"/>
                      </a:cubicBezTo>
                      <a:cubicBezTo>
                        <a:pt x="685" y="2310"/>
                        <a:pt x="996" y="2434"/>
                        <a:pt x="1313" y="2434"/>
                      </a:cubicBezTo>
                      <a:cubicBezTo>
                        <a:pt x="1470" y="2434"/>
                        <a:pt x="1628" y="2403"/>
                        <a:pt x="1779" y="2341"/>
                      </a:cubicBezTo>
                      <a:cubicBezTo>
                        <a:pt x="2234" y="2153"/>
                        <a:pt x="2530" y="1710"/>
                        <a:pt x="2530" y="1218"/>
                      </a:cubicBezTo>
                      <a:cubicBezTo>
                        <a:pt x="2530" y="545"/>
                        <a:pt x="1985" y="0"/>
                        <a:pt x="13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48"/>
                <p:cNvSpPr/>
                <p:nvPr/>
              </p:nvSpPr>
              <p:spPr>
                <a:xfrm>
                  <a:off x="4928580" y="2290553"/>
                  <a:ext cx="88843" cy="85475"/>
                </a:xfrm>
                <a:custGeom>
                  <a:avLst/>
                  <a:gdLst/>
                  <a:ahLst/>
                  <a:cxnLst/>
                  <a:rect l="l" t="t" r="r" b="b"/>
                  <a:pathLst>
                    <a:path w="4115" h="3959" extrusionOk="0">
                      <a:moveTo>
                        <a:pt x="2135" y="1"/>
                      </a:moveTo>
                      <a:cubicBezTo>
                        <a:pt x="1335" y="1"/>
                        <a:pt x="613" y="484"/>
                        <a:pt x="307" y="1223"/>
                      </a:cubicBezTo>
                      <a:cubicBezTo>
                        <a:pt x="1" y="1962"/>
                        <a:pt x="170" y="2813"/>
                        <a:pt x="735" y="3380"/>
                      </a:cubicBezTo>
                      <a:cubicBezTo>
                        <a:pt x="1114" y="3758"/>
                        <a:pt x="1621" y="3959"/>
                        <a:pt x="2136" y="3959"/>
                      </a:cubicBezTo>
                      <a:cubicBezTo>
                        <a:pt x="2390" y="3959"/>
                        <a:pt x="2647" y="3910"/>
                        <a:pt x="2892" y="3808"/>
                      </a:cubicBezTo>
                      <a:cubicBezTo>
                        <a:pt x="3633" y="3502"/>
                        <a:pt x="4114" y="2780"/>
                        <a:pt x="4114" y="1980"/>
                      </a:cubicBezTo>
                      <a:cubicBezTo>
                        <a:pt x="4114" y="887"/>
                        <a:pt x="3228" y="1"/>
                        <a:pt x="21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48"/>
                <p:cNvSpPr/>
                <p:nvPr/>
              </p:nvSpPr>
              <p:spPr>
                <a:xfrm>
                  <a:off x="5856734" y="2762467"/>
                  <a:ext cx="88843" cy="85475"/>
                </a:xfrm>
                <a:custGeom>
                  <a:avLst/>
                  <a:gdLst/>
                  <a:ahLst/>
                  <a:cxnLst/>
                  <a:rect l="l" t="t" r="r" b="b"/>
                  <a:pathLst>
                    <a:path w="4115" h="3959" extrusionOk="0">
                      <a:moveTo>
                        <a:pt x="2135" y="1"/>
                      </a:moveTo>
                      <a:cubicBezTo>
                        <a:pt x="1334" y="1"/>
                        <a:pt x="613" y="483"/>
                        <a:pt x="307" y="1223"/>
                      </a:cubicBezTo>
                      <a:cubicBezTo>
                        <a:pt x="1" y="1962"/>
                        <a:pt x="170" y="2813"/>
                        <a:pt x="735" y="3379"/>
                      </a:cubicBezTo>
                      <a:cubicBezTo>
                        <a:pt x="1114" y="3758"/>
                        <a:pt x="1621" y="3959"/>
                        <a:pt x="2135" y="3959"/>
                      </a:cubicBezTo>
                      <a:cubicBezTo>
                        <a:pt x="2390" y="3959"/>
                        <a:pt x="2647" y="3909"/>
                        <a:pt x="2892" y="3808"/>
                      </a:cubicBezTo>
                      <a:cubicBezTo>
                        <a:pt x="3631" y="3502"/>
                        <a:pt x="4114" y="2780"/>
                        <a:pt x="4114" y="1981"/>
                      </a:cubicBezTo>
                      <a:cubicBezTo>
                        <a:pt x="4114" y="887"/>
                        <a:pt x="3228" y="1"/>
                        <a:pt x="21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34" name="Google Shape;334;p48"/>
            <p:cNvSpPr/>
            <p:nvPr/>
          </p:nvSpPr>
          <p:spPr>
            <a:xfrm>
              <a:off x="5369189" y="2264882"/>
              <a:ext cx="106482" cy="51406"/>
            </a:xfrm>
            <a:custGeom>
              <a:avLst/>
              <a:gdLst/>
              <a:ahLst/>
              <a:cxnLst/>
              <a:rect l="l" t="t" r="r" b="b"/>
              <a:pathLst>
                <a:path w="4932" h="2381" extrusionOk="0">
                  <a:moveTo>
                    <a:pt x="4931" y="0"/>
                  </a:moveTo>
                  <a:lnTo>
                    <a:pt x="4931" y="0"/>
                  </a:lnTo>
                  <a:cubicBezTo>
                    <a:pt x="3627" y="626"/>
                    <a:pt x="2327" y="1260"/>
                    <a:pt x="1025" y="1891"/>
                  </a:cubicBezTo>
                  <a:cubicBezTo>
                    <a:pt x="683" y="2055"/>
                    <a:pt x="342" y="2216"/>
                    <a:pt x="0" y="2381"/>
                  </a:cubicBezTo>
                  <a:cubicBezTo>
                    <a:pt x="1866" y="2166"/>
                    <a:pt x="3603" y="1327"/>
                    <a:pt x="493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48"/>
            <p:cNvSpPr/>
            <p:nvPr/>
          </p:nvSpPr>
          <p:spPr>
            <a:xfrm>
              <a:off x="5208408" y="1997296"/>
              <a:ext cx="274193" cy="274171"/>
            </a:xfrm>
            <a:custGeom>
              <a:avLst/>
              <a:gdLst/>
              <a:ahLst/>
              <a:cxnLst/>
              <a:rect l="l" t="t" r="r" b="b"/>
              <a:pathLst>
                <a:path w="12700" h="12699" extrusionOk="0">
                  <a:moveTo>
                    <a:pt x="6349" y="0"/>
                  </a:moveTo>
                  <a:cubicBezTo>
                    <a:pt x="2842" y="0"/>
                    <a:pt x="0" y="2842"/>
                    <a:pt x="0" y="6349"/>
                  </a:cubicBezTo>
                  <a:cubicBezTo>
                    <a:pt x="0" y="9856"/>
                    <a:pt x="2842" y="12699"/>
                    <a:pt x="6349" y="12699"/>
                  </a:cubicBezTo>
                  <a:cubicBezTo>
                    <a:pt x="9856" y="12699"/>
                    <a:pt x="12699" y="9856"/>
                    <a:pt x="12699" y="6349"/>
                  </a:cubicBezTo>
                  <a:cubicBezTo>
                    <a:pt x="12699" y="2842"/>
                    <a:pt x="9856" y="0"/>
                    <a:pt x="6349" y="0"/>
                  </a:cubicBezTo>
                  <a:close/>
                </a:path>
              </a:pathLst>
            </a:custGeom>
            <a:solidFill>
              <a:srgbClr val="DA8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6" name="Google Shape;336;p48"/>
            <p:cNvGrpSpPr/>
            <p:nvPr/>
          </p:nvGrpSpPr>
          <p:grpSpPr>
            <a:xfrm>
              <a:off x="5270609" y="1920879"/>
              <a:ext cx="771346" cy="526288"/>
              <a:chOff x="5270609" y="1920879"/>
              <a:chExt cx="771346" cy="526288"/>
            </a:xfrm>
          </p:grpSpPr>
          <p:sp>
            <p:nvSpPr>
              <p:cNvPr id="337" name="Google Shape;337;p48"/>
              <p:cNvSpPr/>
              <p:nvPr/>
            </p:nvSpPr>
            <p:spPr>
              <a:xfrm>
                <a:off x="5270609" y="2101770"/>
                <a:ext cx="771346" cy="345397"/>
              </a:xfrm>
              <a:custGeom>
                <a:avLst/>
                <a:gdLst/>
                <a:ahLst/>
                <a:cxnLst/>
                <a:rect l="l" t="t" r="r" b="b"/>
                <a:pathLst>
                  <a:path w="35727" h="15998" extrusionOk="0">
                    <a:moveTo>
                      <a:pt x="222" y="1"/>
                    </a:moveTo>
                    <a:cubicBezTo>
                      <a:pt x="99" y="1"/>
                      <a:pt x="1" y="99"/>
                      <a:pt x="1" y="222"/>
                    </a:cubicBezTo>
                    <a:lnTo>
                      <a:pt x="1" y="15776"/>
                    </a:lnTo>
                    <a:cubicBezTo>
                      <a:pt x="1" y="15899"/>
                      <a:pt x="99" y="15997"/>
                      <a:pt x="222" y="15997"/>
                    </a:cubicBezTo>
                    <a:lnTo>
                      <a:pt x="35505" y="15997"/>
                    </a:lnTo>
                    <a:cubicBezTo>
                      <a:pt x="35628" y="15997"/>
                      <a:pt x="35726" y="15899"/>
                      <a:pt x="35726" y="15776"/>
                    </a:cubicBezTo>
                    <a:lnTo>
                      <a:pt x="35726" y="222"/>
                    </a:lnTo>
                    <a:cubicBezTo>
                      <a:pt x="35726" y="99"/>
                      <a:pt x="35628" y="1"/>
                      <a:pt x="35505" y="1"/>
                    </a:cubicBezTo>
                    <a:close/>
                  </a:path>
                </a:pathLst>
              </a:custGeom>
              <a:solidFill>
                <a:srgbClr val="C4D4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48"/>
              <p:cNvSpPr/>
              <p:nvPr/>
            </p:nvSpPr>
            <p:spPr>
              <a:xfrm>
                <a:off x="5569631" y="2180789"/>
                <a:ext cx="345483" cy="41215"/>
              </a:xfrm>
              <a:custGeom>
                <a:avLst/>
                <a:gdLst/>
                <a:ahLst/>
                <a:cxnLst/>
                <a:rect l="l" t="t" r="r" b="b"/>
                <a:pathLst>
                  <a:path w="16002" h="1909" extrusionOk="0">
                    <a:moveTo>
                      <a:pt x="955" y="1"/>
                    </a:moveTo>
                    <a:cubicBezTo>
                      <a:pt x="428" y="2"/>
                      <a:pt x="2" y="429"/>
                      <a:pt x="1" y="955"/>
                    </a:cubicBezTo>
                    <a:cubicBezTo>
                      <a:pt x="2" y="1482"/>
                      <a:pt x="428" y="1907"/>
                      <a:pt x="955" y="1909"/>
                    </a:cubicBezTo>
                    <a:lnTo>
                      <a:pt x="15048" y="1909"/>
                    </a:lnTo>
                    <a:cubicBezTo>
                      <a:pt x="15575" y="1907"/>
                      <a:pt x="16000" y="1482"/>
                      <a:pt x="16002" y="955"/>
                    </a:cubicBezTo>
                    <a:cubicBezTo>
                      <a:pt x="16000" y="429"/>
                      <a:pt x="15575" y="2"/>
                      <a:pt x="15048" y="1"/>
                    </a:cubicBezTo>
                    <a:close/>
                  </a:path>
                </a:pathLst>
              </a:custGeom>
              <a:solidFill>
                <a:srgbClr val="999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48"/>
              <p:cNvSpPr/>
              <p:nvPr/>
            </p:nvSpPr>
            <p:spPr>
              <a:xfrm>
                <a:off x="5569631" y="2253871"/>
                <a:ext cx="345483" cy="41258"/>
              </a:xfrm>
              <a:custGeom>
                <a:avLst/>
                <a:gdLst/>
                <a:ahLst/>
                <a:cxnLst/>
                <a:rect l="l" t="t" r="r" b="b"/>
                <a:pathLst>
                  <a:path w="16002" h="1911" extrusionOk="0">
                    <a:moveTo>
                      <a:pt x="955" y="1"/>
                    </a:moveTo>
                    <a:cubicBezTo>
                      <a:pt x="428" y="4"/>
                      <a:pt x="2" y="429"/>
                      <a:pt x="1" y="956"/>
                    </a:cubicBezTo>
                    <a:cubicBezTo>
                      <a:pt x="2" y="1482"/>
                      <a:pt x="429" y="1909"/>
                      <a:pt x="955" y="1910"/>
                    </a:cubicBezTo>
                    <a:lnTo>
                      <a:pt x="15048" y="1910"/>
                    </a:lnTo>
                    <a:cubicBezTo>
                      <a:pt x="15575" y="1909"/>
                      <a:pt x="16000" y="1482"/>
                      <a:pt x="16002" y="956"/>
                    </a:cubicBezTo>
                    <a:cubicBezTo>
                      <a:pt x="16000" y="429"/>
                      <a:pt x="15575" y="4"/>
                      <a:pt x="15048" y="1"/>
                    </a:cubicBezTo>
                    <a:close/>
                  </a:path>
                </a:pathLst>
              </a:custGeom>
              <a:solidFill>
                <a:srgbClr val="999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48"/>
              <p:cNvSpPr/>
              <p:nvPr/>
            </p:nvSpPr>
            <p:spPr>
              <a:xfrm>
                <a:off x="5569631" y="2326975"/>
                <a:ext cx="345483" cy="41237"/>
              </a:xfrm>
              <a:custGeom>
                <a:avLst/>
                <a:gdLst/>
                <a:ahLst/>
                <a:cxnLst/>
                <a:rect l="l" t="t" r="r" b="b"/>
                <a:pathLst>
                  <a:path w="16002" h="1910" extrusionOk="0">
                    <a:moveTo>
                      <a:pt x="39" y="1"/>
                    </a:moveTo>
                    <a:cubicBezTo>
                      <a:pt x="18" y="1"/>
                      <a:pt x="1" y="19"/>
                      <a:pt x="1" y="41"/>
                    </a:cubicBezTo>
                    <a:lnTo>
                      <a:pt x="1" y="1871"/>
                    </a:lnTo>
                    <a:cubicBezTo>
                      <a:pt x="1" y="1891"/>
                      <a:pt x="18" y="1909"/>
                      <a:pt x="39" y="1909"/>
                    </a:cubicBezTo>
                    <a:lnTo>
                      <a:pt x="15962" y="1909"/>
                    </a:lnTo>
                    <a:cubicBezTo>
                      <a:pt x="15984" y="1909"/>
                      <a:pt x="16002" y="1891"/>
                      <a:pt x="16002" y="1871"/>
                    </a:cubicBezTo>
                    <a:lnTo>
                      <a:pt x="16002" y="41"/>
                    </a:lnTo>
                    <a:cubicBezTo>
                      <a:pt x="16002" y="19"/>
                      <a:pt x="15984" y="1"/>
                      <a:pt x="15962" y="1"/>
                    </a:cubicBezTo>
                    <a:close/>
                  </a:path>
                </a:pathLst>
              </a:custGeom>
              <a:solidFill>
                <a:srgbClr val="999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48"/>
              <p:cNvSpPr/>
              <p:nvPr/>
            </p:nvSpPr>
            <p:spPr>
              <a:xfrm>
                <a:off x="5283235" y="1920879"/>
                <a:ext cx="360639" cy="360618"/>
              </a:xfrm>
              <a:custGeom>
                <a:avLst/>
                <a:gdLst/>
                <a:ahLst/>
                <a:cxnLst/>
                <a:rect l="l" t="t" r="r" b="b"/>
                <a:pathLst>
                  <a:path w="16704" h="16703" extrusionOk="0">
                    <a:moveTo>
                      <a:pt x="8351" y="1"/>
                    </a:moveTo>
                    <a:cubicBezTo>
                      <a:pt x="3739" y="1"/>
                      <a:pt x="1" y="3739"/>
                      <a:pt x="1" y="8352"/>
                    </a:cubicBezTo>
                    <a:cubicBezTo>
                      <a:pt x="1" y="12965"/>
                      <a:pt x="3740" y="16703"/>
                      <a:pt x="8351" y="16703"/>
                    </a:cubicBezTo>
                    <a:cubicBezTo>
                      <a:pt x="12964" y="16703"/>
                      <a:pt x="16704" y="12965"/>
                      <a:pt x="16704" y="8352"/>
                    </a:cubicBezTo>
                    <a:cubicBezTo>
                      <a:pt x="16704" y="3739"/>
                      <a:pt x="12964" y="1"/>
                      <a:pt x="8351" y="1"/>
                    </a:cubicBezTo>
                    <a:close/>
                  </a:path>
                </a:pathLst>
              </a:custGeom>
              <a:solidFill>
                <a:srgbClr val="FFCC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48"/>
              <p:cNvSpPr/>
              <p:nvPr/>
            </p:nvSpPr>
            <p:spPr>
              <a:xfrm>
                <a:off x="5331165" y="1968831"/>
                <a:ext cx="270480" cy="270458"/>
              </a:xfrm>
              <a:custGeom>
                <a:avLst/>
                <a:gdLst/>
                <a:ahLst/>
                <a:cxnLst/>
                <a:rect l="l" t="t" r="r" b="b"/>
                <a:pathLst>
                  <a:path w="12528" h="12527" extrusionOk="0">
                    <a:moveTo>
                      <a:pt x="6264" y="0"/>
                    </a:moveTo>
                    <a:cubicBezTo>
                      <a:pt x="2806" y="0"/>
                      <a:pt x="1" y="2805"/>
                      <a:pt x="1" y="6263"/>
                    </a:cubicBezTo>
                    <a:cubicBezTo>
                      <a:pt x="1" y="9722"/>
                      <a:pt x="2806" y="12527"/>
                      <a:pt x="6264" y="12527"/>
                    </a:cubicBezTo>
                    <a:cubicBezTo>
                      <a:pt x="9722" y="12527"/>
                      <a:pt x="12527" y="9722"/>
                      <a:pt x="12527" y="6263"/>
                    </a:cubicBezTo>
                    <a:cubicBezTo>
                      <a:pt x="12527" y="2805"/>
                      <a:pt x="9722" y="0"/>
                      <a:pt x="6264" y="0"/>
                    </a:cubicBezTo>
                    <a:close/>
                  </a:path>
                </a:pathLst>
              </a:custGeom>
              <a:solidFill>
                <a:srgbClr val="F0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3" name="Google Shape;343;p48"/>
            <p:cNvGrpSpPr/>
            <p:nvPr/>
          </p:nvGrpSpPr>
          <p:grpSpPr>
            <a:xfrm>
              <a:off x="3689994" y="2526121"/>
              <a:ext cx="345526" cy="187422"/>
              <a:chOff x="3689994" y="2526121"/>
              <a:chExt cx="345526" cy="187422"/>
            </a:xfrm>
          </p:grpSpPr>
          <p:sp>
            <p:nvSpPr>
              <p:cNvPr id="346" name="Google Shape;346;p48"/>
              <p:cNvSpPr/>
              <p:nvPr/>
            </p:nvSpPr>
            <p:spPr>
              <a:xfrm>
                <a:off x="3689994" y="2526121"/>
                <a:ext cx="345526" cy="41237"/>
              </a:xfrm>
              <a:custGeom>
                <a:avLst/>
                <a:gdLst/>
                <a:ahLst/>
                <a:cxnLst/>
                <a:rect l="l" t="t" r="r" b="b"/>
                <a:pathLst>
                  <a:path w="16004" h="1910" extrusionOk="0">
                    <a:moveTo>
                      <a:pt x="955" y="1"/>
                    </a:moveTo>
                    <a:cubicBezTo>
                      <a:pt x="429" y="2"/>
                      <a:pt x="2" y="428"/>
                      <a:pt x="1" y="955"/>
                    </a:cubicBezTo>
                    <a:cubicBezTo>
                      <a:pt x="2" y="1481"/>
                      <a:pt x="429" y="1908"/>
                      <a:pt x="955" y="1909"/>
                    </a:cubicBezTo>
                    <a:lnTo>
                      <a:pt x="15048" y="1909"/>
                    </a:lnTo>
                    <a:cubicBezTo>
                      <a:pt x="15575" y="1908"/>
                      <a:pt x="16001" y="1481"/>
                      <a:pt x="16003" y="955"/>
                    </a:cubicBezTo>
                    <a:cubicBezTo>
                      <a:pt x="16001" y="428"/>
                      <a:pt x="15575" y="2"/>
                      <a:pt x="150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48"/>
              <p:cNvSpPr/>
              <p:nvPr/>
            </p:nvSpPr>
            <p:spPr>
              <a:xfrm>
                <a:off x="3689994" y="2599203"/>
                <a:ext cx="345526" cy="41215"/>
              </a:xfrm>
              <a:custGeom>
                <a:avLst/>
                <a:gdLst/>
                <a:ahLst/>
                <a:cxnLst/>
                <a:rect l="l" t="t" r="r" b="b"/>
                <a:pathLst>
                  <a:path w="16004" h="1909" extrusionOk="0">
                    <a:moveTo>
                      <a:pt x="955" y="1"/>
                    </a:moveTo>
                    <a:cubicBezTo>
                      <a:pt x="429" y="2"/>
                      <a:pt x="2" y="429"/>
                      <a:pt x="1" y="955"/>
                    </a:cubicBezTo>
                    <a:cubicBezTo>
                      <a:pt x="2" y="1482"/>
                      <a:pt x="429" y="1907"/>
                      <a:pt x="955" y="1909"/>
                    </a:cubicBezTo>
                    <a:lnTo>
                      <a:pt x="15048" y="1909"/>
                    </a:lnTo>
                    <a:cubicBezTo>
                      <a:pt x="15575" y="1907"/>
                      <a:pt x="16001" y="1482"/>
                      <a:pt x="16003" y="955"/>
                    </a:cubicBezTo>
                    <a:cubicBezTo>
                      <a:pt x="16001" y="429"/>
                      <a:pt x="15575" y="2"/>
                      <a:pt x="150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48"/>
              <p:cNvSpPr/>
              <p:nvPr/>
            </p:nvSpPr>
            <p:spPr>
              <a:xfrm>
                <a:off x="3689994" y="2672285"/>
                <a:ext cx="345526" cy="41258"/>
              </a:xfrm>
              <a:custGeom>
                <a:avLst/>
                <a:gdLst/>
                <a:ahLst/>
                <a:cxnLst/>
                <a:rect l="l" t="t" r="r" b="b"/>
                <a:pathLst>
                  <a:path w="16004" h="1911" extrusionOk="0">
                    <a:moveTo>
                      <a:pt x="955" y="1"/>
                    </a:moveTo>
                    <a:cubicBezTo>
                      <a:pt x="429" y="2"/>
                      <a:pt x="2" y="429"/>
                      <a:pt x="1" y="955"/>
                    </a:cubicBezTo>
                    <a:cubicBezTo>
                      <a:pt x="2" y="1482"/>
                      <a:pt x="429" y="1909"/>
                      <a:pt x="955" y="1910"/>
                    </a:cubicBezTo>
                    <a:lnTo>
                      <a:pt x="15048" y="1910"/>
                    </a:lnTo>
                    <a:cubicBezTo>
                      <a:pt x="15575" y="1909"/>
                      <a:pt x="16001" y="1482"/>
                      <a:pt x="16003" y="955"/>
                    </a:cubicBezTo>
                    <a:cubicBezTo>
                      <a:pt x="16001" y="429"/>
                      <a:pt x="15575" y="2"/>
                      <a:pt x="150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9" name="Google Shape;349;p48"/>
            <p:cNvGrpSpPr/>
            <p:nvPr/>
          </p:nvGrpSpPr>
          <p:grpSpPr>
            <a:xfrm>
              <a:off x="3068170" y="679075"/>
              <a:ext cx="1870061" cy="1398967"/>
              <a:chOff x="3068170" y="679075"/>
              <a:chExt cx="1870061" cy="1398967"/>
            </a:xfrm>
          </p:grpSpPr>
          <p:sp>
            <p:nvSpPr>
              <p:cNvPr id="350" name="Google Shape;350;p48"/>
              <p:cNvSpPr/>
              <p:nvPr/>
            </p:nvSpPr>
            <p:spPr>
              <a:xfrm>
                <a:off x="4269092" y="838150"/>
                <a:ext cx="146596" cy="146575"/>
              </a:xfrm>
              <a:custGeom>
                <a:avLst/>
                <a:gdLst/>
                <a:ahLst/>
                <a:cxnLst/>
                <a:rect l="l" t="t" r="r" b="b"/>
                <a:pathLst>
                  <a:path w="6790" h="6789" extrusionOk="0">
                    <a:moveTo>
                      <a:pt x="3394" y="0"/>
                    </a:moveTo>
                    <a:lnTo>
                      <a:pt x="2194" y="2194"/>
                    </a:lnTo>
                    <a:lnTo>
                      <a:pt x="1" y="3395"/>
                    </a:lnTo>
                    <a:lnTo>
                      <a:pt x="2194" y="4595"/>
                    </a:lnTo>
                    <a:lnTo>
                      <a:pt x="3394" y="6789"/>
                    </a:lnTo>
                    <a:lnTo>
                      <a:pt x="4596" y="4595"/>
                    </a:lnTo>
                    <a:lnTo>
                      <a:pt x="6789" y="3395"/>
                    </a:lnTo>
                    <a:lnTo>
                      <a:pt x="4596" y="2194"/>
                    </a:lnTo>
                    <a:lnTo>
                      <a:pt x="339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48"/>
              <p:cNvSpPr/>
              <p:nvPr/>
            </p:nvSpPr>
            <p:spPr>
              <a:xfrm>
                <a:off x="4125000" y="679075"/>
                <a:ext cx="56890" cy="56933"/>
              </a:xfrm>
              <a:custGeom>
                <a:avLst/>
                <a:gdLst/>
                <a:ahLst/>
                <a:cxnLst/>
                <a:rect l="l" t="t" r="r" b="b"/>
                <a:pathLst>
                  <a:path w="2635" h="2637" extrusionOk="0">
                    <a:moveTo>
                      <a:pt x="1318" y="1"/>
                    </a:moveTo>
                    <a:lnTo>
                      <a:pt x="852" y="853"/>
                    </a:lnTo>
                    <a:lnTo>
                      <a:pt x="1" y="1318"/>
                    </a:lnTo>
                    <a:lnTo>
                      <a:pt x="852" y="1785"/>
                    </a:lnTo>
                    <a:lnTo>
                      <a:pt x="1318" y="2636"/>
                    </a:lnTo>
                    <a:lnTo>
                      <a:pt x="1784" y="1785"/>
                    </a:lnTo>
                    <a:lnTo>
                      <a:pt x="2635" y="1318"/>
                    </a:lnTo>
                    <a:lnTo>
                      <a:pt x="1784" y="853"/>
                    </a:lnTo>
                    <a:lnTo>
                      <a:pt x="13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48"/>
              <p:cNvSpPr/>
              <p:nvPr/>
            </p:nvSpPr>
            <p:spPr>
              <a:xfrm>
                <a:off x="3786664" y="830766"/>
                <a:ext cx="46937" cy="46937"/>
              </a:xfrm>
              <a:custGeom>
                <a:avLst/>
                <a:gdLst/>
                <a:ahLst/>
                <a:cxnLst/>
                <a:rect l="l" t="t" r="r" b="b"/>
                <a:pathLst>
                  <a:path w="2174" h="2174" extrusionOk="0">
                    <a:moveTo>
                      <a:pt x="1087" y="1"/>
                    </a:moveTo>
                    <a:lnTo>
                      <a:pt x="703" y="703"/>
                    </a:lnTo>
                    <a:lnTo>
                      <a:pt x="0" y="1087"/>
                    </a:lnTo>
                    <a:lnTo>
                      <a:pt x="703" y="1471"/>
                    </a:lnTo>
                    <a:lnTo>
                      <a:pt x="1087" y="2174"/>
                    </a:lnTo>
                    <a:lnTo>
                      <a:pt x="1471" y="1471"/>
                    </a:lnTo>
                    <a:lnTo>
                      <a:pt x="2174" y="1087"/>
                    </a:lnTo>
                    <a:lnTo>
                      <a:pt x="1471" y="703"/>
                    </a:lnTo>
                    <a:lnTo>
                      <a:pt x="108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48"/>
              <p:cNvSpPr/>
              <p:nvPr/>
            </p:nvSpPr>
            <p:spPr>
              <a:xfrm>
                <a:off x="3589050" y="916090"/>
                <a:ext cx="75284" cy="75284"/>
              </a:xfrm>
              <a:custGeom>
                <a:avLst/>
                <a:gdLst/>
                <a:ahLst/>
                <a:cxnLst/>
                <a:rect l="l" t="t" r="r" b="b"/>
                <a:pathLst>
                  <a:path w="3487" h="3487" extrusionOk="0">
                    <a:moveTo>
                      <a:pt x="1743" y="0"/>
                    </a:moveTo>
                    <a:lnTo>
                      <a:pt x="1126" y="1127"/>
                    </a:lnTo>
                    <a:lnTo>
                      <a:pt x="0" y="1743"/>
                    </a:lnTo>
                    <a:lnTo>
                      <a:pt x="1126" y="2359"/>
                    </a:lnTo>
                    <a:lnTo>
                      <a:pt x="1743" y="3487"/>
                    </a:lnTo>
                    <a:lnTo>
                      <a:pt x="2359" y="2359"/>
                    </a:lnTo>
                    <a:lnTo>
                      <a:pt x="3487" y="1743"/>
                    </a:lnTo>
                    <a:lnTo>
                      <a:pt x="2359" y="1127"/>
                    </a:lnTo>
                    <a:lnTo>
                      <a:pt x="174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48"/>
              <p:cNvSpPr/>
              <p:nvPr/>
            </p:nvSpPr>
            <p:spPr>
              <a:xfrm>
                <a:off x="4466144" y="1054352"/>
                <a:ext cx="122502" cy="122480"/>
              </a:xfrm>
              <a:custGeom>
                <a:avLst/>
                <a:gdLst/>
                <a:ahLst/>
                <a:cxnLst/>
                <a:rect l="l" t="t" r="r" b="b"/>
                <a:pathLst>
                  <a:path w="5674" h="5673" extrusionOk="0">
                    <a:moveTo>
                      <a:pt x="2836" y="1"/>
                    </a:moveTo>
                    <a:lnTo>
                      <a:pt x="1834" y="1834"/>
                    </a:lnTo>
                    <a:lnTo>
                      <a:pt x="0" y="2836"/>
                    </a:lnTo>
                    <a:lnTo>
                      <a:pt x="1834" y="3839"/>
                    </a:lnTo>
                    <a:lnTo>
                      <a:pt x="2836" y="5672"/>
                    </a:lnTo>
                    <a:lnTo>
                      <a:pt x="3839" y="3839"/>
                    </a:lnTo>
                    <a:lnTo>
                      <a:pt x="5673" y="2836"/>
                    </a:lnTo>
                    <a:lnTo>
                      <a:pt x="3839" y="1834"/>
                    </a:lnTo>
                    <a:lnTo>
                      <a:pt x="28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48"/>
              <p:cNvSpPr/>
              <p:nvPr/>
            </p:nvSpPr>
            <p:spPr>
              <a:xfrm>
                <a:off x="3923436" y="1935311"/>
                <a:ext cx="70535" cy="70513"/>
              </a:xfrm>
              <a:custGeom>
                <a:avLst/>
                <a:gdLst/>
                <a:ahLst/>
                <a:cxnLst/>
                <a:rect l="l" t="t" r="r" b="b"/>
                <a:pathLst>
                  <a:path w="3267" h="3266" extrusionOk="0">
                    <a:moveTo>
                      <a:pt x="1634" y="0"/>
                    </a:moveTo>
                    <a:lnTo>
                      <a:pt x="1056" y="1056"/>
                    </a:lnTo>
                    <a:lnTo>
                      <a:pt x="1" y="1633"/>
                    </a:lnTo>
                    <a:lnTo>
                      <a:pt x="1056" y="2210"/>
                    </a:lnTo>
                    <a:lnTo>
                      <a:pt x="1634" y="3266"/>
                    </a:lnTo>
                    <a:lnTo>
                      <a:pt x="2211" y="2210"/>
                    </a:lnTo>
                    <a:lnTo>
                      <a:pt x="3266" y="1633"/>
                    </a:lnTo>
                    <a:lnTo>
                      <a:pt x="2211" y="1056"/>
                    </a:lnTo>
                    <a:lnTo>
                      <a:pt x="16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48"/>
              <p:cNvSpPr/>
              <p:nvPr/>
            </p:nvSpPr>
            <p:spPr>
              <a:xfrm>
                <a:off x="3802683" y="1831355"/>
                <a:ext cx="14897" cy="14897"/>
              </a:xfrm>
              <a:custGeom>
                <a:avLst/>
                <a:gdLst/>
                <a:ahLst/>
                <a:cxnLst/>
                <a:rect l="l" t="t" r="r" b="b"/>
                <a:pathLst>
                  <a:path w="690" h="690" extrusionOk="0">
                    <a:moveTo>
                      <a:pt x="345" y="1"/>
                    </a:moveTo>
                    <a:lnTo>
                      <a:pt x="223" y="223"/>
                    </a:lnTo>
                    <a:lnTo>
                      <a:pt x="0" y="345"/>
                    </a:lnTo>
                    <a:lnTo>
                      <a:pt x="223" y="468"/>
                    </a:lnTo>
                    <a:lnTo>
                      <a:pt x="345" y="690"/>
                    </a:lnTo>
                    <a:lnTo>
                      <a:pt x="467" y="468"/>
                    </a:lnTo>
                    <a:lnTo>
                      <a:pt x="690" y="345"/>
                    </a:lnTo>
                    <a:lnTo>
                      <a:pt x="467" y="223"/>
                    </a:lnTo>
                    <a:lnTo>
                      <a:pt x="3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48"/>
              <p:cNvSpPr/>
              <p:nvPr/>
            </p:nvSpPr>
            <p:spPr>
              <a:xfrm>
                <a:off x="3545374" y="1751450"/>
                <a:ext cx="87375" cy="87375"/>
              </a:xfrm>
              <a:custGeom>
                <a:avLst/>
                <a:gdLst/>
                <a:ahLst/>
                <a:cxnLst/>
                <a:rect l="l" t="t" r="r" b="b"/>
                <a:pathLst>
                  <a:path w="4047" h="4047" extrusionOk="0">
                    <a:moveTo>
                      <a:pt x="2023" y="0"/>
                    </a:moveTo>
                    <a:lnTo>
                      <a:pt x="1308" y="1308"/>
                    </a:lnTo>
                    <a:lnTo>
                      <a:pt x="0" y="2023"/>
                    </a:lnTo>
                    <a:lnTo>
                      <a:pt x="1308" y="2739"/>
                    </a:lnTo>
                    <a:lnTo>
                      <a:pt x="2023" y="4046"/>
                    </a:lnTo>
                    <a:lnTo>
                      <a:pt x="2737" y="2739"/>
                    </a:lnTo>
                    <a:lnTo>
                      <a:pt x="4046" y="2023"/>
                    </a:lnTo>
                    <a:lnTo>
                      <a:pt x="2737" y="1308"/>
                    </a:lnTo>
                    <a:lnTo>
                      <a:pt x="202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48"/>
              <p:cNvSpPr/>
              <p:nvPr/>
            </p:nvSpPr>
            <p:spPr>
              <a:xfrm>
                <a:off x="3372848" y="1145613"/>
                <a:ext cx="62395" cy="62395"/>
              </a:xfrm>
              <a:custGeom>
                <a:avLst/>
                <a:gdLst/>
                <a:ahLst/>
                <a:cxnLst/>
                <a:rect l="l" t="t" r="r" b="b"/>
                <a:pathLst>
                  <a:path w="2890" h="2890" extrusionOk="0">
                    <a:moveTo>
                      <a:pt x="1445" y="1"/>
                    </a:moveTo>
                    <a:lnTo>
                      <a:pt x="934" y="936"/>
                    </a:lnTo>
                    <a:lnTo>
                      <a:pt x="1" y="1445"/>
                    </a:lnTo>
                    <a:lnTo>
                      <a:pt x="934" y="1956"/>
                    </a:lnTo>
                    <a:lnTo>
                      <a:pt x="1445" y="2889"/>
                    </a:lnTo>
                    <a:lnTo>
                      <a:pt x="1956" y="1956"/>
                    </a:lnTo>
                    <a:lnTo>
                      <a:pt x="2890" y="1445"/>
                    </a:lnTo>
                    <a:lnTo>
                      <a:pt x="1956" y="936"/>
                    </a:lnTo>
                    <a:lnTo>
                      <a:pt x="14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48"/>
              <p:cNvSpPr/>
              <p:nvPr/>
            </p:nvSpPr>
            <p:spPr>
              <a:xfrm>
                <a:off x="3068170" y="1136265"/>
                <a:ext cx="113024" cy="113024"/>
              </a:xfrm>
              <a:custGeom>
                <a:avLst/>
                <a:gdLst/>
                <a:ahLst/>
                <a:cxnLst/>
                <a:rect l="l" t="t" r="r" b="b"/>
                <a:pathLst>
                  <a:path w="5235" h="5235" extrusionOk="0">
                    <a:moveTo>
                      <a:pt x="2617" y="1"/>
                    </a:moveTo>
                    <a:lnTo>
                      <a:pt x="1693" y="1693"/>
                    </a:lnTo>
                    <a:lnTo>
                      <a:pt x="1" y="2617"/>
                    </a:lnTo>
                    <a:lnTo>
                      <a:pt x="1693" y="3543"/>
                    </a:lnTo>
                    <a:lnTo>
                      <a:pt x="2617" y="5235"/>
                    </a:lnTo>
                    <a:lnTo>
                      <a:pt x="3543" y="3543"/>
                    </a:lnTo>
                    <a:lnTo>
                      <a:pt x="5235" y="2617"/>
                    </a:lnTo>
                    <a:lnTo>
                      <a:pt x="3543" y="1693"/>
                    </a:lnTo>
                    <a:lnTo>
                      <a:pt x="26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48"/>
              <p:cNvSpPr/>
              <p:nvPr/>
            </p:nvSpPr>
            <p:spPr>
              <a:xfrm>
                <a:off x="4700892" y="1273124"/>
                <a:ext cx="92297" cy="92297"/>
              </a:xfrm>
              <a:custGeom>
                <a:avLst/>
                <a:gdLst/>
                <a:ahLst/>
                <a:cxnLst/>
                <a:rect l="l" t="t" r="r" b="b"/>
                <a:pathLst>
                  <a:path w="4275" h="4275" extrusionOk="0">
                    <a:moveTo>
                      <a:pt x="2137" y="0"/>
                    </a:moveTo>
                    <a:lnTo>
                      <a:pt x="1382" y="1383"/>
                    </a:lnTo>
                    <a:lnTo>
                      <a:pt x="0" y="2138"/>
                    </a:lnTo>
                    <a:lnTo>
                      <a:pt x="1382" y="2893"/>
                    </a:lnTo>
                    <a:lnTo>
                      <a:pt x="2137" y="4274"/>
                    </a:lnTo>
                    <a:lnTo>
                      <a:pt x="2892" y="2893"/>
                    </a:lnTo>
                    <a:lnTo>
                      <a:pt x="4275" y="2138"/>
                    </a:lnTo>
                    <a:lnTo>
                      <a:pt x="2892" y="1383"/>
                    </a:lnTo>
                    <a:lnTo>
                      <a:pt x="213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48"/>
              <p:cNvSpPr/>
              <p:nvPr/>
            </p:nvSpPr>
            <p:spPr>
              <a:xfrm>
                <a:off x="4811757" y="961882"/>
                <a:ext cx="126474" cy="126474"/>
              </a:xfrm>
              <a:custGeom>
                <a:avLst/>
                <a:gdLst/>
                <a:ahLst/>
                <a:cxnLst/>
                <a:rect l="l" t="t" r="r" b="b"/>
                <a:pathLst>
                  <a:path w="5858" h="5858" extrusionOk="0">
                    <a:moveTo>
                      <a:pt x="2929" y="1"/>
                    </a:moveTo>
                    <a:lnTo>
                      <a:pt x="1894" y="1894"/>
                    </a:lnTo>
                    <a:lnTo>
                      <a:pt x="1" y="2929"/>
                    </a:lnTo>
                    <a:lnTo>
                      <a:pt x="1894" y="3964"/>
                    </a:lnTo>
                    <a:lnTo>
                      <a:pt x="2929" y="5858"/>
                    </a:lnTo>
                    <a:lnTo>
                      <a:pt x="3964" y="3964"/>
                    </a:lnTo>
                    <a:lnTo>
                      <a:pt x="5858" y="2929"/>
                    </a:lnTo>
                    <a:lnTo>
                      <a:pt x="3964" y="1894"/>
                    </a:lnTo>
                    <a:lnTo>
                      <a:pt x="29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48"/>
              <p:cNvSpPr/>
              <p:nvPr/>
            </p:nvSpPr>
            <p:spPr>
              <a:xfrm>
                <a:off x="4079769" y="1972532"/>
                <a:ext cx="46332" cy="46332"/>
              </a:xfrm>
              <a:custGeom>
                <a:avLst/>
                <a:gdLst/>
                <a:ahLst/>
                <a:cxnLst/>
                <a:rect l="l" t="t" r="r" b="b"/>
                <a:pathLst>
                  <a:path w="2146" h="2146" extrusionOk="0">
                    <a:moveTo>
                      <a:pt x="1072" y="0"/>
                    </a:moveTo>
                    <a:lnTo>
                      <a:pt x="694" y="694"/>
                    </a:lnTo>
                    <a:lnTo>
                      <a:pt x="1" y="1074"/>
                    </a:lnTo>
                    <a:lnTo>
                      <a:pt x="694" y="1453"/>
                    </a:lnTo>
                    <a:lnTo>
                      <a:pt x="1072" y="2145"/>
                    </a:lnTo>
                    <a:lnTo>
                      <a:pt x="1452" y="1453"/>
                    </a:lnTo>
                    <a:lnTo>
                      <a:pt x="2146" y="1074"/>
                    </a:lnTo>
                    <a:lnTo>
                      <a:pt x="1452" y="694"/>
                    </a:lnTo>
                    <a:lnTo>
                      <a:pt x="10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48"/>
              <p:cNvSpPr/>
              <p:nvPr/>
            </p:nvSpPr>
            <p:spPr>
              <a:xfrm>
                <a:off x="3620507" y="2038489"/>
                <a:ext cx="39574" cy="39553"/>
              </a:xfrm>
              <a:custGeom>
                <a:avLst/>
                <a:gdLst/>
                <a:ahLst/>
                <a:cxnLst/>
                <a:rect l="l" t="t" r="r" b="b"/>
                <a:pathLst>
                  <a:path w="1833" h="1832" extrusionOk="0">
                    <a:moveTo>
                      <a:pt x="916" y="0"/>
                    </a:moveTo>
                    <a:lnTo>
                      <a:pt x="593" y="592"/>
                    </a:lnTo>
                    <a:lnTo>
                      <a:pt x="1" y="916"/>
                    </a:lnTo>
                    <a:lnTo>
                      <a:pt x="593" y="1240"/>
                    </a:lnTo>
                    <a:lnTo>
                      <a:pt x="916" y="1832"/>
                    </a:lnTo>
                    <a:lnTo>
                      <a:pt x="1240" y="1240"/>
                    </a:lnTo>
                    <a:lnTo>
                      <a:pt x="1832" y="916"/>
                    </a:lnTo>
                    <a:lnTo>
                      <a:pt x="1240" y="592"/>
                    </a:lnTo>
                    <a:lnTo>
                      <a:pt x="91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4" name="Google Shape;364;p48"/>
            <p:cNvGrpSpPr/>
            <p:nvPr/>
          </p:nvGrpSpPr>
          <p:grpSpPr>
            <a:xfrm>
              <a:off x="2528005" y="1267000"/>
              <a:ext cx="938538" cy="1049835"/>
              <a:chOff x="2528005" y="1267000"/>
              <a:chExt cx="938538" cy="1049835"/>
            </a:xfrm>
          </p:grpSpPr>
          <p:sp>
            <p:nvSpPr>
              <p:cNvPr id="365" name="Google Shape;365;p48"/>
              <p:cNvSpPr/>
              <p:nvPr/>
            </p:nvSpPr>
            <p:spPr>
              <a:xfrm>
                <a:off x="2791079" y="1678311"/>
                <a:ext cx="444991" cy="281555"/>
              </a:xfrm>
              <a:custGeom>
                <a:avLst/>
                <a:gdLst/>
                <a:ahLst/>
                <a:cxnLst/>
                <a:rect l="l" t="t" r="r" b="b"/>
                <a:pathLst>
                  <a:path w="20611" h="13041" extrusionOk="0">
                    <a:moveTo>
                      <a:pt x="6708" y="0"/>
                    </a:moveTo>
                    <a:cubicBezTo>
                      <a:pt x="6571" y="0"/>
                      <a:pt x="6433" y="46"/>
                      <a:pt x="6320" y="138"/>
                    </a:cubicBezTo>
                    <a:cubicBezTo>
                      <a:pt x="6089" y="322"/>
                      <a:pt x="6021" y="644"/>
                      <a:pt x="6158" y="906"/>
                    </a:cubicBezTo>
                    <a:lnTo>
                      <a:pt x="8408" y="5283"/>
                    </a:lnTo>
                    <a:lnTo>
                      <a:pt x="915" y="2473"/>
                    </a:lnTo>
                    <a:cubicBezTo>
                      <a:pt x="844" y="2446"/>
                      <a:pt x="770" y="2433"/>
                      <a:pt x="698" y="2433"/>
                    </a:cubicBezTo>
                    <a:cubicBezTo>
                      <a:pt x="470" y="2433"/>
                      <a:pt x="253" y="2559"/>
                      <a:pt x="144" y="2773"/>
                    </a:cubicBezTo>
                    <a:cubicBezTo>
                      <a:pt x="1" y="3056"/>
                      <a:pt x="93" y="3400"/>
                      <a:pt x="358" y="3574"/>
                    </a:cubicBezTo>
                    <a:lnTo>
                      <a:pt x="14668" y="12939"/>
                    </a:lnTo>
                    <a:cubicBezTo>
                      <a:pt x="14771" y="13007"/>
                      <a:pt x="14889" y="13040"/>
                      <a:pt x="15007" y="13040"/>
                    </a:cubicBezTo>
                    <a:cubicBezTo>
                      <a:pt x="15151" y="13040"/>
                      <a:pt x="15295" y="12990"/>
                      <a:pt x="15410" y="12892"/>
                    </a:cubicBezTo>
                    <a:cubicBezTo>
                      <a:pt x="15619" y="12714"/>
                      <a:pt x="15687" y="12420"/>
                      <a:pt x="15575" y="12168"/>
                    </a:cubicBezTo>
                    <a:lnTo>
                      <a:pt x="14253" y="9191"/>
                    </a:lnTo>
                    <a:lnTo>
                      <a:pt x="19619" y="12146"/>
                    </a:lnTo>
                    <a:cubicBezTo>
                      <a:pt x="19713" y="12198"/>
                      <a:pt x="19816" y="12223"/>
                      <a:pt x="19917" y="12223"/>
                    </a:cubicBezTo>
                    <a:cubicBezTo>
                      <a:pt x="20116" y="12223"/>
                      <a:pt x="20311" y="12126"/>
                      <a:pt x="20430" y="11951"/>
                    </a:cubicBezTo>
                    <a:cubicBezTo>
                      <a:pt x="20610" y="11688"/>
                      <a:pt x="20560" y="11330"/>
                      <a:pt x="20316" y="11125"/>
                    </a:cubicBezTo>
                    <a:lnTo>
                      <a:pt x="7106" y="145"/>
                    </a:lnTo>
                    <a:cubicBezTo>
                      <a:pt x="6991" y="49"/>
                      <a:pt x="6850" y="0"/>
                      <a:pt x="6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48"/>
              <p:cNvSpPr/>
              <p:nvPr/>
            </p:nvSpPr>
            <p:spPr>
              <a:xfrm>
                <a:off x="2528005" y="2051623"/>
                <a:ext cx="684792" cy="265212"/>
              </a:xfrm>
              <a:custGeom>
                <a:avLst/>
                <a:gdLst/>
                <a:ahLst/>
                <a:cxnLst/>
                <a:rect l="l" t="t" r="r" b="b"/>
                <a:pathLst>
                  <a:path w="31718" h="12284" extrusionOk="0">
                    <a:moveTo>
                      <a:pt x="6703" y="0"/>
                    </a:moveTo>
                    <a:cubicBezTo>
                      <a:pt x="6470" y="0"/>
                      <a:pt x="6254" y="131"/>
                      <a:pt x="6148" y="343"/>
                    </a:cubicBezTo>
                    <a:cubicBezTo>
                      <a:pt x="6024" y="591"/>
                      <a:pt x="6079" y="890"/>
                      <a:pt x="6280" y="1077"/>
                    </a:cubicBezTo>
                    <a:lnTo>
                      <a:pt x="10345" y="4832"/>
                    </a:lnTo>
                    <a:lnTo>
                      <a:pt x="740" y="3797"/>
                    </a:lnTo>
                    <a:cubicBezTo>
                      <a:pt x="717" y="3795"/>
                      <a:pt x="694" y="3794"/>
                      <a:pt x="671" y="3794"/>
                    </a:cubicBezTo>
                    <a:cubicBezTo>
                      <a:pt x="381" y="3794"/>
                      <a:pt x="124" y="3998"/>
                      <a:pt x="64" y="4289"/>
                    </a:cubicBezTo>
                    <a:cubicBezTo>
                      <a:pt x="1" y="4604"/>
                      <a:pt x="186" y="4915"/>
                      <a:pt x="493" y="5008"/>
                    </a:cubicBezTo>
                    <a:lnTo>
                      <a:pt x="24344" y="12257"/>
                    </a:lnTo>
                    <a:cubicBezTo>
                      <a:pt x="24404" y="12275"/>
                      <a:pt x="24464" y="12284"/>
                      <a:pt x="24524" y="12284"/>
                    </a:cubicBezTo>
                    <a:cubicBezTo>
                      <a:pt x="24748" y="12284"/>
                      <a:pt x="24961" y="12163"/>
                      <a:pt x="25071" y="11957"/>
                    </a:cubicBezTo>
                    <a:cubicBezTo>
                      <a:pt x="25211" y="11696"/>
                      <a:pt x="25148" y="11372"/>
                      <a:pt x="24920" y="11184"/>
                    </a:cubicBezTo>
                    <a:lnTo>
                      <a:pt x="18863" y="6184"/>
                    </a:lnTo>
                    <a:lnTo>
                      <a:pt x="31097" y="5744"/>
                    </a:lnTo>
                    <a:cubicBezTo>
                      <a:pt x="31413" y="5732"/>
                      <a:pt x="31670" y="5485"/>
                      <a:pt x="31694" y="5170"/>
                    </a:cubicBezTo>
                    <a:cubicBezTo>
                      <a:pt x="31717" y="4853"/>
                      <a:pt x="31499" y="4570"/>
                      <a:pt x="31187" y="4513"/>
                    </a:cubicBezTo>
                    <a:lnTo>
                      <a:pt x="31187" y="4514"/>
                    </a:lnTo>
                    <a:lnTo>
                      <a:pt x="6815" y="11"/>
                    </a:lnTo>
                    <a:cubicBezTo>
                      <a:pt x="6777" y="4"/>
                      <a:pt x="6740" y="0"/>
                      <a:pt x="670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48"/>
              <p:cNvSpPr/>
              <p:nvPr/>
            </p:nvSpPr>
            <p:spPr>
              <a:xfrm>
                <a:off x="3080622" y="1267000"/>
                <a:ext cx="385921" cy="627146"/>
              </a:xfrm>
              <a:custGeom>
                <a:avLst/>
                <a:gdLst/>
                <a:ahLst/>
                <a:cxnLst/>
                <a:rect l="l" t="t" r="r" b="b"/>
                <a:pathLst>
                  <a:path w="17875" h="29048" extrusionOk="0">
                    <a:moveTo>
                      <a:pt x="4853" y="0"/>
                    </a:moveTo>
                    <a:cubicBezTo>
                      <a:pt x="4769" y="0"/>
                      <a:pt x="4684" y="17"/>
                      <a:pt x="4603" y="53"/>
                    </a:cubicBezTo>
                    <a:cubicBezTo>
                      <a:pt x="4315" y="181"/>
                      <a:pt x="4169" y="506"/>
                      <a:pt x="4263" y="807"/>
                    </a:cubicBezTo>
                    <a:lnTo>
                      <a:pt x="7847" y="12238"/>
                    </a:lnTo>
                    <a:lnTo>
                      <a:pt x="983" y="8267"/>
                    </a:lnTo>
                    <a:cubicBezTo>
                      <a:pt x="886" y="8212"/>
                      <a:pt x="780" y="8185"/>
                      <a:pt x="674" y="8185"/>
                    </a:cubicBezTo>
                    <a:cubicBezTo>
                      <a:pt x="501" y="8185"/>
                      <a:pt x="329" y="8258"/>
                      <a:pt x="209" y="8395"/>
                    </a:cubicBezTo>
                    <a:cubicBezTo>
                      <a:pt x="14" y="8616"/>
                      <a:pt x="1" y="8943"/>
                      <a:pt x="178" y="9178"/>
                    </a:cubicBezTo>
                    <a:lnTo>
                      <a:pt x="15008" y="28801"/>
                    </a:lnTo>
                    <a:cubicBezTo>
                      <a:pt x="15130" y="28962"/>
                      <a:pt x="15315" y="29047"/>
                      <a:pt x="15504" y="29047"/>
                    </a:cubicBezTo>
                    <a:cubicBezTo>
                      <a:pt x="15615" y="29047"/>
                      <a:pt x="15727" y="29017"/>
                      <a:pt x="15828" y="28956"/>
                    </a:cubicBezTo>
                    <a:cubicBezTo>
                      <a:pt x="16101" y="28788"/>
                      <a:pt x="16201" y="28442"/>
                      <a:pt x="16062" y="28155"/>
                    </a:cubicBezTo>
                    <a:lnTo>
                      <a:pt x="11913" y="19642"/>
                    </a:lnTo>
                    <a:lnTo>
                      <a:pt x="11913" y="19642"/>
                    </a:lnTo>
                    <a:lnTo>
                      <a:pt x="16919" y="22177"/>
                    </a:lnTo>
                    <a:cubicBezTo>
                      <a:pt x="17008" y="22223"/>
                      <a:pt x="17105" y="22245"/>
                      <a:pt x="17200" y="22245"/>
                    </a:cubicBezTo>
                    <a:cubicBezTo>
                      <a:pt x="17367" y="22245"/>
                      <a:pt x="17532" y="22177"/>
                      <a:pt x="17652" y="22049"/>
                    </a:cubicBezTo>
                    <a:cubicBezTo>
                      <a:pt x="17841" y="21848"/>
                      <a:pt x="17875" y="21547"/>
                      <a:pt x="17735" y="21310"/>
                    </a:cubicBezTo>
                    <a:lnTo>
                      <a:pt x="5391" y="308"/>
                    </a:lnTo>
                    <a:cubicBezTo>
                      <a:pt x="5276" y="112"/>
                      <a:pt x="5068" y="0"/>
                      <a:pt x="48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8" name="Google Shape;368;p48"/>
            <p:cNvGrpSpPr/>
            <p:nvPr/>
          </p:nvGrpSpPr>
          <p:grpSpPr>
            <a:xfrm>
              <a:off x="4044988" y="1351884"/>
              <a:ext cx="935279" cy="1034205"/>
              <a:chOff x="4044988" y="1351884"/>
              <a:chExt cx="935279" cy="1034205"/>
            </a:xfrm>
          </p:grpSpPr>
          <p:sp>
            <p:nvSpPr>
              <p:cNvPr id="371" name="Google Shape;371;p48"/>
              <p:cNvSpPr/>
              <p:nvPr/>
            </p:nvSpPr>
            <p:spPr>
              <a:xfrm>
                <a:off x="4044988" y="1351884"/>
                <a:ext cx="204479" cy="175354"/>
              </a:xfrm>
              <a:custGeom>
                <a:avLst/>
                <a:gdLst/>
                <a:ahLst/>
                <a:cxnLst/>
                <a:rect l="l" t="t" r="r" b="b"/>
                <a:pathLst>
                  <a:path w="9471" h="8122" extrusionOk="0">
                    <a:moveTo>
                      <a:pt x="4739" y="0"/>
                    </a:moveTo>
                    <a:cubicBezTo>
                      <a:pt x="3397" y="0"/>
                      <a:pt x="2079" y="634"/>
                      <a:pt x="1277" y="1806"/>
                    </a:cubicBezTo>
                    <a:cubicBezTo>
                      <a:pt x="1" y="3670"/>
                      <a:pt x="515" y="6192"/>
                      <a:pt x="2424" y="7437"/>
                    </a:cubicBezTo>
                    <a:cubicBezTo>
                      <a:pt x="3134" y="7900"/>
                      <a:pt x="3937" y="8122"/>
                      <a:pt x="4731" y="8122"/>
                    </a:cubicBezTo>
                    <a:cubicBezTo>
                      <a:pt x="6074" y="8122"/>
                      <a:pt x="7392" y="7488"/>
                      <a:pt x="8194" y="6317"/>
                    </a:cubicBezTo>
                    <a:cubicBezTo>
                      <a:pt x="9471" y="4453"/>
                      <a:pt x="8955" y="1931"/>
                      <a:pt x="7046" y="685"/>
                    </a:cubicBezTo>
                    <a:cubicBezTo>
                      <a:pt x="6336" y="222"/>
                      <a:pt x="5533" y="0"/>
                      <a:pt x="47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48"/>
              <p:cNvSpPr/>
              <p:nvPr/>
            </p:nvSpPr>
            <p:spPr>
              <a:xfrm>
                <a:off x="4380756" y="1981772"/>
                <a:ext cx="118594" cy="138262"/>
              </a:xfrm>
              <a:custGeom>
                <a:avLst/>
                <a:gdLst/>
                <a:ahLst/>
                <a:cxnLst/>
                <a:rect l="l" t="t" r="r" b="b"/>
                <a:pathLst>
                  <a:path w="5493" h="6404" extrusionOk="0">
                    <a:moveTo>
                      <a:pt x="4101" y="1"/>
                    </a:moveTo>
                    <a:cubicBezTo>
                      <a:pt x="3750" y="1"/>
                      <a:pt x="3404" y="166"/>
                      <a:pt x="3196" y="470"/>
                    </a:cubicBezTo>
                    <a:lnTo>
                      <a:pt x="334" y="4652"/>
                    </a:lnTo>
                    <a:cubicBezTo>
                      <a:pt x="1" y="5136"/>
                      <a:pt x="136" y="5797"/>
                      <a:pt x="632" y="6120"/>
                    </a:cubicBezTo>
                    <a:lnTo>
                      <a:pt x="794" y="6226"/>
                    </a:lnTo>
                    <a:cubicBezTo>
                      <a:pt x="979" y="6346"/>
                      <a:pt x="1188" y="6404"/>
                      <a:pt x="1396" y="6404"/>
                    </a:cubicBezTo>
                    <a:cubicBezTo>
                      <a:pt x="1747" y="6404"/>
                      <a:pt x="2092" y="6239"/>
                      <a:pt x="2301" y="5934"/>
                    </a:cubicBezTo>
                    <a:lnTo>
                      <a:pt x="5161" y="1753"/>
                    </a:lnTo>
                    <a:cubicBezTo>
                      <a:pt x="5493" y="1268"/>
                      <a:pt x="5359" y="607"/>
                      <a:pt x="4862" y="283"/>
                    </a:cubicBezTo>
                    <a:lnTo>
                      <a:pt x="4699" y="177"/>
                    </a:lnTo>
                    <a:cubicBezTo>
                      <a:pt x="4516" y="58"/>
                      <a:pt x="4307" y="1"/>
                      <a:pt x="4101" y="1"/>
                    </a:cubicBezTo>
                    <a:close/>
                  </a:path>
                </a:pathLst>
              </a:custGeom>
              <a:solidFill>
                <a:srgbClr val="E050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48"/>
              <p:cNvSpPr/>
              <p:nvPr/>
            </p:nvSpPr>
            <p:spPr>
              <a:xfrm>
                <a:off x="4513210" y="1529332"/>
                <a:ext cx="156765" cy="110433"/>
              </a:xfrm>
              <a:custGeom>
                <a:avLst/>
                <a:gdLst/>
                <a:ahLst/>
                <a:cxnLst/>
                <a:rect l="l" t="t" r="r" b="b"/>
                <a:pathLst>
                  <a:path w="7261" h="5115" extrusionOk="0">
                    <a:moveTo>
                      <a:pt x="927" y="1"/>
                    </a:moveTo>
                    <a:cubicBezTo>
                      <a:pt x="664" y="1"/>
                      <a:pt x="405" y="124"/>
                      <a:pt x="250" y="352"/>
                    </a:cubicBezTo>
                    <a:cubicBezTo>
                      <a:pt x="1" y="717"/>
                      <a:pt x="103" y="1215"/>
                      <a:pt x="474" y="1453"/>
                    </a:cubicBezTo>
                    <a:lnTo>
                      <a:pt x="5884" y="4982"/>
                    </a:lnTo>
                    <a:cubicBezTo>
                      <a:pt x="6022" y="5072"/>
                      <a:pt x="6179" y="5114"/>
                      <a:pt x="6334" y="5114"/>
                    </a:cubicBezTo>
                    <a:cubicBezTo>
                      <a:pt x="6597" y="5114"/>
                      <a:pt x="6856" y="4991"/>
                      <a:pt x="7012" y="4763"/>
                    </a:cubicBezTo>
                    <a:cubicBezTo>
                      <a:pt x="7261" y="4398"/>
                      <a:pt x="7159" y="3900"/>
                      <a:pt x="6788" y="3662"/>
                    </a:cubicBezTo>
                    <a:lnTo>
                      <a:pt x="1378" y="134"/>
                    </a:lnTo>
                    <a:cubicBezTo>
                      <a:pt x="1239" y="44"/>
                      <a:pt x="1082" y="1"/>
                      <a:pt x="927" y="1"/>
                    </a:cubicBezTo>
                    <a:close/>
                  </a:path>
                </a:pathLst>
              </a:custGeom>
              <a:solidFill>
                <a:srgbClr val="C4D4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48"/>
              <p:cNvSpPr/>
              <p:nvPr/>
            </p:nvSpPr>
            <p:spPr>
              <a:xfrm>
                <a:off x="4466943" y="1596952"/>
                <a:ext cx="156722" cy="110454"/>
              </a:xfrm>
              <a:custGeom>
                <a:avLst/>
                <a:gdLst/>
                <a:ahLst/>
                <a:cxnLst/>
                <a:rect l="l" t="t" r="r" b="b"/>
                <a:pathLst>
                  <a:path w="7259" h="5116" extrusionOk="0">
                    <a:moveTo>
                      <a:pt x="926" y="0"/>
                    </a:moveTo>
                    <a:cubicBezTo>
                      <a:pt x="663" y="0"/>
                      <a:pt x="404" y="124"/>
                      <a:pt x="248" y="353"/>
                    </a:cubicBezTo>
                    <a:cubicBezTo>
                      <a:pt x="0" y="718"/>
                      <a:pt x="100" y="1216"/>
                      <a:pt x="473" y="1454"/>
                    </a:cubicBezTo>
                    <a:lnTo>
                      <a:pt x="5884" y="4983"/>
                    </a:lnTo>
                    <a:cubicBezTo>
                      <a:pt x="6021" y="5073"/>
                      <a:pt x="6177" y="5116"/>
                      <a:pt x="6332" y="5116"/>
                    </a:cubicBezTo>
                    <a:cubicBezTo>
                      <a:pt x="6595" y="5116"/>
                      <a:pt x="6855" y="4992"/>
                      <a:pt x="7011" y="4764"/>
                    </a:cubicBezTo>
                    <a:cubicBezTo>
                      <a:pt x="7259" y="4399"/>
                      <a:pt x="7159" y="3901"/>
                      <a:pt x="6786" y="3663"/>
                    </a:cubicBezTo>
                    <a:lnTo>
                      <a:pt x="1375" y="134"/>
                    </a:lnTo>
                    <a:cubicBezTo>
                      <a:pt x="1238" y="43"/>
                      <a:pt x="1081" y="0"/>
                      <a:pt x="926" y="0"/>
                    </a:cubicBezTo>
                    <a:close/>
                  </a:path>
                </a:pathLst>
              </a:custGeom>
              <a:solidFill>
                <a:srgbClr val="C4D4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48"/>
              <p:cNvSpPr/>
              <p:nvPr/>
            </p:nvSpPr>
            <p:spPr>
              <a:xfrm>
                <a:off x="4414587" y="1673424"/>
                <a:ext cx="156765" cy="110454"/>
              </a:xfrm>
              <a:custGeom>
                <a:avLst/>
                <a:gdLst/>
                <a:ahLst/>
                <a:cxnLst/>
                <a:rect l="l" t="t" r="r" b="b"/>
                <a:pathLst>
                  <a:path w="7261" h="5116" extrusionOk="0">
                    <a:moveTo>
                      <a:pt x="927" y="1"/>
                    </a:moveTo>
                    <a:cubicBezTo>
                      <a:pt x="663" y="1"/>
                      <a:pt x="404" y="125"/>
                      <a:pt x="248" y="353"/>
                    </a:cubicBezTo>
                    <a:cubicBezTo>
                      <a:pt x="0" y="718"/>
                      <a:pt x="102" y="1216"/>
                      <a:pt x="473" y="1455"/>
                    </a:cubicBezTo>
                    <a:lnTo>
                      <a:pt x="5884" y="4984"/>
                    </a:lnTo>
                    <a:cubicBezTo>
                      <a:pt x="6021" y="5073"/>
                      <a:pt x="6177" y="5116"/>
                      <a:pt x="6332" y="5116"/>
                    </a:cubicBezTo>
                    <a:cubicBezTo>
                      <a:pt x="6596" y="5116"/>
                      <a:pt x="6855" y="4992"/>
                      <a:pt x="7012" y="4764"/>
                    </a:cubicBezTo>
                    <a:cubicBezTo>
                      <a:pt x="7260" y="4399"/>
                      <a:pt x="7159" y="3902"/>
                      <a:pt x="6788" y="3663"/>
                    </a:cubicBezTo>
                    <a:lnTo>
                      <a:pt x="1377" y="134"/>
                    </a:lnTo>
                    <a:cubicBezTo>
                      <a:pt x="1239" y="44"/>
                      <a:pt x="1082" y="1"/>
                      <a:pt x="927" y="1"/>
                    </a:cubicBezTo>
                    <a:close/>
                  </a:path>
                </a:pathLst>
              </a:custGeom>
              <a:solidFill>
                <a:srgbClr val="C4D4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48"/>
              <p:cNvSpPr/>
              <p:nvPr/>
            </p:nvSpPr>
            <p:spPr>
              <a:xfrm>
                <a:off x="4881212" y="1835068"/>
                <a:ext cx="99055" cy="83165"/>
              </a:xfrm>
              <a:custGeom>
                <a:avLst/>
                <a:gdLst/>
                <a:ahLst/>
                <a:cxnLst/>
                <a:rect l="l" t="t" r="r" b="b"/>
                <a:pathLst>
                  <a:path w="4588" h="3852" extrusionOk="0">
                    <a:moveTo>
                      <a:pt x="926" y="0"/>
                    </a:moveTo>
                    <a:cubicBezTo>
                      <a:pt x="873" y="0"/>
                      <a:pt x="819" y="6"/>
                      <a:pt x="766" y="16"/>
                    </a:cubicBezTo>
                    <a:cubicBezTo>
                      <a:pt x="557" y="56"/>
                      <a:pt x="370" y="178"/>
                      <a:pt x="250" y="353"/>
                    </a:cubicBezTo>
                    <a:cubicBezTo>
                      <a:pt x="1" y="718"/>
                      <a:pt x="102" y="1216"/>
                      <a:pt x="474" y="1454"/>
                    </a:cubicBezTo>
                    <a:lnTo>
                      <a:pt x="4150" y="3851"/>
                    </a:lnTo>
                    <a:cubicBezTo>
                      <a:pt x="4356" y="3328"/>
                      <a:pt x="4503" y="2784"/>
                      <a:pt x="4587" y="2227"/>
                    </a:cubicBezTo>
                    <a:lnTo>
                      <a:pt x="1378" y="134"/>
                    </a:lnTo>
                    <a:cubicBezTo>
                      <a:pt x="1242" y="46"/>
                      <a:pt x="1085" y="0"/>
                      <a:pt x="9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48"/>
              <p:cNvSpPr/>
              <p:nvPr/>
            </p:nvSpPr>
            <p:spPr>
              <a:xfrm>
                <a:off x="4834944" y="1902710"/>
                <a:ext cx="112570" cy="85345"/>
              </a:xfrm>
              <a:custGeom>
                <a:avLst/>
                <a:gdLst/>
                <a:ahLst/>
                <a:cxnLst/>
                <a:rect l="l" t="t" r="r" b="b"/>
                <a:pathLst>
                  <a:path w="5214" h="3953" extrusionOk="0">
                    <a:moveTo>
                      <a:pt x="924" y="1"/>
                    </a:moveTo>
                    <a:cubicBezTo>
                      <a:pt x="871" y="1"/>
                      <a:pt x="818" y="6"/>
                      <a:pt x="766" y="16"/>
                    </a:cubicBezTo>
                    <a:cubicBezTo>
                      <a:pt x="555" y="56"/>
                      <a:pt x="370" y="176"/>
                      <a:pt x="248" y="353"/>
                    </a:cubicBezTo>
                    <a:cubicBezTo>
                      <a:pt x="0" y="718"/>
                      <a:pt x="102" y="1216"/>
                      <a:pt x="473" y="1454"/>
                    </a:cubicBezTo>
                    <a:lnTo>
                      <a:pt x="4304" y="3953"/>
                    </a:lnTo>
                    <a:cubicBezTo>
                      <a:pt x="4364" y="3873"/>
                      <a:pt x="4423" y="3791"/>
                      <a:pt x="4480" y="3707"/>
                    </a:cubicBezTo>
                    <a:lnTo>
                      <a:pt x="5214" y="2637"/>
                    </a:lnTo>
                    <a:lnTo>
                      <a:pt x="1375" y="134"/>
                    </a:lnTo>
                    <a:cubicBezTo>
                      <a:pt x="1241" y="46"/>
                      <a:pt x="1083" y="1"/>
                      <a:pt x="9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48"/>
              <p:cNvSpPr/>
              <p:nvPr/>
            </p:nvSpPr>
            <p:spPr>
              <a:xfrm>
                <a:off x="4782545" y="1979182"/>
                <a:ext cx="101689" cy="67620"/>
              </a:xfrm>
              <a:custGeom>
                <a:avLst/>
                <a:gdLst/>
                <a:ahLst/>
                <a:cxnLst/>
                <a:rect l="l" t="t" r="r" b="b"/>
                <a:pathLst>
                  <a:path w="4710" h="3132" extrusionOk="0">
                    <a:moveTo>
                      <a:pt x="926" y="1"/>
                    </a:moveTo>
                    <a:cubicBezTo>
                      <a:pt x="874" y="1"/>
                      <a:pt x="820" y="6"/>
                      <a:pt x="768" y="16"/>
                    </a:cubicBezTo>
                    <a:cubicBezTo>
                      <a:pt x="557" y="56"/>
                      <a:pt x="372" y="178"/>
                      <a:pt x="250" y="353"/>
                    </a:cubicBezTo>
                    <a:cubicBezTo>
                      <a:pt x="1" y="719"/>
                      <a:pt x="102" y="1216"/>
                      <a:pt x="475" y="1455"/>
                    </a:cubicBezTo>
                    <a:lnTo>
                      <a:pt x="3046" y="3132"/>
                    </a:lnTo>
                    <a:cubicBezTo>
                      <a:pt x="3630" y="2923"/>
                      <a:pt x="4188" y="2646"/>
                      <a:pt x="4709" y="2307"/>
                    </a:cubicBezTo>
                    <a:lnTo>
                      <a:pt x="1377" y="134"/>
                    </a:lnTo>
                    <a:cubicBezTo>
                      <a:pt x="1243" y="47"/>
                      <a:pt x="1085" y="1"/>
                      <a:pt x="9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48"/>
              <p:cNvSpPr/>
              <p:nvPr/>
            </p:nvSpPr>
            <p:spPr>
              <a:xfrm>
                <a:off x="4733471" y="1709177"/>
                <a:ext cx="77767" cy="66692"/>
              </a:xfrm>
              <a:custGeom>
                <a:avLst/>
                <a:gdLst/>
                <a:ahLst/>
                <a:cxnLst/>
                <a:rect l="l" t="t" r="r" b="b"/>
                <a:pathLst>
                  <a:path w="3602" h="3089" extrusionOk="0">
                    <a:moveTo>
                      <a:pt x="1801" y="0"/>
                    </a:moveTo>
                    <a:cubicBezTo>
                      <a:pt x="1291" y="0"/>
                      <a:pt x="791" y="241"/>
                      <a:pt x="486" y="686"/>
                    </a:cubicBezTo>
                    <a:cubicBezTo>
                      <a:pt x="1" y="1396"/>
                      <a:pt x="196" y="2354"/>
                      <a:pt x="922" y="2829"/>
                    </a:cubicBezTo>
                    <a:cubicBezTo>
                      <a:pt x="1193" y="3004"/>
                      <a:pt x="1498" y="3088"/>
                      <a:pt x="1800" y="3088"/>
                    </a:cubicBezTo>
                    <a:cubicBezTo>
                      <a:pt x="2311" y="3088"/>
                      <a:pt x="2812" y="2848"/>
                      <a:pt x="3116" y="2402"/>
                    </a:cubicBezTo>
                    <a:cubicBezTo>
                      <a:pt x="3602" y="1693"/>
                      <a:pt x="3406" y="733"/>
                      <a:pt x="2680" y="261"/>
                    </a:cubicBezTo>
                    <a:cubicBezTo>
                      <a:pt x="2410" y="85"/>
                      <a:pt x="2104" y="0"/>
                      <a:pt x="18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48"/>
              <p:cNvSpPr/>
              <p:nvPr/>
            </p:nvSpPr>
            <p:spPr>
              <a:xfrm>
                <a:off x="4672005" y="1798992"/>
                <a:ext cx="77767" cy="66692"/>
              </a:xfrm>
              <a:custGeom>
                <a:avLst/>
                <a:gdLst/>
                <a:ahLst/>
                <a:cxnLst/>
                <a:rect l="l" t="t" r="r" b="b"/>
                <a:pathLst>
                  <a:path w="3602" h="3089" extrusionOk="0">
                    <a:moveTo>
                      <a:pt x="1802" y="0"/>
                    </a:moveTo>
                    <a:cubicBezTo>
                      <a:pt x="1291" y="0"/>
                      <a:pt x="790" y="241"/>
                      <a:pt x="486" y="687"/>
                    </a:cubicBezTo>
                    <a:cubicBezTo>
                      <a:pt x="0" y="1395"/>
                      <a:pt x="196" y="2354"/>
                      <a:pt x="922" y="2828"/>
                    </a:cubicBezTo>
                    <a:cubicBezTo>
                      <a:pt x="1192" y="3004"/>
                      <a:pt x="1498" y="3088"/>
                      <a:pt x="1800" y="3088"/>
                    </a:cubicBezTo>
                    <a:cubicBezTo>
                      <a:pt x="2310" y="3088"/>
                      <a:pt x="2811" y="2847"/>
                      <a:pt x="3116" y="2402"/>
                    </a:cubicBezTo>
                    <a:cubicBezTo>
                      <a:pt x="3601" y="1693"/>
                      <a:pt x="3406" y="734"/>
                      <a:pt x="2680" y="260"/>
                    </a:cubicBezTo>
                    <a:cubicBezTo>
                      <a:pt x="2410" y="85"/>
                      <a:pt x="2104" y="0"/>
                      <a:pt x="18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48"/>
              <p:cNvSpPr/>
              <p:nvPr/>
            </p:nvSpPr>
            <p:spPr>
              <a:xfrm>
                <a:off x="4610646" y="1886129"/>
                <a:ext cx="77767" cy="66713"/>
              </a:xfrm>
              <a:custGeom>
                <a:avLst/>
                <a:gdLst/>
                <a:ahLst/>
                <a:cxnLst/>
                <a:rect l="l" t="t" r="r" b="b"/>
                <a:pathLst>
                  <a:path w="3602" h="3090" extrusionOk="0">
                    <a:moveTo>
                      <a:pt x="1802" y="1"/>
                    </a:moveTo>
                    <a:cubicBezTo>
                      <a:pt x="1292" y="1"/>
                      <a:pt x="791" y="242"/>
                      <a:pt x="486" y="687"/>
                    </a:cubicBezTo>
                    <a:cubicBezTo>
                      <a:pt x="1" y="1396"/>
                      <a:pt x="196" y="2355"/>
                      <a:pt x="922" y="2829"/>
                    </a:cubicBezTo>
                    <a:cubicBezTo>
                      <a:pt x="1192" y="3005"/>
                      <a:pt x="1497" y="3089"/>
                      <a:pt x="1799" y="3089"/>
                    </a:cubicBezTo>
                    <a:cubicBezTo>
                      <a:pt x="2310" y="3089"/>
                      <a:pt x="2812" y="2848"/>
                      <a:pt x="3116" y="2402"/>
                    </a:cubicBezTo>
                    <a:cubicBezTo>
                      <a:pt x="3602" y="1694"/>
                      <a:pt x="3406" y="735"/>
                      <a:pt x="2680" y="261"/>
                    </a:cubicBezTo>
                    <a:cubicBezTo>
                      <a:pt x="2410" y="85"/>
                      <a:pt x="2104" y="1"/>
                      <a:pt x="18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48"/>
              <p:cNvSpPr/>
              <p:nvPr/>
            </p:nvSpPr>
            <p:spPr>
              <a:xfrm>
                <a:off x="4468519" y="2247481"/>
                <a:ext cx="60042" cy="138608"/>
              </a:xfrm>
              <a:custGeom>
                <a:avLst/>
                <a:gdLst/>
                <a:ahLst/>
                <a:cxnLst/>
                <a:rect l="l" t="t" r="r" b="b"/>
                <a:pathLst>
                  <a:path w="2781" h="6420" extrusionOk="0">
                    <a:moveTo>
                      <a:pt x="2781" y="1"/>
                    </a:moveTo>
                    <a:lnTo>
                      <a:pt x="1" y="4063"/>
                    </a:lnTo>
                    <a:cubicBezTo>
                      <a:pt x="84" y="4031"/>
                      <a:pt x="169" y="4016"/>
                      <a:pt x="256" y="4016"/>
                    </a:cubicBezTo>
                    <a:cubicBezTo>
                      <a:pt x="1364" y="4016"/>
                      <a:pt x="2781" y="6420"/>
                      <a:pt x="2781" y="6420"/>
                    </a:cubicBezTo>
                    <a:cubicBezTo>
                      <a:pt x="1843" y="1432"/>
                      <a:pt x="2780" y="2"/>
                      <a:pt x="2781" y="1"/>
                    </a:cubicBezTo>
                    <a:close/>
                  </a:path>
                </a:pathLst>
              </a:custGeom>
              <a:solidFill>
                <a:srgbClr val="CE8C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 name="Google Shape;393;p48"/>
            <p:cNvGrpSpPr/>
            <p:nvPr/>
          </p:nvGrpSpPr>
          <p:grpSpPr>
            <a:xfrm>
              <a:off x="6012463" y="1248447"/>
              <a:ext cx="937762" cy="1287088"/>
              <a:chOff x="6012463" y="1248447"/>
              <a:chExt cx="937762" cy="1287088"/>
            </a:xfrm>
          </p:grpSpPr>
          <p:sp>
            <p:nvSpPr>
              <p:cNvPr id="394" name="Google Shape;394;p48"/>
              <p:cNvSpPr/>
              <p:nvPr/>
            </p:nvSpPr>
            <p:spPr>
              <a:xfrm>
                <a:off x="6012463" y="1528814"/>
                <a:ext cx="538455" cy="532582"/>
              </a:xfrm>
              <a:custGeom>
                <a:avLst/>
                <a:gdLst/>
                <a:ahLst/>
                <a:cxnLst/>
                <a:rect l="l" t="t" r="r" b="b"/>
                <a:pathLst>
                  <a:path w="24940" h="24668" extrusionOk="0">
                    <a:moveTo>
                      <a:pt x="12911" y="7165"/>
                    </a:moveTo>
                    <a:cubicBezTo>
                      <a:pt x="15619" y="7165"/>
                      <a:pt x="17814" y="9361"/>
                      <a:pt x="17814" y="12069"/>
                    </a:cubicBezTo>
                    <a:cubicBezTo>
                      <a:pt x="17814" y="14776"/>
                      <a:pt x="15619" y="16972"/>
                      <a:pt x="12911" y="16972"/>
                    </a:cubicBezTo>
                    <a:cubicBezTo>
                      <a:pt x="10203" y="16972"/>
                      <a:pt x="8008" y="14776"/>
                      <a:pt x="8008" y="12069"/>
                    </a:cubicBezTo>
                    <a:cubicBezTo>
                      <a:pt x="8008" y="9361"/>
                      <a:pt x="10203" y="7165"/>
                      <a:pt x="12911" y="7165"/>
                    </a:cubicBezTo>
                    <a:close/>
                    <a:moveTo>
                      <a:pt x="10227" y="0"/>
                    </a:moveTo>
                    <a:cubicBezTo>
                      <a:pt x="10024" y="2"/>
                      <a:pt x="9859" y="165"/>
                      <a:pt x="9859" y="368"/>
                    </a:cubicBezTo>
                    <a:lnTo>
                      <a:pt x="9859" y="2514"/>
                    </a:lnTo>
                    <a:cubicBezTo>
                      <a:pt x="9297" y="2692"/>
                      <a:pt x="8750" y="2921"/>
                      <a:pt x="8229" y="3198"/>
                    </a:cubicBezTo>
                    <a:lnTo>
                      <a:pt x="6801" y="1473"/>
                    </a:lnTo>
                    <a:cubicBezTo>
                      <a:pt x="6727" y="1385"/>
                      <a:pt x="6622" y="1340"/>
                      <a:pt x="6517" y="1340"/>
                    </a:cubicBezTo>
                    <a:cubicBezTo>
                      <a:pt x="6434" y="1340"/>
                      <a:pt x="6351" y="1367"/>
                      <a:pt x="6283" y="1424"/>
                    </a:cubicBezTo>
                    <a:lnTo>
                      <a:pt x="2408" y="4629"/>
                    </a:lnTo>
                    <a:cubicBezTo>
                      <a:pt x="2252" y="4759"/>
                      <a:pt x="2229" y="4992"/>
                      <a:pt x="2359" y="5148"/>
                    </a:cubicBezTo>
                    <a:lnTo>
                      <a:pt x="4108" y="7262"/>
                    </a:lnTo>
                    <a:cubicBezTo>
                      <a:pt x="3958" y="7536"/>
                      <a:pt x="3821" y="7815"/>
                      <a:pt x="3697" y="8104"/>
                    </a:cubicBezTo>
                    <a:lnTo>
                      <a:pt x="368" y="8104"/>
                    </a:lnTo>
                    <a:cubicBezTo>
                      <a:pt x="165" y="8105"/>
                      <a:pt x="0" y="8269"/>
                      <a:pt x="0" y="8472"/>
                    </a:cubicBezTo>
                    <a:lnTo>
                      <a:pt x="0" y="13501"/>
                    </a:lnTo>
                    <a:cubicBezTo>
                      <a:pt x="0" y="13703"/>
                      <a:pt x="165" y="13868"/>
                      <a:pt x="368" y="13870"/>
                    </a:cubicBezTo>
                    <a:lnTo>
                      <a:pt x="3044" y="13870"/>
                    </a:lnTo>
                    <a:cubicBezTo>
                      <a:pt x="3214" y="14809"/>
                      <a:pt x="3519" y="15720"/>
                      <a:pt x="3951" y="16574"/>
                    </a:cubicBezTo>
                    <a:lnTo>
                      <a:pt x="1941" y="19002"/>
                    </a:lnTo>
                    <a:cubicBezTo>
                      <a:pt x="1811" y="19160"/>
                      <a:pt x="1833" y="19391"/>
                      <a:pt x="1989" y="19520"/>
                    </a:cubicBezTo>
                    <a:lnTo>
                      <a:pt x="5865" y="22727"/>
                    </a:lnTo>
                    <a:cubicBezTo>
                      <a:pt x="5933" y="22783"/>
                      <a:pt x="6016" y="22811"/>
                      <a:pt x="6099" y="22811"/>
                    </a:cubicBezTo>
                    <a:cubicBezTo>
                      <a:pt x="6204" y="22811"/>
                      <a:pt x="6309" y="22766"/>
                      <a:pt x="6383" y="22678"/>
                    </a:cubicBezTo>
                    <a:lnTo>
                      <a:pt x="7949" y="20783"/>
                    </a:lnTo>
                    <a:cubicBezTo>
                      <a:pt x="8555" y="21128"/>
                      <a:pt x="9193" y="21409"/>
                      <a:pt x="9858" y="21621"/>
                    </a:cubicBezTo>
                    <a:lnTo>
                      <a:pt x="9858" y="24299"/>
                    </a:lnTo>
                    <a:cubicBezTo>
                      <a:pt x="9859" y="24503"/>
                      <a:pt x="10022" y="24667"/>
                      <a:pt x="10226" y="24667"/>
                    </a:cubicBezTo>
                    <a:lnTo>
                      <a:pt x="15255" y="24667"/>
                    </a:lnTo>
                    <a:cubicBezTo>
                      <a:pt x="15457" y="24667"/>
                      <a:pt x="15622" y="24503"/>
                      <a:pt x="15623" y="24299"/>
                    </a:cubicBezTo>
                    <a:lnTo>
                      <a:pt x="15623" y="21723"/>
                    </a:lnTo>
                    <a:cubicBezTo>
                      <a:pt x="16342" y="21521"/>
                      <a:pt x="17036" y="21240"/>
                      <a:pt x="17693" y="20882"/>
                    </a:cubicBezTo>
                    <a:lnTo>
                      <a:pt x="19179" y="22678"/>
                    </a:lnTo>
                    <a:cubicBezTo>
                      <a:pt x="19251" y="22766"/>
                      <a:pt x="19357" y="22811"/>
                      <a:pt x="19463" y="22811"/>
                    </a:cubicBezTo>
                    <a:cubicBezTo>
                      <a:pt x="19545" y="22811"/>
                      <a:pt x="19629" y="22784"/>
                      <a:pt x="19697" y="22727"/>
                    </a:cubicBezTo>
                    <a:lnTo>
                      <a:pt x="23572" y="19522"/>
                    </a:lnTo>
                    <a:cubicBezTo>
                      <a:pt x="23727" y="19391"/>
                      <a:pt x="23749" y="19160"/>
                      <a:pt x="23621" y="19002"/>
                    </a:cubicBezTo>
                    <a:lnTo>
                      <a:pt x="21770" y="16767"/>
                    </a:lnTo>
                    <a:cubicBezTo>
                      <a:pt x="22253" y="15859"/>
                      <a:pt x="22593" y="14881"/>
                      <a:pt x="22777" y="13868"/>
                    </a:cubicBezTo>
                    <a:lnTo>
                      <a:pt x="24572" y="13868"/>
                    </a:lnTo>
                    <a:cubicBezTo>
                      <a:pt x="24775" y="13868"/>
                      <a:pt x="24938" y="13703"/>
                      <a:pt x="24940" y="13500"/>
                    </a:cubicBezTo>
                    <a:lnTo>
                      <a:pt x="24940" y="8474"/>
                    </a:lnTo>
                    <a:cubicBezTo>
                      <a:pt x="24938" y="8270"/>
                      <a:pt x="24775" y="8105"/>
                      <a:pt x="24572" y="8105"/>
                    </a:cubicBezTo>
                    <a:lnTo>
                      <a:pt x="22125" y="8105"/>
                    </a:lnTo>
                    <a:cubicBezTo>
                      <a:pt x="21951" y="7701"/>
                      <a:pt x="21749" y="7309"/>
                      <a:pt x="21524" y="6931"/>
                    </a:cubicBezTo>
                    <a:lnTo>
                      <a:pt x="22999" y="5149"/>
                    </a:lnTo>
                    <a:cubicBezTo>
                      <a:pt x="23127" y="4992"/>
                      <a:pt x="23105" y="4760"/>
                      <a:pt x="22951" y="4631"/>
                    </a:cubicBezTo>
                    <a:lnTo>
                      <a:pt x="19076" y="1424"/>
                    </a:lnTo>
                    <a:cubicBezTo>
                      <a:pt x="19007" y="1368"/>
                      <a:pt x="18924" y="1340"/>
                      <a:pt x="18841" y="1340"/>
                    </a:cubicBezTo>
                    <a:cubicBezTo>
                      <a:pt x="18736" y="1340"/>
                      <a:pt x="18631" y="1385"/>
                      <a:pt x="18559" y="1473"/>
                    </a:cubicBezTo>
                    <a:lnTo>
                      <a:pt x="17268" y="3033"/>
                    </a:lnTo>
                    <a:cubicBezTo>
                      <a:pt x="16739" y="2777"/>
                      <a:pt x="16188" y="2570"/>
                      <a:pt x="15625" y="2412"/>
                    </a:cubicBezTo>
                    <a:lnTo>
                      <a:pt x="15625" y="368"/>
                    </a:lnTo>
                    <a:cubicBezTo>
                      <a:pt x="15623" y="165"/>
                      <a:pt x="15458" y="2"/>
                      <a:pt x="15256" y="0"/>
                    </a:cubicBezTo>
                    <a:close/>
                  </a:path>
                </a:pathLst>
              </a:custGeom>
              <a:solidFill>
                <a:srgbClr val="CAC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48"/>
              <p:cNvSpPr/>
              <p:nvPr/>
            </p:nvSpPr>
            <p:spPr>
              <a:xfrm>
                <a:off x="6012463" y="1528814"/>
                <a:ext cx="273286" cy="532582"/>
              </a:xfrm>
              <a:custGeom>
                <a:avLst/>
                <a:gdLst/>
                <a:ahLst/>
                <a:cxnLst/>
                <a:rect l="l" t="t" r="r" b="b"/>
                <a:pathLst>
                  <a:path w="12658" h="24668" extrusionOk="0">
                    <a:moveTo>
                      <a:pt x="10227" y="0"/>
                    </a:moveTo>
                    <a:cubicBezTo>
                      <a:pt x="10024" y="0"/>
                      <a:pt x="9859" y="165"/>
                      <a:pt x="9859" y="368"/>
                    </a:cubicBezTo>
                    <a:lnTo>
                      <a:pt x="9859" y="2512"/>
                    </a:lnTo>
                    <a:cubicBezTo>
                      <a:pt x="9295" y="2692"/>
                      <a:pt x="8750" y="2921"/>
                      <a:pt x="8228" y="3198"/>
                    </a:cubicBezTo>
                    <a:lnTo>
                      <a:pt x="6800" y="1473"/>
                    </a:lnTo>
                    <a:cubicBezTo>
                      <a:pt x="6727" y="1385"/>
                      <a:pt x="6621" y="1339"/>
                      <a:pt x="6515" y="1339"/>
                    </a:cubicBezTo>
                    <a:cubicBezTo>
                      <a:pt x="6433" y="1339"/>
                      <a:pt x="6350" y="1367"/>
                      <a:pt x="6281" y="1423"/>
                    </a:cubicBezTo>
                    <a:lnTo>
                      <a:pt x="2408" y="4629"/>
                    </a:lnTo>
                    <a:cubicBezTo>
                      <a:pt x="2252" y="4759"/>
                      <a:pt x="2229" y="4992"/>
                      <a:pt x="2359" y="5148"/>
                    </a:cubicBezTo>
                    <a:lnTo>
                      <a:pt x="4107" y="7262"/>
                    </a:lnTo>
                    <a:cubicBezTo>
                      <a:pt x="3958" y="7534"/>
                      <a:pt x="3821" y="7815"/>
                      <a:pt x="3696" y="8104"/>
                    </a:cubicBezTo>
                    <a:lnTo>
                      <a:pt x="368" y="8104"/>
                    </a:lnTo>
                    <a:cubicBezTo>
                      <a:pt x="165" y="8104"/>
                      <a:pt x="0" y="8269"/>
                      <a:pt x="0" y="8472"/>
                    </a:cubicBezTo>
                    <a:lnTo>
                      <a:pt x="0" y="13500"/>
                    </a:lnTo>
                    <a:cubicBezTo>
                      <a:pt x="0" y="13703"/>
                      <a:pt x="165" y="13868"/>
                      <a:pt x="368" y="13868"/>
                    </a:cubicBezTo>
                    <a:lnTo>
                      <a:pt x="3044" y="13868"/>
                    </a:lnTo>
                    <a:cubicBezTo>
                      <a:pt x="3214" y="14809"/>
                      <a:pt x="3519" y="15720"/>
                      <a:pt x="3951" y="16574"/>
                    </a:cubicBezTo>
                    <a:lnTo>
                      <a:pt x="1941" y="19002"/>
                    </a:lnTo>
                    <a:cubicBezTo>
                      <a:pt x="1811" y="19158"/>
                      <a:pt x="1833" y="19391"/>
                      <a:pt x="1989" y="19520"/>
                    </a:cubicBezTo>
                    <a:lnTo>
                      <a:pt x="5865" y="22727"/>
                    </a:lnTo>
                    <a:cubicBezTo>
                      <a:pt x="5933" y="22783"/>
                      <a:pt x="6015" y="22810"/>
                      <a:pt x="6097" y="22810"/>
                    </a:cubicBezTo>
                    <a:cubicBezTo>
                      <a:pt x="6203" y="22810"/>
                      <a:pt x="6309" y="22765"/>
                      <a:pt x="6383" y="22677"/>
                    </a:cubicBezTo>
                    <a:lnTo>
                      <a:pt x="7949" y="20783"/>
                    </a:lnTo>
                    <a:cubicBezTo>
                      <a:pt x="8555" y="21128"/>
                      <a:pt x="9193" y="21409"/>
                      <a:pt x="9858" y="21621"/>
                    </a:cubicBezTo>
                    <a:lnTo>
                      <a:pt x="9858" y="24299"/>
                    </a:lnTo>
                    <a:cubicBezTo>
                      <a:pt x="9859" y="24503"/>
                      <a:pt x="10022" y="24667"/>
                      <a:pt x="10226" y="24667"/>
                    </a:cubicBezTo>
                    <a:lnTo>
                      <a:pt x="12658" y="24667"/>
                    </a:lnTo>
                    <a:lnTo>
                      <a:pt x="12658" y="16958"/>
                    </a:lnTo>
                    <a:cubicBezTo>
                      <a:pt x="10068" y="16827"/>
                      <a:pt x="8008" y="14691"/>
                      <a:pt x="8008" y="12069"/>
                    </a:cubicBezTo>
                    <a:cubicBezTo>
                      <a:pt x="8008" y="9445"/>
                      <a:pt x="10070" y="7310"/>
                      <a:pt x="12658" y="7178"/>
                    </a:cubicBezTo>
                    <a:lnTo>
                      <a:pt x="126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48"/>
              <p:cNvSpPr/>
              <p:nvPr/>
            </p:nvSpPr>
            <p:spPr>
              <a:xfrm>
                <a:off x="6140125" y="2236621"/>
                <a:ext cx="302174" cy="298914"/>
              </a:xfrm>
              <a:custGeom>
                <a:avLst/>
                <a:gdLst/>
                <a:ahLst/>
                <a:cxnLst/>
                <a:rect l="l" t="t" r="r" b="b"/>
                <a:pathLst>
                  <a:path w="13996" h="13845" extrusionOk="0">
                    <a:moveTo>
                      <a:pt x="7247" y="4021"/>
                    </a:moveTo>
                    <a:cubicBezTo>
                      <a:pt x="7601" y="4021"/>
                      <a:pt x="7958" y="4089"/>
                      <a:pt x="8298" y="4230"/>
                    </a:cubicBezTo>
                    <a:cubicBezTo>
                      <a:pt x="9326" y="4657"/>
                      <a:pt x="9997" y="5660"/>
                      <a:pt x="9997" y="6773"/>
                    </a:cubicBezTo>
                    <a:cubicBezTo>
                      <a:pt x="9997" y="8292"/>
                      <a:pt x="8765" y="9525"/>
                      <a:pt x="7245" y="9525"/>
                    </a:cubicBezTo>
                    <a:cubicBezTo>
                      <a:pt x="6132" y="9525"/>
                      <a:pt x="5128" y="8855"/>
                      <a:pt x="4703" y="7826"/>
                    </a:cubicBezTo>
                    <a:cubicBezTo>
                      <a:pt x="4277" y="6798"/>
                      <a:pt x="4513" y="5614"/>
                      <a:pt x="5299" y="4828"/>
                    </a:cubicBezTo>
                    <a:cubicBezTo>
                      <a:pt x="5826" y="4301"/>
                      <a:pt x="6531" y="4021"/>
                      <a:pt x="7247" y="4021"/>
                    </a:cubicBezTo>
                    <a:close/>
                    <a:moveTo>
                      <a:pt x="5739" y="0"/>
                    </a:moveTo>
                    <a:cubicBezTo>
                      <a:pt x="5624" y="2"/>
                      <a:pt x="5533" y="93"/>
                      <a:pt x="5533" y="208"/>
                    </a:cubicBezTo>
                    <a:lnTo>
                      <a:pt x="5533" y="1411"/>
                    </a:lnTo>
                    <a:cubicBezTo>
                      <a:pt x="5217" y="1511"/>
                      <a:pt x="4910" y="1640"/>
                      <a:pt x="4617" y="1795"/>
                    </a:cubicBezTo>
                    <a:lnTo>
                      <a:pt x="3816" y="826"/>
                    </a:lnTo>
                    <a:cubicBezTo>
                      <a:pt x="3775" y="778"/>
                      <a:pt x="3716" y="752"/>
                      <a:pt x="3657" y="752"/>
                    </a:cubicBezTo>
                    <a:cubicBezTo>
                      <a:pt x="3611" y="752"/>
                      <a:pt x="3564" y="768"/>
                      <a:pt x="3525" y="800"/>
                    </a:cubicBezTo>
                    <a:lnTo>
                      <a:pt x="1352" y="2599"/>
                    </a:lnTo>
                    <a:cubicBezTo>
                      <a:pt x="1263" y="2671"/>
                      <a:pt x="1252" y="2802"/>
                      <a:pt x="1324" y="2889"/>
                    </a:cubicBezTo>
                    <a:lnTo>
                      <a:pt x="2306" y="4076"/>
                    </a:lnTo>
                    <a:cubicBezTo>
                      <a:pt x="2222" y="4229"/>
                      <a:pt x="2145" y="4386"/>
                      <a:pt x="2075" y="4548"/>
                    </a:cubicBezTo>
                    <a:lnTo>
                      <a:pt x="208" y="4548"/>
                    </a:lnTo>
                    <a:cubicBezTo>
                      <a:pt x="93" y="4548"/>
                      <a:pt x="0" y="4641"/>
                      <a:pt x="0" y="4754"/>
                    </a:cubicBezTo>
                    <a:lnTo>
                      <a:pt x="0" y="7577"/>
                    </a:lnTo>
                    <a:cubicBezTo>
                      <a:pt x="0" y="7692"/>
                      <a:pt x="93" y="7783"/>
                      <a:pt x="208" y="7784"/>
                    </a:cubicBezTo>
                    <a:lnTo>
                      <a:pt x="1708" y="7784"/>
                    </a:lnTo>
                    <a:cubicBezTo>
                      <a:pt x="1804" y="8311"/>
                      <a:pt x="1976" y="8824"/>
                      <a:pt x="2217" y="9302"/>
                    </a:cubicBezTo>
                    <a:lnTo>
                      <a:pt x="1090" y="10664"/>
                    </a:lnTo>
                    <a:cubicBezTo>
                      <a:pt x="1018" y="10752"/>
                      <a:pt x="1029" y="10882"/>
                      <a:pt x="1118" y="10956"/>
                    </a:cubicBezTo>
                    <a:lnTo>
                      <a:pt x="3291" y="12755"/>
                    </a:lnTo>
                    <a:cubicBezTo>
                      <a:pt x="3330" y="12786"/>
                      <a:pt x="3376" y="12802"/>
                      <a:pt x="3423" y="12802"/>
                    </a:cubicBezTo>
                    <a:cubicBezTo>
                      <a:pt x="3482" y="12802"/>
                      <a:pt x="3541" y="12776"/>
                      <a:pt x="3582" y="12727"/>
                    </a:cubicBezTo>
                    <a:lnTo>
                      <a:pt x="4461" y="11664"/>
                    </a:lnTo>
                    <a:cubicBezTo>
                      <a:pt x="4801" y="11858"/>
                      <a:pt x="5161" y="12016"/>
                      <a:pt x="5533" y="12133"/>
                    </a:cubicBezTo>
                    <a:lnTo>
                      <a:pt x="5533" y="13637"/>
                    </a:lnTo>
                    <a:cubicBezTo>
                      <a:pt x="5533" y="13752"/>
                      <a:pt x="5624" y="13843"/>
                      <a:pt x="5739" y="13844"/>
                    </a:cubicBezTo>
                    <a:lnTo>
                      <a:pt x="8562" y="13844"/>
                    </a:lnTo>
                    <a:cubicBezTo>
                      <a:pt x="8675" y="13843"/>
                      <a:pt x="8768" y="13752"/>
                      <a:pt x="8768" y="13637"/>
                    </a:cubicBezTo>
                    <a:lnTo>
                      <a:pt x="8768" y="12191"/>
                    </a:lnTo>
                    <a:cubicBezTo>
                      <a:pt x="9171" y="12078"/>
                      <a:pt x="9561" y="11920"/>
                      <a:pt x="9929" y="11720"/>
                    </a:cubicBezTo>
                    <a:lnTo>
                      <a:pt x="10763" y="12727"/>
                    </a:lnTo>
                    <a:cubicBezTo>
                      <a:pt x="10804" y="12776"/>
                      <a:pt x="10863" y="12802"/>
                      <a:pt x="10923" y="12802"/>
                    </a:cubicBezTo>
                    <a:cubicBezTo>
                      <a:pt x="10969" y="12802"/>
                      <a:pt x="11016" y="12786"/>
                      <a:pt x="11054" y="12755"/>
                    </a:cubicBezTo>
                    <a:lnTo>
                      <a:pt x="13229" y="10956"/>
                    </a:lnTo>
                    <a:cubicBezTo>
                      <a:pt x="13316" y="10882"/>
                      <a:pt x="13329" y="10752"/>
                      <a:pt x="13255" y="10664"/>
                    </a:cubicBezTo>
                    <a:lnTo>
                      <a:pt x="12217" y="9410"/>
                    </a:lnTo>
                    <a:cubicBezTo>
                      <a:pt x="12490" y="8900"/>
                      <a:pt x="12680" y="8351"/>
                      <a:pt x="12783" y="7783"/>
                    </a:cubicBezTo>
                    <a:lnTo>
                      <a:pt x="13790" y="7783"/>
                    </a:lnTo>
                    <a:cubicBezTo>
                      <a:pt x="13903" y="7783"/>
                      <a:pt x="13996" y="7690"/>
                      <a:pt x="13996" y="7577"/>
                    </a:cubicBezTo>
                    <a:lnTo>
                      <a:pt x="13996" y="4756"/>
                    </a:lnTo>
                    <a:cubicBezTo>
                      <a:pt x="13996" y="4641"/>
                      <a:pt x="13903" y="4548"/>
                      <a:pt x="13790" y="4548"/>
                    </a:cubicBezTo>
                    <a:lnTo>
                      <a:pt x="12416" y="4548"/>
                    </a:lnTo>
                    <a:cubicBezTo>
                      <a:pt x="12318" y="4321"/>
                      <a:pt x="12206" y="4102"/>
                      <a:pt x="12079" y="3890"/>
                    </a:cubicBezTo>
                    <a:lnTo>
                      <a:pt x="12906" y="2890"/>
                    </a:lnTo>
                    <a:cubicBezTo>
                      <a:pt x="12980" y="2802"/>
                      <a:pt x="12967" y="2672"/>
                      <a:pt x="12880" y="2599"/>
                    </a:cubicBezTo>
                    <a:lnTo>
                      <a:pt x="10705" y="800"/>
                    </a:lnTo>
                    <a:cubicBezTo>
                      <a:pt x="10667" y="768"/>
                      <a:pt x="10620" y="753"/>
                      <a:pt x="10574" y="753"/>
                    </a:cubicBezTo>
                    <a:cubicBezTo>
                      <a:pt x="10514" y="753"/>
                      <a:pt x="10456" y="778"/>
                      <a:pt x="10415" y="828"/>
                    </a:cubicBezTo>
                    <a:lnTo>
                      <a:pt x="9689" y="1702"/>
                    </a:lnTo>
                    <a:cubicBezTo>
                      <a:pt x="9394" y="1559"/>
                      <a:pt x="9084" y="1443"/>
                      <a:pt x="8768" y="1353"/>
                    </a:cubicBezTo>
                    <a:lnTo>
                      <a:pt x="8768" y="208"/>
                    </a:lnTo>
                    <a:cubicBezTo>
                      <a:pt x="8768" y="93"/>
                      <a:pt x="8675" y="2"/>
                      <a:pt x="85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48"/>
              <p:cNvSpPr/>
              <p:nvPr/>
            </p:nvSpPr>
            <p:spPr>
              <a:xfrm>
                <a:off x="6648008" y="1248447"/>
                <a:ext cx="302217" cy="298892"/>
              </a:xfrm>
              <a:custGeom>
                <a:avLst/>
                <a:gdLst/>
                <a:ahLst/>
                <a:cxnLst/>
                <a:rect l="l" t="t" r="r" b="b"/>
                <a:pathLst>
                  <a:path w="13998" h="13844" extrusionOk="0">
                    <a:moveTo>
                      <a:pt x="7247" y="4021"/>
                    </a:moveTo>
                    <a:cubicBezTo>
                      <a:pt x="7601" y="4021"/>
                      <a:pt x="7959" y="4090"/>
                      <a:pt x="8299" y="4231"/>
                    </a:cubicBezTo>
                    <a:cubicBezTo>
                      <a:pt x="9326" y="4656"/>
                      <a:pt x="9998" y="5660"/>
                      <a:pt x="9998" y="6772"/>
                    </a:cubicBezTo>
                    <a:cubicBezTo>
                      <a:pt x="9998" y="8293"/>
                      <a:pt x="8765" y="9524"/>
                      <a:pt x="7246" y="9524"/>
                    </a:cubicBezTo>
                    <a:cubicBezTo>
                      <a:pt x="6133" y="9524"/>
                      <a:pt x="5129" y="8854"/>
                      <a:pt x="4703" y="7826"/>
                    </a:cubicBezTo>
                    <a:cubicBezTo>
                      <a:pt x="4278" y="6797"/>
                      <a:pt x="4513" y="5615"/>
                      <a:pt x="5300" y="4827"/>
                    </a:cubicBezTo>
                    <a:cubicBezTo>
                      <a:pt x="5827" y="4301"/>
                      <a:pt x="6531" y="4021"/>
                      <a:pt x="7247" y="4021"/>
                    </a:cubicBezTo>
                    <a:close/>
                    <a:moveTo>
                      <a:pt x="5740" y="1"/>
                    </a:moveTo>
                    <a:cubicBezTo>
                      <a:pt x="5626" y="1"/>
                      <a:pt x="5534" y="93"/>
                      <a:pt x="5534" y="207"/>
                    </a:cubicBezTo>
                    <a:lnTo>
                      <a:pt x="5534" y="1411"/>
                    </a:lnTo>
                    <a:cubicBezTo>
                      <a:pt x="5217" y="1511"/>
                      <a:pt x="4911" y="1639"/>
                      <a:pt x="4618" y="1795"/>
                    </a:cubicBezTo>
                    <a:lnTo>
                      <a:pt x="3817" y="827"/>
                    </a:lnTo>
                    <a:cubicBezTo>
                      <a:pt x="3776" y="777"/>
                      <a:pt x="3717" y="752"/>
                      <a:pt x="3657" y="752"/>
                    </a:cubicBezTo>
                    <a:cubicBezTo>
                      <a:pt x="3611" y="752"/>
                      <a:pt x="3564" y="767"/>
                      <a:pt x="3525" y="799"/>
                    </a:cubicBezTo>
                    <a:lnTo>
                      <a:pt x="1352" y="2598"/>
                    </a:lnTo>
                    <a:cubicBezTo>
                      <a:pt x="1264" y="2671"/>
                      <a:pt x="1252" y="2801"/>
                      <a:pt x="1324" y="2889"/>
                    </a:cubicBezTo>
                    <a:lnTo>
                      <a:pt x="2306" y="4076"/>
                    </a:lnTo>
                    <a:cubicBezTo>
                      <a:pt x="2222" y="4229"/>
                      <a:pt x="2144" y="4387"/>
                      <a:pt x="2075" y="4549"/>
                    </a:cubicBezTo>
                    <a:lnTo>
                      <a:pt x="208" y="4549"/>
                    </a:lnTo>
                    <a:cubicBezTo>
                      <a:pt x="93" y="4549"/>
                      <a:pt x="1" y="4641"/>
                      <a:pt x="1" y="4755"/>
                    </a:cubicBezTo>
                    <a:lnTo>
                      <a:pt x="1" y="7577"/>
                    </a:lnTo>
                    <a:cubicBezTo>
                      <a:pt x="1" y="7691"/>
                      <a:pt x="93" y="7783"/>
                      <a:pt x="208" y="7783"/>
                    </a:cubicBezTo>
                    <a:lnTo>
                      <a:pt x="1710" y="7783"/>
                    </a:lnTo>
                    <a:cubicBezTo>
                      <a:pt x="1806" y="8312"/>
                      <a:pt x="1977" y="8823"/>
                      <a:pt x="2218" y="9303"/>
                    </a:cubicBezTo>
                    <a:lnTo>
                      <a:pt x="1090" y="10665"/>
                    </a:lnTo>
                    <a:cubicBezTo>
                      <a:pt x="1018" y="10751"/>
                      <a:pt x="1030" y="10883"/>
                      <a:pt x="1118" y="10955"/>
                    </a:cubicBezTo>
                    <a:lnTo>
                      <a:pt x="3291" y="12754"/>
                    </a:lnTo>
                    <a:cubicBezTo>
                      <a:pt x="3330" y="12786"/>
                      <a:pt x="3377" y="12801"/>
                      <a:pt x="3424" y="12801"/>
                    </a:cubicBezTo>
                    <a:cubicBezTo>
                      <a:pt x="3484" y="12801"/>
                      <a:pt x="3542" y="12776"/>
                      <a:pt x="3583" y="12727"/>
                    </a:cubicBezTo>
                    <a:lnTo>
                      <a:pt x="4463" y="11664"/>
                    </a:lnTo>
                    <a:cubicBezTo>
                      <a:pt x="4802" y="11857"/>
                      <a:pt x="5161" y="12015"/>
                      <a:pt x="5534" y="12134"/>
                    </a:cubicBezTo>
                    <a:lnTo>
                      <a:pt x="5534" y="13637"/>
                    </a:lnTo>
                    <a:cubicBezTo>
                      <a:pt x="5534" y="13751"/>
                      <a:pt x="5626" y="13843"/>
                      <a:pt x="5740" y="13843"/>
                    </a:cubicBezTo>
                    <a:lnTo>
                      <a:pt x="8562" y="13843"/>
                    </a:lnTo>
                    <a:cubicBezTo>
                      <a:pt x="8676" y="13843"/>
                      <a:pt x="8768" y="13751"/>
                      <a:pt x="8768" y="13637"/>
                    </a:cubicBezTo>
                    <a:lnTo>
                      <a:pt x="8768" y="12191"/>
                    </a:lnTo>
                    <a:cubicBezTo>
                      <a:pt x="9173" y="12078"/>
                      <a:pt x="9562" y="11919"/>
                      <a:pt x="9930" y="11719"/>
                    </a:cubicBezTo>
                    <a:lnTo>
                      <a:pt x="10765" y="12727"/>
                    </a:lnTo>
                    <a:cubicBezTo>
                      <a:pt x="10805" y="12776"/>
                      <a:pt x="10864" y="12801"/>
                      <a:pt x="10923" y="12801"/>
                    </a:cubicBezTo>
                    <a:cubicBezTo>
                      <a:pt x="10970" y="12801"/>
                      <a:pt x="11017" y="12786"/>
                      <a:pt x="11055" y="12754"/>
                    </a:cubicBezTo>
                    <a:lnTo>
                      <a:pt x="13229" y="10955"/>
                    </a:lnTo>
                    <a:cubicBezTo>
                      <a:pt x="13318" y="10883"/>
                      <a:pt x="13330" y="10751"/>
                      <a:pt x="13257" y="10665"/>
                    </a:cubicBezTo>
                    <a:lnTo>
                      <a:pt x="12218" y="9410"/>
                    </a:lnTo>
                    <a:cubicBezTo>
                      <a:pt x="12490" y="8899"/>
                      <a:pt x="12680" y="8352"/>
                      <a:pt x="12783" y="7783"/>
                    </a:cubicBezTo>
                    <a:lnTo>
                      <a:pt x="13790" y="7783"/>
                    </a:lnTo>
                    <a:cubicBezTo>
                      <a:pt x="13905" y="7782"/>
                      <a:pt x="13997" y="7691"/>
                      <a:pt x="13998" y="7576"/>
                    </a:cubicBezTo>
                    <a:lnTo>
                      <a:pt x="13998" y="4755"/>
                    </a:lnTo>
                    <a:cubicBezTo>
                      <a:pt x="13997" y="4640"/>
                      <a:pt x="13904" y="4549"/>
                      <a:pt x="13790" y="4549"/>
                    </a:cubicBezTo>
                    <a:lnTo>
                      <a:pt x="12417" y="4549"/>
                    </a:lnTo>
                    <a:cubicBezTo>
                      <a:pt x="12320" y="4322"/>
                      <a:pt x="12206" y="4101"/>
                      <a:pt x="12080" y="3889"/>
                    </a:cubicBezTo>
                    <a:lnTo>
                      <a:pt x="12908" y="2889"/>
                    </a:lnTo>
                    <a:cubicBezTo>
                      <a:pt x="12981" y="2801"/>
                      <a:pt x="12967" y="2671"/>
                      <a:pt x="12880" y="2598"/>
                    </a:cubicBezTo>
                    <a:lnTo>
                      <a:pt x="10706" y="799"/>
                    </a:lnTo>
                    <a:cubicBezTo>
                      <a:pt x="10667" y="767"/>
                      <a:pt x="10621" y="752"/>
                      <a:pt x="10575" y="752"/>
                    </a:cubicBezTo>
                    <a:cubicBezTo>
                      <a:pt x="10516" y="752"/>
                      <a:pt x="10457" y="778"/>
                      <a:pt x="10416" y="827"/>
                    </a:cubicBezTo>
                    <a:lnTo>
                      <a:pt x="9691" y="1703"/>
                    </a:lnTo>
                    <a:cubicBezTo>
                      <a:pt x="9394" y="1558"/>
                      <a:pt x="9086" y="1442"/>
                      <a:pt x="8768" y="1354"/>
                    </a:cubicBezTo>
                    <a:lnTo>
                      <a:pt x="8768" y="207"/>
                    </a:lnTo>
                    <a:cubicBezTo>
                      <a:pt x="8768" y="93"/>
                      <a:pt x="8676" y="1"/>
                      <a:pt x="8562" y="1"/>
                    </a:cubicBezTo>
                    <a:close/>
                  </a:path>
                </a:pathLst>
              </a:custGeom>
              <a:solidFill>
                <a:srgbClr val="CAC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6" name="Google Shape;406;p48"/>
            <p:cNvSpPr/>
            <p:nvPr/>
          </p:nvSpPr>
          <p:spPr>
            <a:xfrm>
              <a:off x="2193775" y="2455349"/>
              <a:ext cx="227170" cy="262988"/>
            </a:xfrm>
            <a:custGeom>
              <a:avLst/>
              <a:gdLst/>
              <a:ahLst/>
              <a:cxnLst/>
              <a:rect l="l" t="t" r="r" b="b"/>
              <a:pathLst>
                <a:path w="10522" h="12181" extrusionOk="0">
                  <a:moveTo>
                    <a:pt x="165" y="0"/>
                  </a:moveTo>
                  <a:cubicBezTo>
                    <a:pt x="57" y="604"/>
                    <a:pt x="1" y="1216"/>
                    <a:pt x="1" y="1830"/>
                  </a:cubicBezTo>
                  <a:cubicBezTo>
                    <a:pt x="1" y="7537"/>
                    <a:pt x="4643" y="12181"/>
                    <a:pt x="10349" y="12181"/>
                  </a:cubicBezTo>
                  <a:cubicBezTo>
                    <a:pt x="10402" y="12181"/>
                    <a:pt x="10455" y="12178"/>
                    <a:pt x="10508" y="12176"/>
                  </a:cubicBezTo>
                  <a:cubicBezTo>
                    <a:pt x="10522" y="10560"/>
                    <a:pt x="10511" y="8944"/>
                    <a:pt x="10448" y="7329"/>
                  </a:cubicBezTo>
                  <a:cubicBezTo>
                    <a:pt x="10416" y="7329"/>
                    <a:pt x="10383" y="7335"/>
                    <a:pt x="10351" y="7335"/>
                  </a:cubicBezTo>
                  <a:cubicBezTo>
                    <a:pt x="7384" y="7335"/>
                    <a:pt x="4609" y="4678"/>
                    <a:pt x="4893" y="1146"/>
                  </a:cubicBezTo>
                  <a:cubicBezTo>
                    <a:pt x="3210" y="750"/>
                    <a:pt x="1622" y="906"/>
                    <a:pt x="165" y="0"/>
                  </a:cubicBezTo>
                  <a:close/>
                </a:path>
              </a:pathLst>
            </a:custGeom>
            <a:solidFill>
              <a:srgbClr val="CAC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48"/>
            <p:cNvSpPr/>
            <p:nvPr/>
          </p:nvSpPr>
          <p:spPr>
            <a:xfrm>
              <a:off x="2194164" y="2271381"/>
              <a:ext cx="277000" cy="210934"/>
            </a:xfrm>
            <a:custGeom>
              <a:avLst/>
              <a:gdLst/>
              <a:ahLst/>
              <a:cxnLst/>
              <a:rect l="l" t="t" r="r" b="b"/>
              <a:pathLst>
                <a:path w="12830" h="9770" extrusionOk="0">
                  <a:moveTo>
                    <a:pt x="10333" y="1"/>
                  </a:moveTo>
                  <a:cubicBezTo>
                    <a:pt x="4821" y="1"/>
                    <a:pt x="302" y="4332"/>
                    <a:pt x="0" y="9770"/>
                  </a:cubicBezTo>
                  <a:cubicBezTo>
                    <a:pt x="1624" y="9724"/>
                    <a:pt x="3250" y="9690"/>
                    <a:pt x="4875" y="9667"/>
                  </a:cubicBezTo>
                  <a:cubicBezTo>
                    <a:pt x="5214" y="6955"/>
                    <a:pt x="7530" y="4848"/>
                    <a:pt x="10333" y="4848"/>
                  </a:cubicBezTo>
                  <a:cubicBezTo>
                    <a:pt x="10596" y="4849"/>
                    <a:pt x="10861" y="4870"/>
                    <a:pt x="11122" y="4910"/>
                  </a:cubicBezTo>
                  <a:cubicBezTo>
                    <a:pt x="11679" y="3370"/>
                    <a:pt x="12231" y="1830"/>
                    <a:pt x="12830" y="309"/>
                  </a:cubicBezTo>
                  <a:cubicBezTo>
                    <a:pt x="12013" y="104"/>
                    <a:pt x="11174" y="1"/>
                    <a:pt x="103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48"/>
            <p:cNvSpPr/>
            <p:nvPr/>
          </p:nvSpPr>
          <p:spPr>
            <a:xfrm>
              <a:off x="2193775" y="2271381"/>
              <a:ext cx="446913" cy="446956"/>
            </a:xfrm>
            <a:custGeom>
              <a:avLst/>
              <a:gdLst/>
              <a:ahLst/>
              <a:cxnLst/>
              <a:rect l="l" t="t" r="r" b="b"/>
              <a:pathLst>
                <a:path w="20700" h="20702" extrusionOk="0">
                  <a:moveTo>
                    <a:pt x="10351" y="4848"/>
                  </a:moveTo>
                  <a:cubicBezTo>
                    <a:pt x="13385" y="4848"/>
                    <a:pt x="15854" y="7315"/>
                    <a:pt x="15854" y="10351"/>
                  </a:cubicBezTo>
                  <a:cubicBezTo>
                    <a:pt x="15854" y="13387"/>
                    <a:pt x="13385" y="15856"/>
                    <a:pt x="10351" y="15856"/>
                  </a:cubicBezTo>
                  <a:cubicBezTo>
                    <a:pt x="7315" y="15856"/>
                    <a:pt x="4846" y="13387"/>
                    <a:pt x="4846" y="10351"/>
                  </a:cubicBezTo>
                  <a:cubicBezTo>
                    <a:pt x="4846" y="7315"/>
                    <a:pt x="7315" y="4848"/>
                    <a:pt x="10351" y="4848"/>
                  </a:cubicBezTo>
                  <a:close/>
                  <a:moveTo>
                    <a:pt x="10351" y="1"/>
                  </a:moveTo>
                  <a:cubicBezTo>
                    <a:pt x="4644" y="1"/>
                    <a:pt x="1" y="4645"/>
                    <a:pt x="1" y="10351"/>
                  </a:cubicBezTo>
                  <a:cubicBezTo>
                    <a:pt x="1" y="16058"/>
                    <a:pt x="4644" y="20702"/>
                    <a:pt x="10351" y="20702"/>
                  </a:cubicBezTo>
                  <a:cubicBezTo>
                    <a:pt x="16058" y="20702"/>
                    <a:pt x="20700" y="16058"/>
                    <a:pt x="20700" y="10351"/>
                  </a:cubicBezTo>
                  <a:cubicBezTo>
                    <a:pt x="20700" y="4645"/>
                    <a:pt x="16058" y="1"/>
                    <a:pt x="1035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48"/>
            <p:cNvSpPr/>
            <p:nvPr/>
          </p:nvSpPr>
          <p:spPr>
            <a:xfrm>
              <a:off x="3030884" y="1856723"/>
              <a:ext cx="104107" cy="100156"/>
            </a:xfrm>
            <a:custGeom>
              <a:avLst/>
              <a:gdLst/>
              <a:ahLst/>
              <a:cxnLst/>
              <a:rect l="l" t="t" r="r" b="b"/>
              <a:pathLst>
                <a:path w="4822" h="4639" extrusionOk="0">
                  <a:moveTo>
                    <a:pt x="2502" y="1"/>
                  </a:moveTo>
                  <a:cubicBezTo>
                    <a:pt x="1564" y="1"/>
                    <a:pt x="719" y="566"/>
                    <a:pt x="360" y="1433"/>
                  </a:cubicBezTo>
                  <a:cubicBezTo>
                    <a:pt x="1" y="2299"/>
                    <a:pt x="200" y="3297"/>
                    <a:pt x="864" y="3960"/>
                  </a:cubicBezTo>
                  <a:cubicBezTo>
                    <a:pt x="1307" y="4403"/>
                    <a:pt x="1899" y="4639"/>
                    <a:pt x="2503" y="4639"/>
                  </a:cubicBezTo>
                  <a:cubicBezTo>
                    <a:pt x="2802" y="4639"/>
                    <a:pt x="3103" y="4581"/>
                    <a:pt x="3390" y="4462"/>
                  </a:cubicBezTo>
                  <a:cubicBezTo>
                    <a:pt x="4257" y="4104"/>
                    <a:pt x="4821" y="3257"/>
                    <a:pt x="4821" y="2320"/>
                  </a:cubicBezTo>
                  <a:cubicBezTo>
                    <a:pt x="4821" y="1040"/>
                    <a:pt x="3783" y="1"/>
                    <a:pt x="25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48"/>
            <p:cNvSpPr/>
            <p:nvPr/>
          </p:nvSpPr>
          <p:spPr>
            <a:xfrm>
              <a:off x="5334097" y="1025120"/>
              <a:ext cx="533597" cy="533597"/>
            </a:xfrm>
            <a:custGeom>
              <a:avLst/>
              <a:gdLst/>
              <a:ahLst/>
              <a:cxnLst/>
              <a:rect l="l" t="t" r="r" b="b"/>
              <a:pathLst>
                <a:path w="24715" h="24715" extrusionOk="0">
                  <a:moveTo>
                    <a:pt x="12359" y="5785"/>
                  </a:moveTo>
                  <a:cubicBezTo>
                    <a:pt x="15982" y="5785"/>
                    <a:pt x="18930" y="8734"/>
                    <a:pt x="18930" y="12357"/>
                  </a:cubicBezTo>
                  <a:cubicBezTo>
                    <a:pt x="18930" y="15982"/>
                    <a:pt x="15982" y="18930"/>
                    <a:pt x="12359" y="18930"/>
                  </a:cubicBezTo>
                  <a:cubicBezTo>
                    <a:pt x="8734" y="18930"/>
                    <a:pt x="5787" y="15982"/>
                    <a:pt x="5787" y="12357"/>
                  </a:cubicBezTo>
                  <a:cubicBezTo>
                    <a:pt x="5787" y="8734"/>
                    <a:pt x="8734" y="5785"/>
                    <a:pt x="12359" y="5785"/>
                  </a:cubicBezTo>
                  <a:close/>
                  <a:moveTo>
                    <a:pt x="12359" y="0"/>
                  </a:moveTo>
                  <a:cubicBezTo>
                    <a:pt x="5545" y="0"/>
                    <a:pt x="1" y="5544"/>
                    <a:pt x="1" y="12357"/>
                  </a:cubicBezTo>
                  <a:cubicBezTo>
                    <a:pt x="1" y="19171"/>
                    <a:pt x="5545" y="24714"/>
                    <a:pt x="12359" y="24714"/>
                  </a:cubicBezTo>
                  <a:cubicBezTo>
                    <a:pt x="19172" y="24714"/>
                    <a:pt x="24715" y="19171"/>
                    <a:pt x="24715" y="12357"/>
                  </a:cubicBezTo>
                  <a:cubicBezTo>
                    <a:pt x="24715" y="5544"/>
                    <a:pt x="19172" y="0"/>
                    <a:pt x="123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6" name="Google Shape;2726;p98">
            <a:extLst>
              <a:ext uri="{FF2B5EF4-FFF2-40B4-BE49-F238E27FC236}">
                <a16:creationId xmlns:a16="http://schemas.microsoft.com/office/drawing/2014/main" id="{596950F4-A7F1-3BCF-3A14-C29AE5A7624C}"/>
              </a:ext>
            </a:extLst>
          </p:cNvPr>
          <p:cNvSpPr/>
          <p:nvPr/>
        </p:nvSpPr>
        <p:spPr>
          <a:xfrm>
            <a:off x="3691771" y="1378463"/>
            <a:ext cx="1474397" cy="1327042"/>
          </a:xfrm>
          <a:custGeom>
            <a:avLst/>
            <a:gdLst/>
            <a:ahLst/>
            <a:cxnLst/>
            <a:rect l="l" t="t" r="r" b="b"/>
            <a:pathLst>
              <a:path w="50519" h="45470" extrusionOk="0">
                <a:moveTo>
                  <a:pt x="0" y="0"/>
                </a:moveTo>
                <a:lnTo>
                  <a:pt x="0" y="45470"/>
                </a:lnTo>
                <a:lnTo>
                  <a:pt x="50519" y="45470"/>
                </a:lnTo>
                <a:lnTo>
                  <a:pt x="505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2727;p98">
            <a:extLst>
              <a:ext uri="{FF2B5EF4-FFF2-40B4-BE49-F238E27FC236}">
                <a16:creationId xmlns:a16="http://schemas.microsoft.com/office/drawing/2014/main" id="{DF4C6BFE-E354-7ED6-416B-74DE73E6E060}"/>
              </a:ext>
            </a:extLst>
          </p:cNvPr>
          <p:cNvSpPr/>
          <p:nvPr/>
        </p:nvSpPr>
        <p:spPr>
          <a:xfrm>
            <a:off x="3821381" y="1538981"/>
            <a:ext cx="125116" cy="100105"/>
          </a:xfrm>
          <a:custGeom>
            <a:avLst/>
            <a:gdLst/>
            <a:ahLst/>
            <a:cxnLst/>
            <a:rect l="l" t="t" r="r" b="b"/>
            <a:pathLst>
              <a:path w="4287" h="3430" extrusionOk="0">
                <a:moveTo>
                  <a:pt x="0" y="1"/>
                </a:moveTo>
                <a:lnTo>
                  <a:pt x="0" y="3430"/>
                </a:lnTo>
                <a:lnTo>
                  <a:pt x="4287" y="3430"/>
                </a:lnTo>
                <a:lnTo>
                  <a:pt x="428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2728;p98">
            <a:extLst>
              <a:ext uri="{FF2B5EF4-FFF2-40B4-BE49-F238E27FC236}">
                <a16:creationId xmlns:a16="http://schemas.microsoft.com/office/drawing/2014/main" id="{360AC757-48E3-6B4C-AD80-3B8AA56F37A0}"/>
              </a:ext>
            </a:extLst>
          </p:cNvPr>
          <p:cNvSpPr/>
          <p:nvPr/>
        </p:nvSpPr>
        <p:spPr>
          <a:xfrm>
            <a:off x="3970458" y="1538981"/>
            <a:ext cx="343683" cy="100105"/>
          </a:xfrm>
          <a:custGeom>
            <a:avLst/>
            <a:gdLst/>
            <a:ahLst/>
            <a:cxnLst/>
            <a:rect l="l" t="t" r="r" b="b"/>
            <a:pathLst>
              <a:path w="11776" h="3430" extrusionOk="0">
                <a:moveTo>
                  <a:pt x="0" y="1"/>
                </a:moveTo>
                <a:lnTo>
                  <a:pt x="0" y="3430"/>
                </a:lnTo>
                <a:lnTo>
                  <a:pt x="11776" y="3430"/>
                </a:lnTo>
                <a:lnTo>
                  <a:pt x="117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2729;p98">
            <a:extLst>
              <a:ext uri="{FF2B5EF4-FFF2-40B4-BE49-F238E27FC236}">
                <a16:creationId xmlns:a16="http://schemas.microsoft.com/office/drawing/2014/main" id="{ED51FA7E-6C38-0FD9-8FCA-D525F2DE7D59}"/>
              </a:ext>
            </a:extLst>
          </p:cNvPr>
          <p:cNvSpPr/>
          <p:nvPr/>
        </p:nvSpPr>
        <p:spPr>
          <a:xfrm>
            <a:off x="4695997" y="2186333"/>
            <a:ext cx="343683" cy="100105"/>
          </a:xfrm>
          <a:custGeom>
            <a:avLst/>
            <a:gdLst/>
            <a:ahLst/>
            <a:cxnLst/>
            <a:rect l="l" t="t" r="r" b="b"/>
            <a:pathLst>
              <a:path w="11776" h="3430" extrusionOk="0">
                <a:moveTo>
                  <a:pt x="1" y="1"/>
                </a:moveTo>
                <a:lnTo>
                  <a:pt x="1" y="3430"/>
                </a:lnTo>
                <a:lnTo>
                  <a:pt x="11776" y="3430"/>
                </a:lnTo>
                <a:lnTo>
                  <a:pt x="117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2730;p98">
            <a:extLst>
              <a:ext uri="{FF2B5EF4-FFF2-40B4-BE49-F238E27FC236}">
                <a16:creationId xmlns:a16="http://schemas.microsoft.com/office/drawing/2014/main" id="{771AAF99-3E88-5138-F8F1-28C0B3B89FD2}"/>
              </a:ext>
            </a:extLst>
          </p:cNvPr>
          <p:cNvSpPr/>
          <p:nvPr/>
        </p:nvSpPr>
        <p:spPr>
          <a:xfrm>
            <a:off x="3946468" y="1731835"/>
            <a:ext cx="1093212" cy="31316"/>
          </a:xfrm>
          <a:custGeom>
            <a:avLst/>
            <a:gdLst/>
            <a:ahLst/>
            <a:cxnLst/>
            <a:rect l="l" t="t" r="r" b="b"/>
            <a:pathLst>
              <a:path w="37458" h="1073" extrusionOk="0">
                <a:moveTo>
                  <a:pt x="1" y="1"/>
                </a:moveTo>
                <a:lnTo>
                  <a:pt x="1" y="1072"/>
                </a:lnTo>
                <a:lnTo>
                  <a:pt x="37458" y="1072"/>
                </a:lnTo>
                <a:lnTo>
                  <a:pt x="374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2731;p98">
            <a:extLst>
              <a:ext uri="{FF2B5EF4-FFF2-40B4-BE49-F238E27FC236}">
                <a16:creationId xmlns:a16="http://schemas.microsoft.com/office/drawing/2014/main" id="{69E7D37C-3B67-667D-8719-D0B67E65C8A8}"/>
              </a:ext>
            </a:extLst>
          </p:cNvPr>
          <p:cNvSpPr/>
          <p:nvPr/>
        </p:nvSpPr>
        <p:spPr>
          <a:xfrm>
            <a:off x="3821381" y="1805498"/>
            <a:ext cx="1218299" cy="30965"/>
          </a:xfrm>
          <a:custGeom>
            <a:avLst/>
            <a:gdLst/>
            <a:ahLst/>
            <a:cxnLst/>
            <a:rect l="l" t="t" r="r" b="b"/>
            <a:pathLst>
              <a:path w="41744" h="1061" extrusionOk="0">
                <a:moveTo>
                  <a:pt x="0" y="1"/>
                </a:moveTo>
                <a:lnTo>
                  <a:pt x="0" y="1060"/>
                </a:lnTo>
                <a:lnTo>
                  <a:pt x="41744" y="1060"/>
                </a:lnTo>
                <a:lnTo>
                  <a:pt x="4174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2732;p98">
            <a:extLst>
              <a:ext uri="{FF2B5EF4-FFF2-40B4-BE49-F238E27FC236}">
                <a16:creationId xmlns:a16="http://schemas.microsoft.com/office/drawing/2014/main" id="{1E50EA00-5FC3-181B-D7F8-253DD6D8EDD0}"/>
              </a:ext>
            </a:extLst>
          </p:cNvPr>
          <p:cNvSpPr/>
          <p:nvPr/>
        </p:nvSpPr>
        <p:spPr>
          <a:xfrm>
            <a:off x="3821381" y="1878811"/>
            <a:ext cx="1218299" cy="31316"/>
          </a:xfrm>
          <a:custGeom>
            <a:avLst/>
            <a:gdLst/>
            <a:ahLst/>
            <a:cxnLst/>
            <a:rect l="l" t="t" r="r" b="b"/>
            <a:pathLst>
              <a:path w="41744" h="1073" extrusionOk="0">
                <a:moveTo>
                  <a:pt x="0" y="1"/>
                </a:moveTo>
                <a:lnTo>
                  <a:pt x="0" y="1073"/>
                </a:lnTo>
                <a:lnTo>
                  <a:pt x="41744" y="1073"/>
                </a:lnTo>
                <a:lnTo>
                  <a:pt x="4174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2733;p98">
            <a:extLst>
              <a:ext uri="{FF2B5EF4-FFF2-40B4-BE49-F238E27FC236}">
                <a16:creationId xmlns:a16="http://schemas.microsoft.com/office/drawing/2014/main" id="{4B2D6C6E-596B-61AC-DAEF-1ED35C5910E3}"/>
              </a:ext>
            </a:extLst>
          </p:cNvPr>
          <p:cNvSpPr/>
          <p:nvPr/>
        </p:nvSpPr>
        <p:spPr>
          <a:xfrm>
            <a:off x="3821381" y="1952503"/>
            <a:ext cx="1218299" cy="30936"/>
          </a:xfrm>
          <a:custGeom>
            <a:avLst/>
            <a:gdLst/>
            <a:ahLst/>
            <a:cxnLst/>
            <a:rect l="l" t="t" r="r" b="b"/>
            <a:pathLst>
              <a:path w="41744" h="1060" extrusionOk="0">
                <a:moveTo>
                  <a:pt x="0" y="0"/>
                </a:moveTo>
                <a:lnTo>
                  <a:pt x="0" y="1060"/>
                </a:lnTo>
                <a:lnTo>
                  <a:pt x="41744" y="1060"/>
                </a:lnTo>
                <a:lnTo>
                  <a:pt x="4174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2734;p98">
            <a:extLst>
              <a:ext uri="{FF2B5EF4-FFF2-40B4-BE49-F238E27FC236}">
                <a16:creationId xmlns:a16="http://schemas.microsoft.com/office/drawing/2014/main" id="{BE72E66F-EE65-C32F-4A2C-A58B1C90863F}"/>
              </a:ext>
            </a:extLst>
          </p:cNvPr>
          <p:cNvSpPr/>
          <p:nvPr/>
        </p:nvSpPr>
        <p:spPr>
          <a:xfrm>
            <a:off x="3821381" y="2025816"/>
            <a:ext cx="1218299" cy="31286"/>
          </a:xfrm>
          <a:custGeom>
            <a:avLst/>
            <a:gdLst/>
            <a:ahLst/>
            <a:cxnLst/>
            <a:rect l="l" t="t" r="r" b="b"/>
            <a:pathLst>
              <a:path w="41744" h="1072" extrusionOk="0">
                <a:moveTo>
                  <a:pt x="0" y="0"/>
                </a:moveTo>
                <a:lnTo>
                  <a:pt x="0" y="1072"/>
                </a:lnTo>
                <a:lnTo>
                  <a:pt x="41744" y="1072"/>
                </a:lnTo>
                <a:lnTo>
                  <a:pt x="4174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2735;p98">
            <a:extLst>
              <a:ext uri="{FF2B5EF4-FFF2-40B4-BE49-F238E27FC236}">
                <a16:creationId xmlns:a16="http://schemas.microsoft.com/office/drawing/2014/main" id="{FAE03C93-2464-6AA2-FF29-AAF9C8256E22}"/>
              </a:ext>
            </a:extLst>
          </p:cNvPr>
          <p:cNvSpPr/>
          <p:nvPr/>
        </p:nvSpPr>
        <p:spPr>
          <a:xfrm>
            <a:off x="3566684" y="2156477"/>
            <a:ext cx="1724571" cy="677968"/>
          </a:xfrm>
          <a:custGeom>
            <a:avLst/>
            <a:gdLst/>
            <a:ahLst/>
            <a:cxnLst/>
            <a:rect l="l" t="t" r="r" b="b"/>
            <a:pathLst>
              <a:path w="59091" h="23230" extrusionOk="0">
                <a:moveTo>
                  <a:pt x="0" y="0"/>
                </a:moveTo>
                <a:lnTo>
                  <a:pt x="0" y="23229"/>
                </a:lnTo>
                <a:lnTo>
                  <a:pt x="59091" y="23229"/>
                </a:lnTo>
                <a:lnTo>
                  <a:pt x="59091" y="0"/>
                </a:lnTo>
                <a:lnTo>
                  <a:pt x="29552" y="12656"/>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344;p48"/>
          <p:cNvSpPr/>
          <p:nvPr/>
        </p:nvSpPr>
        <p:spPr>
          <a:xfrm>
            <a:off x="3097218" y="2533545"/>
            <a:ext cx="771303" cy="438191"/>
          </a:xfrm>
          <a:custGeom>
            <a:avLst/>
            <a:gdLst/>
            <a:ahLst/>
            <a:cxnLst/>
            <a:rect l="l" t="t" r="r" b="b"/>
            <a:pathLst>
              <a:path w="35725" h="20296" extrusionOk="0">
                <a:moveTo>
                  <a:pt x="5386" y="0"/>
                </a:moveTo>
                <a:cubicBezTo>
                  <a:pt x="2412" y="0"/>
                  <a:pt x="0" y="2410"/>
                  <a:pt x="0" y="5386"/>
                </a:cubicBezTo>
                <a:lnTo>
                  <a:pt x="0" y="10611"/>
                </a:lnTo>
                <a:cubicBezTo>
                  <a:pt x="0" y="13585"/>
                  <a:pt x="2410" y="15997"/>
                  <a:pt x="5386" y="15997"/>
                </a:cubicBezTo>
                <a:lnTo>
                  <a:pt x="6947" y="15997"/>
                </a:lnTo>
                <a:lnTo>
                  <a:pt x="4542" y="20296"/>
                </a:lnTo>
                <a:lnTo>
                  <a:pt x="10751" y="15995"/>
                </a:lnTo>
                <a:lnTo>
                  <a:pt x="30339" y="15995"/>
                </a:lnTo>
                <a:cubicBezTo>
                  <a:pt x="33314" y="15995"/>
                  <a:pt x="35724" y="13585"/>
                  <a:pt x="35724" y="10611"/>
                </a:cubicBezTo>
                <a:lnTo>
                  <a:pt x="35724" y="5386"/>
                </a:lnTo>
                <a:cubicBezTo>
                  <a:pt x="35724" y="2410"/>
                  <a:pt x="33314" y="0"/>
                  <a:pt x="303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345;p48"/>
          <p:cNvSpPr/>
          <p:nvPr/>
        </p:nvSpPr>
        <p:spPr>
          <a:xfrm>
            <a:off x="3186925" y="2620596"/>
            <a:ext cx="187963" cy="171273"/>
          </a:xfrm>
          <a:custGeom>
            <a:avLst/>
            <a:gdLst/>
            <a:ahLst/>
            <a:cxnLst/>
            <a:rect l="l" t="t" r="r" b="b"/>
            <a:pathLst>
              <a:path w="8706" h="7933" extrusionOk="0">
                <a:moveTo>
                  <a:pt x="4352" y="1"/>
                </a:moveTo>
                <a:cubicBezTo>
                  <a:pt x="3337" y="1"/>
                  <a:pt x="2323" y="387"/>
                  <a:pt x="1549" y="1161"/>
                </a:cubicBezTo>
                <a:cubicBezTo>
                  <a:pt x="0" y="2710"/>
                  <a:pt x="0" y="5222"/>
                  <a:pt x="1549" y="6771"/>
                </a:cubicBezTo>
                <a:cubicBezTo>
                  <a:pt x="2323" y="7545"/>
                  <a:pt x="3337" y="7932"/>
                  <a:pt x="4352" y="7932"/>
                </a:cubicBezTo>
                <a:cubicBezTo>
                  <a:pt x="5367" y="7932"/>
                  <a:pt x="6383" y="7545"/>
                  <a:pt x="7157" y="6771"/>
                </a:cubicBezTo>
                <a:cubicBezTo>
                  <a:pt x="8706" y="5222"/>
                  <a:pt x="8706" y="2710"/>
                  <a:pt x="7157" y="1161"/>
                </a:cubicBezTo>
                <a:cubicBezTo>
                  <a:pt x="6383" y="387"/>
                  <a:pt x="5367" y="1"/>
                  <a:pt x="435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17"/>
                                        </p:tgtEl>
                                        <p:attrNameLst>
                                          <p:attrName>style.visibility</p:attrName>
                                        </p:attrNameLst>
                                      </p:cBhvr>
                                      <p:to>
                                        <p:strVal val="visible"/>
                                      </p:to>
                                    </p:set>
                                    <p:animEffect transition="in" filter="fade">
                                      <p:cBhvr>
                                        <p:cTn id="7" dur="1000"/>
                                        <p:tgtEl>
                                          <p:spTgt spid="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5">
          <a:extLst>
            <a:ext uri="{FF2B5EF4-FFF2-40B4-BE49-F238E27FC236}">
              <a16:creationId xmlns:a16="http://schemas.microsoft.com/office/drawing/2014/main" id="{9E73832B-8583-4537-6FCC-030EF293097E}"/>
            </a:ext>
          </a:extLst>
        </p:cNvPr>
        <p:cNvGrpSpPr/>
        <p:nvPr/>
      </p:nvGrpSpPr>
      <p:grpSpPr>
        <a:xfrm>
          <a:off x="0" y="0"/>
          <a:ext cx="0" cy="0"/>
          <a:chOff x="0" y="0"/>
          <a:chExt cx="0" cy="0"/>
        </a:xfrm>
      </p:grpSpPr>
      <p:sp>
        <p:nvSpPr>
          <p:cNvPr id="746" name="Google Shape;746;p57">
            <a:extLst>
              <a:ext uri="{FF2B5EF4-FFF2-40B4-BE49-F238E27FC236}">
                <a16:creationId xmlns:a16="http://schemas.microsoft.com/office/drawing/2014/main" id="{686F499F-485E-DF98-82B8-51564913AFE1}"/>
              </a:ext>
            </a:extLst>
          </p:cNvPr>
          <p:cNvSpPr txBox="1">
            <a:spLocks noGrp="1"/>
          </p:cNvSpPr>
          <p:nvPr>
            <p:ph type="title"/>
          </p:nvPr>
        </p:nvSpPr>
        <p:spPr>
          <a:xfrm>
            <a:off x="876900" y="387000"/>
            <a:ext cx="75540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Introduction</a:t>
            </a:r>
            <a:endParaRPr dirty="0"/>
          </a:p>
        </p:txBody>
      </p:sp>
      <p:sp>
        <p:nvSpPr>
          <p:cNvPr id="747" name="Google Shape;747;p57">
            <a:extLst>
              <a:ext uri="{FF2B5EF4-FFF2-40B4-BE49-F238E27FC236}">
                <a16:creationId xmlns:a16="http://schemas.microsoft.com/office/drawing/2014/main" id="{C42C5ED7-2D9D-433E-6F8D-62C62C2971D8}"/>
              </a:ext>
            </a:extLst>
          </p:cNvPr>
          <p:cNvSpPr txBox="1">
            <a:spLocks noGrp="1"/>
          </p:cNvSpPr>
          <p:nvPr>
            <p:ph type="subTitle" idx="1"/>
          </p:nvPr>
        </p:nvSpPr>
        <p:spPr>
          <a:xfrm>
            <a:off x="5031934" y="1235850"/>
            <a:ext cx="3262166" cy="2724150"/>
          </a:xfrm>
          <a:prstGeom prst="rect">
            <a:avLst/>
          </a:prstGeom>
        </p:spPr>
        <p:txBody>
          <a:bodyPr spcFirstLastPara="1" wrap="square" lIns="91425" tIns="91425" rIns="91425" bIns="91425" anchor="t" anchorCtr="0">
            <a:noAutofit/>
          </a:bodyPr>
          <a:lstStyle/>
          <a:p>
            <a:pPr marL="0" lvl="0" indent="0">
              <a:spcAft>
                <a:spcPts val="1600"/>
              </a:spcAft>
            </a:pPr>
            <a:r>
              <a:rPr lang="en-US" b="1" u="sng" dirty="0"/>
              <a:t>Email Privacy Redactor AI</a:t>
            </a:r>
            <a:r>
              <a:rPr lang="en-US" u="sng" dirty="0"/>
              <a:t> </a:t>
            </a:r>
            <a:r>
              <a:rPr lang="en-US" dirty="0"/>
              <a:t>is a sophisticated web application that automatically detects and redacts sensitive information from both email text and attached images before sending. Built with modern AI technologies, it ensures your emails remain compliant with privacy regulations (GDPR, HIPAA, etc.) while maintaining readability.</a:t>
            </a:r>
            <a:endParaRPr dirty="0"/>
          </a:p>
        </p:txBody>
      </p:sp>
      <p:sp>
        <p:nvSpPr>
          <p:cNvPr id="748" name="Google Shape;748;p57">
            <a:extLst>
              <a:ext uri="{FF2B5EF4-FFF2-40B4-BE49-F238E27FC236}">
                <a16:creationId xmlns:a16="http://schemas.microsoft.com/office/drawing/2014/main" id="{B807D24E-CBF9-885D-B282-F183CC51994B}"/>
              </a:ext>
            </a:extLst>
          </p:cNvPr>
          <p:cNvSpPr/>
          <p:nvPr/>
        </p:nvSpPr>
        <p:spPr>
          <a:xfrm flipH="1">
            <a:off x="-76200" y="56775"/>
            <a:ext cx="5599175" cy="787275"/>
          </a:xfrm>
          <a:custGeom>
            <a:avLst/>
            <a:gdLst/>
            <a:ahLst/>
            <a:cxnLst/>
            <a:rect l="l" t="t" r="r" b="b"/>
            <a:pathLst>
              <a:path w="223967" h="31491" extrusionOk="0">
                <a:moveTo>
                  <a:pt x="223967" y="0"/>
                </a:moveTo>
                <a:cubicBezTo>
                  <a:pt x="221487" y="7446"/>
                  <a:pt x="217464" y="15437"/>
                  <a:pt x="210734" y="19475"/>
                </a:cubicBezTo>
                <a:cubicBezTo>
                  <a:pt x="203490" y="23821"/>
                  <a:pt x="188187" y="24992"/>
                  <a:pt x="185516" y="16978"/>
                </a:cubicBezTo>
                <a:cubicBezTo>
                  <a:pt x="184301" y="13332"/>
                  <a:pt x="185573" y="7710"/>
                  <a:pt x="189011" y="5992"/>
                </a:cubicBezTo>
                <a:cubicBezTo>
                  <a:pt x="192375" y="4311"/>
                  <a:pt x="197453" y="4475"/>
                  <a:pt x="200247" y="6991"/>
                </a:cubicBezTo>
                <a:cubicBezTo>
                  <a:pt x="206115" y="12274"/>
                  <a:pt x="200087" y="26529"/>
                  <a:pt x="192756" y="29462"/>
                </a:cubicBezTo>
                <a:cubicBezTo>
                  <a:pt x="170167" y="38499"/>
                  <a:pt x="146344" y="14234"/>
                  <a:pt x="122345" y="10237"/>
                </a:cubicBezTo>
                <a:cubicBezTo>
                  <a:pt x="103760" y="7142"/>
                  <a:pt x="86306" y="21383"/>
                  <a:pt x="67914" y="25467"/>
                </a:cubicBezTo>
                <a:cubicBezTo>
                  <a:pt x="62037" y="26772"/>
                  <a:pt x="55778" y="28675"/>
                  <a:pt x="49937" y="27215"/>
                </a:cubicBezTo>
                <a:cubicBezTo>
                  <a:pt x="41530" y="25113"/>
                  <a:pt x="33634" y="19974"/>
                  <a:pt x="24968" y="19974"/>
                </a:cubicBezTo>
                <a:cubicBezTo>
                  <a:pt x="21132" y="19974"/>
                  <a:pt x="17913" y="23002"/>
                  <a:pt x="14482" y="24718"/>
                </a:cubicBezTo>
                <a:cubicBezTo>
                  <a:pt x="10141" y="26888"/>
                  <a:pt x="4853" y="26216"/>
                  <a:pt x="0" y="26216"/>
                </a:cubicBezTo>
              </a:path>
            </a:pathLst>
          </a:custGeom>
          <a:noFill/>
          <a:ln w="28575" cap="flat" cmpd="sng">
            <a:solidFill>
              <a:schemeClr val="accent1"/>
            </a:solidFill>
            <a:prstDash val="dash"/>
            <a:round/>
            <a:headEnd type="none" w="med" len="med"/>
            <a:tailEnd type="none" w="med" len="med"/>
          </a:ln>
        </p:spPr>
      </p:sp>
      <p:grpSp>
        <p:nvGrpSpPr>
          <p:cNvPr id="749" name="Google Shape;749;p57">
            <a:extLst>
              <a:ext uri="{FF2B5EF4-FFF2-40B4-BE49-F238E27FC236}">
                <a16:creationId xmlns:a16="http://schemas.microsoft.com/office/drawing/2014/main" id="{C8CA1644-6421-78AF-12DB-B5E2897A88F5}"/>
              </a:ext>
            </a:extLst>
          </p:cNvPr>
          <p:cNvGrpSpPr/>
          <p:nvPr/>
        </p:nvGrpSpPr>
        <p:grpSpPr>
          <a:xfrm>
            <a:off x="1729719" y="1153413"/>
            <a:ext cx="2944507" cy="3522211"/>
            <a:chOff x="1278182" y="1077213"/>
            <a:chExt cx="2944507" cy="3522211"/>
          </a:xfrm>
        </p:grpSpPr>
        <p:sp>
          <p:nvSpPr>
            <p:cNvPr id="750" name="Google Shape;750;p57">
              <a:extLst>
                <a:ext uri="{FF2B5EF4-FFF2-40B4-BE49-F238E27FC236}">
                  <a16:creationId xmlns:a16="http://schemas.microsoft.com/office/drawing/2014/main" id="{D6656640-2002-6755-AD96-FFD7CCAB04F3}"/>
                </a:ext>
              </a:extLst>
            </p:cNvPr>
            <p:cNvSpPr/>
            <p:nvPr/>
          </p:nvSpPr>
          <p:spPr>
            <a:xfrm>
              <a:off x="2326058" y="1077213"/>
              <a:ext cx="1227463" cy="1227463"/>
            </a:xfrm>
            <a:custGeom>
              <a:avLst/>
              <a:gdLst/>
              <a:ahLst/>
              <a:cxnLst/>
              <a:rect l="l" t="t" r="r" b="b"/>
              <a:pathLst>
                <a:path w="45090" h="45090" extrusionOk="0">
                  <a:moveTo>
                    <a:pt x="22551" y="334"/>
                  </a:moveTo>
                  <a:cubicBezTo>
                    <a:pt x="34802" y="334"/>
                    <a:pt x="44768" y="10300"/>
                    <a:pt x="44768" y="22551"/>
                  </a:cubicBezTo>
                  <a:cubicBezTo>
                    <a:pt x="44768" y="34803"/>
                    <a:pt x="34790" y="44768"/>
                    <a:pt x="22551" y="44768"/>
                  </a:cubicBezTo>
                  <a:cubicBezTo>
                    <a:pt x="10299" y="44768"/>
                    <a:pt x="334" y="34791"/>
                    <a:pt x="334" y="22551"/>
                  </a:cubicBezTo>
                  <a:cubicBezTo>
                    <a:pt x="334" y="10300"/>
                    <a:pt x="10299" y="334"/>
                    <a:pt x="22551" y="334"/>
                  </a:cubicBezTo>
                  <a:close/>
                  <a:moveTo>
                    <a:pt x="22551" y="1"/>
                  </a:moveTo>
                  <a:cubicBezTo>
                    <a:pt x="10121" y="1"/>
                    <a:pt x="0" y="10121"/>
                    <a:pt x="0" y="22551"/>
                  </a:cubicBezTo>
                  <a:cubicBezTo>
                    <a:pt x="0" y="34981"/>
                    <a:pt x="10121" y="45090"/>
                    <a:pt x="22551" y="45090"/>
                  </a:cubicBezTo>
                  <a:cubicBezTo>
                    <a:pt x="34981" y="45090"/>
                    <a:pt x="45089" y="34981"/>
                    <a:pt x="45089" y="22551"/>
                  </a:cubicBezTo>
                  <a:cubicBezTo>
                    <a:pt x="45089" y="10121"/>
                    <a:pt x="34969" y="1"/>
                    <a:pt x="2255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57">
              <a:extLst>
                <a:ext uri="{FF2B5EF4-FFF2-40B4-BE49-F238E27FC236}">
                  <a16:creationId xmlns:a16="http://schemas.microsoft.com/office/drawing/2014/main" id="{3D7CE5F3-7B6F-1660-C647-C753D1D2483F}"/>
                </a:ext>
              </a:extLst>
            </p:cNvPr>
            <p:cNvSpPr/>
            <p:nvPr/>
          </p:nvSpPr>
          <p:spPr>
            <a:xfrm>
              <a:off x="3189828" y="2109517"/>
              <a:ext cx="814198" cy="1116313"/>
            </a:xfrm>
            <a:custGeom>
              <a:avLst/>
              <a:gdLst/>
              <a:ahLst/>
              <a:cxnLst/>
              <a:rect l="l" t="t" r="r" b="b"/>
              <a:pathLst>
                <a:path w="29909" h="41007" extrusionOk="0">
                  <a:moveTo>
                    <a:pt x="0" y="1"/>
                  </a:moveTo>
                  <a:lnTo>
                    <a:pt x="0" y="41006"/>
                  </a:lnTo>
                  <a:lnTo>
                    <a:pt x="29909" y="41006"/>
                  </a:lnTo>
                  <a:lnTo>
                    <a:pt x="29909" y="7859"/>
                  </a:lnTo>
                  <a:lnTo>
                    <a:pt x="2264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57">
              <a:extLst>
                <a:ext uri="{FF2B5EF4-FFF2-40B4-BE49-F238E27FC236}">
                  <a16:creationId xmlns:a16="http://schemas.microsoft.com/office/drawing/2014/main" id="{71057F27-7862-4AE5-02CC-EA4E8DD27BE9}"/>
                </a:ext>
              </a:extLst>
            </p:cNvPr>
            <p:cNvSpPr/>
            <p:nvPr/>
          </p:nvSpPr>
          <p:spPr>
            <a:xfrm>
              <a:off x="3806309" y="2109517"/>
              <a:ext cx="197717" cy="213969"/>
            </a:xfrm>
            <a:custGeom>
              <a:avLst/>
              <a:gdLst/>
              <a:ahLst/>
              <a:cxnLst/>
              <a:rect l="l" t="t" r="r" b="b"/>
              <a:pathLst>
                <a:path w="7263" h="7860" extrusionOk="0">
                  <a:moveTo>
                    <a:pt x="0" y="1"/>
                  </a:moveTo>
                  <a:lnTo>
                    <a:pt x="0" y="7847"/>
                  </a:lnTo>
                  <a:lnTo>
                    <a:pt x="7263" y="7859"/>
                  </a:lnTo>
                  <a:lnTo>
                    <a:pt x="7263" y="7859"/>
                  </a:ln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57">
              <a:extLst>
                <a:ext uri="{FF2B5EF4-FFF2-40B4-BE49-F238E27FC236}">
                  <a16:creationId xmlns:a16="http://schemas.microsoft.com/office/drawing/2014/main" id="{7E8AC37D-EA1D-8B7B-8AE5-FFA0D4624BD8}"/>
                </a:ext>
              </a:extLst>
            </p:cNvPr>
            <p:cNvSpPr/>
            <p:nvPr/>
          </p:nvSpPr>
          <p:spPr>
            <a:xfrm>
              <a:off x="3324008" y="2258942"/>
              <a:ext cx="394481" cy="32123"/>
            </a:xfrm>
            <a:custGeom>
              <a:avLst/>
              <a:gdLst/>
              <a:ahLst/>
              <a:cxnLst/>
              <a:rect l="l" t="t" r="r" b="b"/>
              <a:pathLst>
                <a:path w="14491" h="1180" extrusionOk="0">
                  <a:moveTo>
                    <a:pt x="596" y="1"/>
                  </a:moveTo>
                  <a:cubicBezTo>
                    <a:pt x="263" y="1"/>
                    <a:pt x="1" y="263"/>
                    <a:pt x="1" y="584"/>
                  </a:cubicBezTo>
                  <a:cubicBezTo>
                    <a:pt x="1" y="918"/>
                    <a:pt x="263" y="1179"/>
                    <a:pt x="596" y="1179"/>
                  </a:cubicBezTo>
                  <a:lnTo>
                    <a:pt x="13907" y="1179"/>
                  </a:lnTo>
                  <a:cubicBezTo>
                    <a:pt x="14229" y="1168"/>
                    <a:pt x="14491" y="906"/>
                    <a:pt x="14491" y="584"/>
                  </a:cubicBezTo>
                  <a:cubicBezTo>
                    <a:pt x="14491" y="263"/>
                    <a:pt x="14229" y="1"/>
                    <a:pt x="139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57">
              <a:extLst>
                <a:ext uri="{FF2B5EF4-FFF2-40B4-BE49-F238E27FC236}">
                  <a16:creationId xmlns:a16="http://schemas.microsoft.com/office/drawing/2014/main" id="{05830A37-D66A-DE88-0B29-13C5C1D9EC19}"/>
                </a:ext>
              </a:extLst>
            </p:cNvPr>
            <p:cNvSpPr/>
            <p:nvPr/>
          </p:nvSpPr>
          <p:spPr>
            <a:xfrm>
              <a:off x="3324008" y="2432975"/>
              <a:ext cx="564322" cy="29210"/>
            </a:xfrm>
            <a:custGeom>
              <a:avLst/>
              <a:gdLst/>
              <a:ahLst/>
              <a:cxnLst/>
              <a:rect l="l" t="t" r="r" b="b"/>
              <a:pathLst>
                <a:path w="20730" h="1073" extrusionOk="0">
                  <a:moveTo>
                    <a:pt x="528" y="1"/>
                  </a:moveTo>
                  <a:cubicBezTo>
                    <a:pt x="239" y="1"/>
                    <a:pt x="1" y="246"/>
                    <a:pt x="1" y="537"/>
                  </a:cubicBezTo>
                  <a:cubicBezTo>
                    <a:pt x="1" y="835"/>
                    <a:pt x="251" y="1073"/>
                    <a:pt x="548" y="1073"/>
                  </a:cubicBezTo>
                  <a:lnTo>
                    <a:pt x="20194" y="1073"/>
                  </a:lnTo>
                  <a:cubicBezTo>
                    <a:pt x="20491" y="1073"/>
                    <a:pt x="20729" y="835"/>
                    <a:pt x="20729" y="537"/>
                  </a:cubicBezTo>
                  <a:cubicBezTo>
                    <a:pt x="20729" y="246"/>
                    <a:pt x="20502" y="1"/>
                    <a:pt x="20214" y="1"/>
                  </a:cubicBezTo>
                  <a:cubicBezTo>
                    <a:pt x="20207" y="1"/>
                    <a:pt x="20200" y="1"/>
                    <a:pt x="20194" y="1"/>
                  </a:cubicBezTo>
                  <a:lnTo>
                    <a:pt x="548" y="1"/>
                  </a:lnTo>
                  <a:cubicBezTo>
                    <a:pt x="541" y="1"/>
                    <a:pt x="535" y="1"/>
                    <a:pt x="52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57">
              <a:extLst>
                <a:ext uri="{FF2B5EF4-FFF2-40B4-BE49-F238E27FC236}">
                  <a16:creationId xmlns:a16="http://schemas.microsoft.com/office/drawing/2014/main" id="{CFD1C323-C976-39BF-3F3A-F0BEE83B1D40}"/>
                </a:ext>
              </a:extLst>
            </p:cNvPr>
            <p:cNvSpPr/>
            <p:nvPr/>
          </p:nvSpPr>
          <p:spPr>
            <a:xfrm>
              <a:off x="3324008" y="2551311"/>
              <a:ext cx="564322" cy="29183"/>
            </a:xfrm>
            <a:custGeom>
              <a:avLst/>
              <a:gdLst/>
              <a:ahLst/>
              <a:cxnLst/>
              <a:rect l="l" t="t" r="r" b="b"/>
              <a:pathLst>
                <a:path w="20730" h="1072" extrusionOk="0">
                  <a:moveTo>
                    <a:pt x="548" y="0"/>
                  </a:moveTo>
                  <a:cubicBezTo>
                    <a:pt x="251" y="0"/>
                    <a:pt x="1" y="238"/>
                    <a:pt x="1" y="536"/>
                  </a:cubicBezTo>
                  <a:cubicBezTo>
                    <a:pt x="1" y="834"/>
                    <a:pt x="251" y="1072"/>
                    <a:pt x="548" y="1072"/>
                  </a:cubicBezTo>
                  <a:lnTo>
                    <a:pt x="20194" y="1072"/>
                  </a:lnTo>
                  <a:cubicBezTo>
                    <a:pt x="20491" y="1072"/>
                    <a:pt x="20729" y="834"/>
                    <a:pt x="20729" y="536"/>
                  </a:cubicBezTo>
                  <a:cubicBezTo>
                    <a:pt x="20729" y="238"/>
                    <a:pt x="20491" y="0"/>
                    <a:pt x="201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57">
              <a:extLst>
                <a:ext uri="{FF2B5EF4-FFF2-40B4-BE49-F238E27FC236}">
                  <a16:creationId xmlns:a16="http://schemas.microsoft.com/office/drawing/2014/main" id="{84BCF1DB-9E9C-57FB-066D-9E52C70B071E}"/>
                </a:ext>
              </a:extLst>
            </p:cNvPr>
            <p:cNvSpPr/>
            <p:nvPr/>
          </p:nvSpPr>
          <p:spPr>
            <a:xfrm>
              <a:off x="3324008" y="2669593"/>
              <a:ext cx="564322" cy="29210"/>
            </a:xfrm>
            <a:custGeom>
              <a:avLst/>
              <a:gdLst/>
              <a:ahLst/>
              <a:cxnLst/>
              <a:rect l="l" t="t" r="r" b="b"/>
              <a:pathLst>
                <a:path w="20730" h="1073" extrusionOk="0">
                  <a:moveTo>
                    <a:pt x="548" y="1"/>
                  </a:moveTo>
                  <a:cubicBezTo>
                    <a:pt x="251" y="1"/>
                    <a:pt x="1" y="239"/>
                    <a:pt x="1" y="537"/>
                  </a:cubicBezTo>
                  <a:cubicBezTo>
                    <a:pt x="1" y="834"/>
                    <a:pt x="251" y="1073"/>
                    <a:pt x="548" y="1073"/>
                  </a:cubicBezTo>
                  <a:lnTo>
                    <a:pt x="20194" y="1073"/>
                  </a:lnTo>
                  <a:cubicBezTo>
                    <a:pt x="20491" y="1073"/>
                    <a:pt x="20729" y="834"/>
                    <a:pt x="20729" y="537"/>
                  </a:cubicBezTo>
                  <a:cubicBezTo>
                    <a:pt x="20729" y="239"/>
                    <a:pt x="20491" y="1"/>
                    <a:pt x="201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57">
              <a:extLst>
                <a:ext uri="{FF2B5EF4-FFF2-40B4-BE49-F238E27FC236}">
                  <a16:creationId xmlns:a16="http://schemas.microsoft.com/office/drawing/2014/main" id="{529BDFCF-75CB-5F44-B9B5-F51025C17F4A}"/>
                </a:ext>
              </a:extLst>
            </p:cNvPr>
            <p:cNvSpPr/>
            <p:nvPr/>
          </p:nvSpPr>
          <p:spPr>
            <a:xfrm>
              <a:off x="3324008" y="2787902"/>
              <a:ext cx="564322" cy="29536"/>
            </a:xfrm>
            <a:custGeom>
              <a:avLst/>
              <a:gdLst/>
              <a:ahLst/>
              <a:cxnLst/>
              <a:rect l="l" t="t" r="r" b="b"/>
              <a:pathLst>
                <a:path w="20730" h="1085" extrusionOk="0">
                  <a:moveTo>
                    <a:pt x="548" y="1"/>
                  </a:moveTo>
                  <a:cubicBezTo>
                    <a:pt x="251" y="1"/>
                    <a:pt x="1" y="239"/>
                    <a:pt x="1" y="536"/>
                  </a:cubicBezTo>
                  <a:cubicBezTo>
                    <a:pt x="1" y="834"/>
                    <a:pt x="251" y="1084"/>
                    <a:pt x="548" y="1084"/>
                  </a:cubicBezTo>
                  <a:lnTo>
                    <a:pt x="20194" y="1084"/>
                  </a:lnTo>
                  <a:cubicBezTo>
                    <a:pt x="20491" y="1084"/>
                    <a:pt x="20729" y="834"/>
                    <a:pt x="20729" y="536"/>
                  </a:cubicBezTo>
                  <a:cubicBezTo>
                    <a:pt x="20729" y="239"/>
                    <a:pt x="20491" y="1"/>
                    <a:pt x="201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57">
              <a:extLst>
                <a:ext uri="{FF2B5EF4-FFF2-40B4-BE49-F238E27FC236}">
                  <a16:creationId xmlns:a16="http://schemas.microsoft.com/office/drawing/2014/main" id="{065ACA86-6774-718B-984E-C276655E1F1C}"/>
                </a:ext>
              </a:extLst>
            </p:cNvPr>
            <p:cNvSpPr/>
            <p:nvPr/>
          </p:nvSpPr>
          <p:spPr>
            <a:xfrm>
              <a:off x="3324008" y="2906211"/>
              <a:ext cx="564322" cy="29509"/>
            </a:xfrm>
            <a:custGeom>
              <a:avLst/>
              <a:gdLst/>
              <a:ahLst/>
              <a:cxnLst/>
              <a:rect l="l" t="t" r="r" b="b"/>
              <a:pathLst>
                <a:path w="20730" h="1084" extrusionOk="0">
                  <a:moveTo>
                    <a:pt x="548" y="0"/>
                  </a:moveTo>
                  <a:cubicBezTo>
                    <a:pt x="251" y="0"/>
                    <a:pt x="1" y="239"/>
                    <a:pt x="1" y="536"/>
                  </a:cubicBezTo>
                  <a:cubicBezTo>
                    <a:pt x="1" y="834"/>
                    <a:pt x="251" y="1084"/>
                    <a:pt x="548" y="1084"/>
                  </a:cubicBezTo>
                  <a:lnTo>
                    <a:pt x="20194" y="1084"/>
                  </a:lnTo>
                  <a:cubicBezTo>
                    <a:pt x="20491" y="1084"/>
                    <a:pt x="20729" y="834"/>
                    <a:pt x="20729" y="536"/>
                  </a:cubicBezTo>
                  <a:cubicBezTo>
                    <a:pt x="20729" y="239"/>
                    <a:pt x="20491" y="0"/>
                    <a:pt x="201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57">
              <a:extLst>
                <a:ext uri="{FF2B5EF4-FFF2-40B4-BE49-F238E27FC236}">
                  <a16:creationId xmlns:a16="http://schemas.microsoft.com/office/drawing/2014/main" id="{C433DD2D-132C-2F78-403A-CA1FD5F47DEE}"/>
                </a:ext>
              </a:extLst>
            </p:cNvPr>
            <p:cNvSpPr/>
            <p:nvPr/>
          </p:nvSpPr>
          <p:spPr>
            <a:xfrm>
              <a:off x="3324008" y="3024520"/>
              <a:ext cx="456059" cy="29509"/>
            </a:xfrm>
            <a:custGeom>
              <a:avLst/>
              <a:gdLst/>
              <a:ahLst/>
              <a:cxnLst/>
              <a:rect l="l" t="t" r="r" b="b"/>
              <a:pathLst>
                <a:path w="16753" h="1084" extrusionOk="0">
                  <a:moveTo>
                    <a:pt x="548" y="0"/>
                  </a:moveTo>
                  <a:cubicBezTo>
                    <a:pt x="251" y="0"/>
                    <a:pt x="1" y="238"/>
                    <a:pt x="1" y="536"/>
                  </a:cubicBezTo>
                  <a:cubicBezTo>
                    <a:pt x="1" y="834"/>
                    <a:pt x="251" y="1084"/>
                    <a:pt x="548" y="1084"/>
                  </a:cubicBezTo>
                  <a:lnTo>
                    <a:pt x="16217" y="1084"/>
                  </a:lnTo>
                  <a:cubicBezTo>
                    <a:pt x="16515" y="1084"/>
                    <a:pt x="16753" y="834"/>
                    <a:pt x="16753" y="536"/>
                  </a:cubicBezTo>
                  <a:cubicBezTo>
                    <a:pt x="16753" y="238"/>
                    <a:pt x="16515" y="0"/>
                    <a:pt x="162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57">
              <a:extLst>
                <a:ext uri="{FF2B5EF4-FFF2-40B4-BE49-F238E27FC236}">
                  <a16:creationId xmlns:a16="http://schemas.microsoft.com/office/drawing/2014/main" id="{E732E705-BC90-64C8-CB62-98B663438B3F}"/>
                </a:ext>
              </a:extLst>
            </p:cNvPr>
            <p:cNvSpPr/>
            <p:nvPr/>
          </p:nvSpPr>
          <p:spPr>
            <a:xfrm>
              <a:off x="2524728" y="2257662"/>
              <a:ext cx="1094263" cy="1499715"/>
            </a:xfrm>
            <a:custGeom>
              <a:avLst/>
              <a:gdLst/>
              <a:ahLst/>
              <a:cxnLst/>
              <a:rect l="l" t="t" r="r" b="b"/>
              <a:pathLst>
                <a:path w="40197" h="55091" extrusionOk="0">
                  <a:moveTo>
                    <a:pt x="1" y="0"/>
                  </a:moveTo>
                  <a:lnTo>
                    <a:pt x="1" y="55090"/>
                  </a:lnTo>
                  <a:lnTo>
                    <a:pt x="40196" y="55090"/>
                  </a:lnTo>
                  <a:lnTo>
                    <a:pt x="40196" y="10549"/>
                  </a:lnTo>
                  <a:lnTo>
                    <a:pt x="304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57">
              <a:extLst>
                <a:ext uri="{FF2B5EF4-FFF2-40B4-BE49-F238E27FC236}">
                  <a16:creationId xmlns:a16="http://schemas.microsoft.com/office/drawing/2014/main" id="{88DFC529-3A64-26AC-C48F-BDCFDB860D6A}"/>
                </a:ext>
              </a:extLst>
            </p:cNvPr>
            <p:cNvSpPr/>
            <p:nvPr/>
          </p:nvSpPr>
          <p:spPr>
            <a:xfrm>
              <a:off x="2704941" y="2458265"/>
              <a:ext cx="529968" cy="42821"/>
            </a:xfrm>
            <a:custGeom>
              <a:avLst/>
              <a:gdLst/>
              <a:ahLst/>
              <a:cxnLst/>
              <a:rect l="l" t="t" r="r" b="b"/>
              <a:pathLst>
                <a:path w="19468" h="1573" extrusionOk="0">
                  <a:moveTo>
                    <a:pt x="18702" y="1"/>
                  </a:moveTo>
                  <a:cubicBezTo>
                    <a:pt x="18695" y="1"/>
                    <a:pt x="18689" y="1"/>
                    <a:pt x="18682" y="1"/>
                  </a:cubicBezTo>
                  <a:lnTo>
                    <a:pt x="798" y="1"/>
                  </a:lnTo>
                  <a:cubicBezTo>
                    <a:pt x="358" y="1"/>
                    <a:pt x="1" y="346"/>
                    <a:pt x="1" y="787"/>
                  </a:cubicBezTo>
                  <a:cubicBezTo>
                    <a:pt x="1" y="1216"/>
                    <a:pt x="358" y="1573"/>
                    <a:pt x="798" y="1573"/>
                  </a:cubicBezTo>
                  <a:lnTo>
                    <a:pt x="18682" y="1573"/>
                  </a:lnTo>
                  <a:cubicBezTo>
                    <a:pt x="19122" y="1573"/>
                    <a:pt x="19467" y="1216"/>
                    <a:pt x="19467" y="787"/>
                  </a:cubicBezTo>
                  <a:cubicBezTo>
                    <a:pt x="19467" y="354"/>
                    <a:pt x="19122" y="1"/>
                    <a:pt x="187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57">
              <a:extLst>
                <a:ext uri="{FF2B5EF4-FFF2-40B4-BE49-F238E27FC236}">
                  <a16:creationId xmlns:a16="http://schemas.microsoft.com/office/drawing/2014/main" id="{2843DC66-5EDF-FEB5-1EB3-1B941837425F}"/>
                </a:ext>
              </a:extLst>
            </p:cNvPr>
            <p:cNvSpPr/>
            <p:nvPr/>
          </p:nvSpPr>
          <p:spPr>
            <a:xfrm>
              <a:off x="2704941" y="2691643"/>
              <a:ext cx="758473" cy="39582"/>
            </a:xfrm>
            <a:custGeom>
              <a:avLst/>
              <a:gdLst/>
              <a:ahLst/>
              <a:cxnLst/>
              <a:rect l="l" t="t" r="r" b="b"/>
              <a:pathLst>
                <a:path w="27862" h="1454" extrusionOk="0">
                  <a:moveTo>
                    <a:pt x="334" y="1"/>
                  </a:moveTo>
                  <a:cubicBezTo>
                    <a:pt x="155" y="1"/>
                    <a:pt x="1" y="155"/>
                    <a:pt x="1" y="334"/>
                  </a:cubicBezTo>
                  <a:lnTo>
                    <a:pt x="1" y="1120"/>
                  </a:lnTo>
                  <a:cubicBezTo>
                    <a:pt x="1" y="1310"/>
                    <a:pt x="155" y="1453"/>
                    <a:pt x="334" y="1453"/>
                  </a:cubicBezTo>
                  <a:lnTo>
                    <a:pt x="27528" y="1453"/>
                  </a:lnTo>
                  <a:cubicBezTo>
                    <a:pt x="27707" y="1453"/>
                    <a:pt x="27861" y="1310"/>
                    <a:pt x="27861" y="1120"/>
                  </a:cubicBezTo>
                  <a:lnTo>
                    <a:pt x="27861" y="334"/>
                  </a:lnTo>
                  <a:cubicBezTo>
                    <a:pt x="27861" y="155"/>
                    <a:pt x="27707" y="1"/>
                    <a:pt x="2752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57">
              <a:extLst>
                <a:ext uri="{FF2B5EF4-FFF2-40B4-BE49-F238E27FC236}">
                  <a16:creationId xmlns:a16="http://schemas.microsoft.com/office/drawing/2014/main" id="{B719016B-32CA-4FEA-AE0A-954AF28923BE}"/>
                </a:ext>
              </a:extLst>
            </p:cNvPr>
            <p:cNvSpPr/>
            <p:nvPr/>
          </p:nvSpPr>
          <p:spPr>
            <a:xfrm>
              <a:off x="2704941" y="2850786"/>
              <a:ext cx="758473" cy="39582"/>
            </a:xfrm>
            <a:custGeom>
              <a:avLst/>
              <a:gdLst/>
              <a:ahLst/>
              <a:cxnLst/>
              <a:rect l="l" t="t" r="r" b="b"/>
              <a:pathLst>
                <a:path w="27862" h="1454" extrusionOk="0">
                  <a:moveTo>
                    <a:pt x="727" y="1"/>
                  </a:moveTo>
                  <a:cubicBezTo>
                    <a:pt x="334" y="1"/>
                    <a:pt x="1" y="322"/>
                    <a:pt x="1" y="727"/>
                  </a:cubicBezTo>
                  <a:cubicBezTo>
                    <a:pt x="1" y="1132"/>
                    <a:pt x="334" y="1453"/>
                    <a:pt x="727" y="1453"/>
                  </a:cubicBezTo>
                  <a:lnTo>
                    <a:pt x="27135" y="1453"/>
                  </a:lnTo>
                  <a:cubicBezTo>
                    <a:pt x="27528" y="1453"/>
                    <a:pt x="27849" y="1132"/>
                    <a:pt x="27861" y="727"/>
                  </a:cubicBezTo>
                  <a:cubicBezTo>
                    <a:pt x="27849" y="322"/>
                    <a:pt x="27528" y="1"/>
                    <a:pt x="271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57">
              <a:extLst>
                <a:ext uri="{FF2B5EF4-FFF2-40B4-BE49-F238E27FC236}">
                  <a16:creationId xmlns:a16="http://schemas.microsoft.com/office/drawing/2014/main" id="{D42FBCBE-DC4A-8EDE-5262-974D67EBD676}"/>
                </a:ext>
              </a:extLst>
            </p:cNvPr>
            <p:cNvSpPr/>
            <p:nvPr/>
          </p:nvSpPr>
          <p:spPr>
            <a:xfrm>
              <a:off x="2704941" y="3009929"/>
              <a:ext cx="758473" cy="39582"/>
            </a:xfrm>
            <a:custGeom>
              <a:avLst/>
              <a:gdLst/>
              <a:ahLst/>
              <a:cxnLst/>
              <a:rect l="l" t="t" r="r" b="b"/>
              <a:pathLst>
                <a:path w="27862" h="1454" extrusionOk="0">
                  <a:moveTo>
                    <a:pt x="727" y="0"/>
                  </a:moveTo>
                  <a:cubicBezTo>
                    <a:pt x="334" y="0"/>
                    <a:pt x="1" y="322"/>
                    <a:pt x="1" y="727"/>
                  </a:cubicBezTo>
                  <a:cubicBezTo>
                    <a:pt x="1" y="1120"/>
                    <a:pt x="334" y="1453"/>
                    <a:pt x="727" y="1453"/>
                  </a:cubicBezTo>
                  <a:lnTo>
                    <a:pt x="27135" y="1453"/>
                  </a:lnTo>
                  <a:cubicBezTo>
                    <a:pt x="27528" y="1453"/>
                    <a:pt x="27849" y="1120"/>
                    <a:pt x="27861" y="727"/>
                  </a:cubicBezTo>
                  <a:cubicBezTo>
                    <a:pt x="27849" y="322"/>
                    <a:pt x="27528" y="0"/>
                    <a:pt x="271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57">
              <a:extLst>
                <a:ext uri="{FF2B5EF4-FFF2-40B4-BE49-F238E27FC236}">
                  <a16:creationId xmlns:a16="http://schemas.microsoft.com/office/drawing/2014/main" id="{AA62ECDF-BC82-C0CF-EC93-3A4851C5BCD8}"/>
                </a:ext>
              </a:extLst>
            </p:cNvPr>
            <p:cNvSpPr/>
            <p:nvPr/>
          </p:nvSpPr>
          <p:spPr>
            <a:xfrm>
              <a:off x="2704941" y="3168745"/>
              <a:ext cx="758473" cy="39582"/>
            </a:xfrm>
            <a:custGeom>
              <a:avLst/>
              <a:gdLst/>
              <a:ahLst/>
              <a:cxnLst/>
              <a:rect l="l" t="t" r="r" b="b"/>
              <a:pathLst>
                <a:path w="27862" h="1454" extrusionOk="0">
                  <a:moveTo>
                    <a:pt x="727" y="1"/>
                  </a:moveTo>
                  <a:cubicBezTo>
                    <a:pt x="334" y="1"/>
                    <a:pt x="1" y="334"/>
                    <a:pt x="1" y="727"/>
                  </a:cubicBezTo>
                  <a:cubicBezTo>
                    <a:pt x="1" y="1132"/>
                    <a:pt x="334" y="1453"/>
                    <a:pt x="727" y="1453"/>
                  </a:cubicBezTo>
                  <a:lnTo>
                    <a:pt x="27135" y="1453"/>
                  </a:lnTo>
                  <a:cubicBezTo>
                    <a:pt x="27528" y="1453"/>
                    <a:pt x="27849" y="1132"/>
                    <a:pt x="27861" y="727"/>
                  </a:cubicBezTo>
                  <a:cubicBezTo>
                    <a:pt x="27849" y="334"/>
                    <a:pt x="27528" y="1"/>
                    <a:pt x="271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57">
              <a:extLst>
                <a:ext uri="{FF2B5EF4-FFF2-40B4-BE49-F238E27FC236}">
                  <a16:creationId xmlns:a16="http://schemas.microsoft.com/office/drawing/2014/main" id="{AB3BB0A4-47AC-68B6-36E8-7ED718975305}"/>
                </a:ext>
              </a:extLst>
            </p:cNvPr>
            <p:cNvSpPr/>
            <p:nvPr/>
          </p:nvSpPr>
          <p:spPr>
            <a:xfrm>
              <a:off x="2704941" y="3327888"/>
              <a:ext cx="758473" cy="39582"/>
            </a:xfrm>
            <a:custGeom>
              <a:avLst/>
              <a:gdLst/>
              <a:ahLst/>
              <a:cxnLst/>
              <a:rect l="l" t="t" r="r" b="b"/>
              <a:pathLst>
                <a:path w="27862" h="1454" extrusionOk="0">
                  <a:moveTo>
                    <a:pt x="727" y="0"/>
                  </a:moveTo>
                  <a:cubicBezTo>
                    <a:pt x="334" y="0"/>
                    <a:pt x="1" y="322"/>
                    <a:pt x="1" y="727"/>
                  </a:cubicBezTo>
                  <a:cubicBezTo>
                    <a:pt x="1" y="1132"/>
                    <a:pt x="334" y="1453"/>
                    <a:pt x="727" y="1453"/>
                  </a:cubicBezTo>
                  <a:lnTo>
                    <a:pt x="27135" y="1453"/>
                  </a:lnTo>
                  <a:cubicBezTo>
                    <a:pt x="27528" y="1453"/>
                    <a:pt x="27849" y="1132"/>
                    <a:pt x="27861" y="727"/>
                  </a:cubicBezTo>
                  <a:cubicBezTo>
                    <a:pt x="27849" y="322"/>
                    <a:pt x="27528" y="0"/>
                    <a:pt x="271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57">
              <a:extLst>
                <a:ext uri="{FF2B5EF4-FFF2-40B4-BE49-F238E27FC236}">
                  <a16:creationId xmlns:a16="http://schemas.microsoft.com/office/drawing/2014/main" id="{1070324B-5DEF-EA47-4C5D-37233D4D4D10}"/>
                </a:ext>
              </a:extLst>
            </p:cNvPr>
            <p:cNvSpPr/>
            <p:nvPr/>
          </p:nvSpPr>
          <p:spPr>
            <a:xfrm>
              <a:off x="2704941" y="3487030"/>
              <a:ext cx="612942" cy="39554"/>
            </a:xfrm>
            <a:custGeom>
              <a:avLst/>
              <a:gdLst/>
              <a:ahLst/>
              <a:cxnLst/>
              <a:rect l="l" t="t" r="r" b="b"/>
              <a:pathLst>
                <a:path w="22516" h="1453" extrusionOk="0">
                  <a:moveTo>
                    <a:pt x="727" y="0"/>
                  </a:moveTo>
                  <a:cubicBezTo>
                    <a:pt x="334" y="0"/>
                    <a:pt x="1" y="322"/>
                    <a:pt x="1" y="727"/>
                  </a:cubicBezTo>
                  <a:cubicBezTo>
                    <a:pt x="1" y="1120"/>
                    <a:pt x="334" y="1453"/>
                    <a:pt x="727" y="1453"/>
                  </a:cubicBezTo>
                  <a:lnTo>
                    <a:pt x="21789" y="1453"/>
                  </a:lnTo>
                  <a:cubicBezTo>
                    <a:pt x="22194" y="1453"/>
                    <a:pt x="22515" y="1120"/>
                    <a:pt x="22515" y="727"/>
                  </a:cubicBezTo>
                  <a:cubicBezTo>
                    <a:pt x="22515" y="322"/>
                    <a:pt x="22194" y="0"/>
                    <a:pt x="217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57">
              <a:extLst>
                <a:ext uri="{FF2B5EF4-FFF2-40B4-BE49-F238E27FC236}">
                  <a16:creationId xmlns:a16="http://schemas.microsoft.com/office/drawing/2014/main" id="{A621C4B5-E975-B53F-29CA-7020A305A331}"/>
                </a:ext>
              </a:extLst>
            </p:cNvPr>
            <p:cNvSpPr/>
            <p:nvPr/>
          </p:nvSpPr>
          <p:spPr>
            <a:xfrm>
              <a:off x="3352864" y="2257662"/>
              <a:ext cx="266127" cy="287197"/>
            </a:xfrm>
            <a:custGeom>
              <a:avLst/>
              <a:gdLst/>
              <a:ahLst/>
              <a:cxnLst/>
              <a:rect l="l" t="t" r="r" b="b"/>
              <a:pathLst>
                <a:path w="9776" h="10550" extrusionOk="0">
                  <a:moveTo>
                    <a:pt x="0" y="0"/>
                  </a:moveTo>
                  <a:lnTo>
                    <a:pt x="0" y="10549"/>
                  </a:lnTo>
                  <a:lnTo>
                    <a:pt x="9775" y="10549"/>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57">
              <a:extLst>
                <a:ext uri="{FF2B5EF4-FFF2-40B4-BE49-F238E27FC236}">
                  <a16:creationId xmlns:a16="http://schemas.microsoft.com/office/drawing/2014/main" id="{6B84647A-AE39-BC11-0622-8133E8FD1C02}"/>
                </a:ext>
              </a:extLst>
            </p:cNvPr>
            <p:cNvSpPr/>
            <p:nvPr/>
          </p:nvSpPr>
          <p:spPr>
            <a:xfrm>
              <a:off x="3719768" y="1694020"/>
              <a:ext cx="173108" cy="164587"/>
            </a:xfrm>
            <a:custGeom>
              <a:avLst/>
              <a:gdLst/>
              <a:ahLst/>
              <a:cxnLst/>
              <a:rect l="l" t="t" r="r" b="b"/>
              <a:pathLst>
                <a:path w="6359" h="6046" extrusionOk="0">
                  <a:moveTo>
                    <a:pt x="3175" y="0"/>
                  </a:moveTo>
                  <a:cubicBezTo>
                    <a:pt x="2878" y="0"/>
                    <a:pt x="2584" y="203"/>
                    <a:pt x="2608" y="607"/>
                  </a:cubicBezTo>
                  <a:lnTo>
                    <a:pt x="2608" y="2477"/>
                  </a:lnTo>
                  <a:lnTo>
                    <a:pt x="726" y="2477"/>
                  </a:lnTo>
                  <a:cubicBezTo>
                    <a:pt x="0" y="2512"/>
                    <a:pt x="0" y="3596"/>
                    <a:pt x="726" y="3632"/>
                  </a:cubicBezTo>
                  <a:lnTo>
                    <a:pt x="2608" y="3632"/>
                  </a:lnTo>
                  <a:lnTo>
                    <a:pt x="2608" y="5501"/>
                  </a:lnTo>
                  <a:cubicBezTo>
                    <a:pt x="2625" y="5864"/>
                    <a:pt x="2902" y="6046"/>
                    <a:pt x="3179" y="6046"/>
                  </a:cubicBezTo>
                  <a:cubicBezTo>
                    <a:pt x="3456" y="6046"/>
                    <a:pt x="3733" y="5864"/>
                    <a:pt x="3751" y="5501"/>
                  </a:cubicBezTo>
                  <a:lnTo>
                    <a:pt x="3751" y="3632"/>
                  </a:lnTo>
                  <a:lnTo>
                    <a:pt x="5632" y="3632"/>
                  </a:lnTo>
                  <a:cubicBezTo>
                    <a:pt x="6358" y="3596"/>
                    <a:pt x="6358" y="2512"/>
                    <a:pt x="5632" y="2477"/>
                  </a:cubicBezTo>
                  <a:lnTo>
                    <a:pt x="3751" y="2477"/>
                  </a:lnTo>
                  <a:lnTo>
                    <a:pt x="3751" y="607"/>
                  </a:lnTo>
                  <a:cubicBezTo>
                    <a:pt x="3768" y="203"/>
                    <a:pt x="3471" y="0"/>
                    <a:pt x="317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57">
              <a:extLst>
                <a:ext uri="{FF2B5EF4-FFF2-40B4-BE49-F238E27FC236}">
                  <a16:creationId xmlns:a16="http://schemas.microsoft.com/office/drawing/2014/main" id="{B316C581-267F-E082-DAFA-199E8A9C7B57}"/>
                </a:ext>
              </a:extLst>
            </p:cNvPr>
            <p:cNvSpPr/>
            <p:nvPr/>
          </p:nvSpPr>
          <p:spPr>
            <a:xfrm>
              <a:off x="4048029" y="2016537"/>
              <a:ext cx="174660" cy="164587"/>
            </a:xfrm>
            <a:custGeom>
              <a:avLst/>
              <a:gdLst/>
              <a:ahLst/>
              <a:cxnLst/>
              <a:rect l="l" t="t" r="r" b="b"/>
              <a:pathLst>
                <a:path w="6416" h="6046" extrusionOk="0">
                  <a:moveTo>
                    <a:pt x="3242" y="0"/>
                  </a:moveTo>
                  <a:cubicBezTo>
                    <a:pt x="2945" y="0"/>
                    <a:pt x="2647" y="203"/>
                    <a:pt x="2665" y="607"/>
                  </a:cubicBezTo>
                  <a:lnTo>
                    <a:pt x="2665" y="2477"/>
                  </a:lnTo>
                  <a:lnTo>
                    <a:pt x="796" y="2477"/>
                  </a:lnTo>
                  <a:cubicBezTo>
                    <a:pt x="780" y="2476"/>
                    <a:pt x="765" y="2475"/>
                    <a:pt x="751" y="2475"/>
                  </a:cubicBezTo>
                  <a:cubicBezTo>
                    <a:pt x="1" y="2475"/>
                    <a:pt x="1" y="3621"/>
                    <a:pt x="751" y="3621"/>
                  </a:cubicBezTo>
                  <a:cubicBezTo>
                    <a:pt x="765" y="3621"/>
                    <a:pt x="780" y="3621"/>
                    <a:pt x="796" y="3620"/>
                  </a:cubicBezTo>
                  <a:lnTo>
                    <a:pt x="2677" y="3620"/>
                  </a:lnTo>
                  <a:lnTo>
                    <a:pt x="2677" y="5501"/>
                  </a:lnTo>
                  <a:cubicBezTo>
                    <a:pt x="2695" y="5864"/>
                    <a:pt x="2971" y="6046"/>
                    <a:pt x="3248" y="6046"/>
                  </a:cubicBezTo>
                  <a:cubicBezTo>
                    <a:pt x="3525" y="6046"/>
                    <a:pt x="3802" y="5864"/>
                    <a:pt x="3820" y="5501"/>
                  </a:cubicBezTo>
                  <a:lnTo>
                    <a:pt x="3820" y="3620"/>
                  </a:lnTo>
                  <a:lnTo>
                    <a:pt x="5689" y="3620"/>
                  </a:lnTo>
                  <a:cubicBezTo>
                    <a:pt x="6415" y="3584"/>
                    <a:pt x="6415" y="2512"/>
                    <a:pt x="5689" y="2477"/>
                  </a:cubicBezTo>
                  <a:lnTo>
                    <a:pt x="5689" y="2465"/>
                  </a:lnTo>
                  <a:lnTo>
                    <a:pt x="3820" y="2465"/>
                  </a:lnTo>
                  <a:lnTo>
                    <a:pt x="3820" y="607"/>
                  </a:lnTo>
                  <a:cubicBezTo>
                    <a:pt x="3838" y="203"/>
                    <a:pt x="3540" y="0"/>
                    <a:pt x="32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57">
              <a:extLst>
                <a:ext uri="{FF2B5EF4-FFF2-40B4-BE49-F238E27FC236}">
                  <a16:creationId xmlns:a16="http://schemas.microsoft.com/office/drawing/2014/main" id="{E253481E-3DBD-20A7-8DCF-4FF239831AB9}"/>
                </a:ext>
              </a:extLst>
            </p:cNvPr>
            <p:cNvSpPr/>
            <p:nvPr/>
          </p:nvSpPr>
          <p:spPr>
            <a:xfrm>
              <a:off x="2055739" y="1768556"/>
              <a:ext cx="36015" cy="36015"/>
            </a:xfrm>
            <a:custGeom>
              <a:avLst/>
              <a:gdLst/>
              <a:ahLst/>
              <a:cxnLst/>
              <a:rect l="l" t="t" r="r" b="b"/>
              <a:pathLst>
                <a:path w="1323" h="1323" extrusionOk="0">
                  <a:moveTo>
                    <a:pt x="667" y="1"/>
                  </a:moveTo>
                  <a:cubicBezTo>
                    <a:pt x="298" y="1"/>
                    <a:pt x="0" y="298"/>
                    <a:pt x="0" y="655"/>
                  </a:cubicBezTo>
                  <a:cubicBezTo>
                    <a:pt x="0" y="1025"/>
                    <a:pt x="298" y="1322"/>
                    <a:pt x="667" y="1322"/>
                  </a:cubicBezTo>
                  <a:cubicBezTo>
                    <a:pt x="1024" y="1322"/>
                    <a:pt x="1322" y="1025"/>
                    <a:pt x="1322" y="655"/>
                  </a:cubicBezTo>
                  <a:cubicBezTo>
                    <a:pt x="1322" y="298"/>
                    <a:pt x="1024" y="1"/>
                    <a:pt x="6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57">
              <a:extLst>
                <a:ext uri="{FF2B5EF4-FFF2-40B4-BE49-F238E27FC236}">
                  <a16:creationId xmlns:a16="http://schemas.microsoft.com/office/drawing/2014/main" id="{36C2FD28-3D27-2C36-04A4-7D427B3DFBD2}"/>
                </a:ext>
              </a:extLst>
            </p:cNvPr>
            <p:cNvSpPr/>
            <p:nvPr/>
          </p:nvSpPr>
          <p:spPr>
            <a:xfrm>
              <a:off x="2138713" y="1768556"/>
              <a:ext cx="36315" cy="36015"/>
            </a:xfrm>
            <a:custGeom>
              <a:avLst/>
              <a:gdLst/>
              <a:ahLst/>
              <a:cxnLst/>
              <a:rect l="l" t="t" r="r" b="b"/>
              <a:pathLst>
                <a:path w="1334" h="1323" extrusionOk="0">
                  <a:moveTo>
                    <a:pt x="667" y="1"/>
                  </a:moveTo>
                  <a:cubicBezTo>
                    <a:pt x="298" y="1"/>
                    <a:pt x="0" y="298"/>
                    <a:pt x="0" y="655"/>
                  </a:cubicBezTo>
                  <a:cubicBezTo>
                    <a:pt x="0" y="1025"/>
                    <a:pt x="298" y="1322"/>
                    <a:pt x="667" y="1322"/>
                  </a:cubicBezTo>
                  <a:cubicBezTo>
                    <a:pt x="1036" y="1322"/>
                    <a:pt x="1334" y="1025"/>
                    <a:pt x="1334" y="655"/>
                  </a:cubicBezTo>
                  <a:cubicBezTo>
                    <a:pt x="1334" y="298"/>
                    <a:pt x="1036" y="1"/>
                    <a:pt x="6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57">
              <a:extLst>
                <a:ext uri="{FF2B5EF4-FFF2-40B4-BE49-F238E27FC236}">
                  <a16:creationId xmlns:a16="http://schemas.microsoft.com/office/drawing/2014/main" id="{F4BBFFDC-5DAB-7E5B-534B-71757AC8B2A4}"/>
                </a:ext>
              </a:extLst>
            </p:cNvPr>
            <p:cNvSpPr/>
            <p:nvPr/>
          </p:nvSpPr>
          <p:spPr>
            <a:xfrm>
              <a:off x="2222014" y="1768556"/>
              <a:ext cx="35988" cy="36015"/>
            </a:xfrm>
            <a:custGeom>
              <a:avLst/>
              <a:gdLst/>
              <a:ahLst/>
              <a:cxnLst/>
              <a:rect l="l" t="t" r="r" b="b"/>
              <a:pathLst>
                <a:path w="1322" h="1323" extrusionOk="0">
                  <a:moveTo>
                    <a:pt x="655" y="1"/>
                  </a:moveTo>
                  <a:cubicBezTo>
                    <a:pt x="286" y="1"/>
                    <a:pt x="0" y="298"/>
                    <a:pt x="0" y="655"/>
                  </a:cubicBezTo>
                  <a:cubicBezTo>
                    <a:pt x="0" y="1025"/>
                    <a:pt x="286" y="1322"/>
                    <a:pt x="655" y="1322"/>
                  </a:cubicBezTo>
                  <a:cubicBezTo>
                    <a:pt x="1024" y="1322"/>
                    <a:pt x="1322" y="1025"/>
                    <a:pt x="1322" y="655"/>
                  </a:cubicBezTo>
                  <a:cubicBezTo>
                    <a:pt x="1322" y="298"/>
                    <a:pt x="1024" y="1"/>
                    <a:pt x="6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57">
              <a:extLst>
                <a:ext uri="{FF2B5EF4-FFF2-40B4-BE49-F238E27FC236}">
                  <a16:creationId xmlns:a16="http://schemas.microsoft.com/office/drawing/2014/main" id="{D5EE4652-1C24-8F4C-1FB7-019CE2C3C842}"/>
                </a:ext>
              </a:extLst>
            </p:cNvPr>
            <p:cNvSpPr/>
            <p:nvPr/>
          </p:nvSpPr>
          <p:spPr>
            <a:xfrm>
              <a:off x="2048606" y="4417904"/>
              <a:ext cx="307288" cy="181520"/>
            </a:xfrm>
            <a:custGeom>
              <a:avLst/>
              <a:gdLst/>
              <a:ahLst/>
              <a:cxnLst/>
              <a:rect l="l" t="t" r="r" b="b"/>
              <a:pathLst>
                <a:path w="11288" h="6668" extrusionOk="0">
                  <a:moveTo>
                    <a:pt x="1084" y="0"/>
                  </a:moveTo>
                  <a:lnTo>
                    <a:pt x="1167" y="3060"/>
                  </a:lnTo>
                  <a:lnTo>
                    <a:pt x="346" y="4977"/>
                  </a:lnTo>
                  <a:cubicBezTo>
                    <a:pt x="1" y="5775"/>
                    <a:pt x="584" y="6668"/>
                    <a:pt x="1453" y="6668"/>
                  </a:cubicBezTo>
                  <a:lnTo>
                    <a:pt x="10228" y="6668"/>
                  </a:lnTo>
                  <a:cubicBezTo>
                    <a:pt x="11061" y="6644"/>
                    <a:pt x="11288" y="5513"/>
                    <a:pt x="10526" y="5179"/>
                  </a:cubicBezTo>
                  <a:lnTo>
                    <a:pt x="5192" y="2977"/>
                  </a:lnTo>
                  <a:lnTo>
                    <a:pt x="537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57">
              <a:extLst>
                <a:ext uri="{FF2B5EF4-FFF2-40B4-BE49-F238E27FC236}">
                  <a16:creationId xmlns:a16="http://schemas.microsoft.com/office/drawing/2014/main" id="{40DEB852-3139-E64C-1A57-DE9BA28D9E69}"/>
                </a:ext>
              </a:extLst>
            </p:cNvPr>
            <p:cNvSpPr/>
            <p:nvPr/>
          </p:nvSpPr>
          <p:spPr>
            <a:xfrm>
              <a:off x="2048606" y="4498591"/>
              <a:ext cx="307288" cy="100832"/>
            </a:xfrm>
            <a:custGeom>
              <a:avLst/>
              <a:gdLst/>
              <a:ahLst/>
              <a:cxnLst/>
              <a:rect l="l" t="t" r="r" b="b"/>
              <a:pathLst>
                <a:path w="11288" h="3704" extrusionOk="0">
                  <a:moveTo>
                    <a:pt x="4442" y="1"/>
                  </a:moveTo>
                  <a:cubicBezTo>
                    <a:pt x="3787" y="1"/>
                    <a:pt x="3239" y="465"/>
                    <a:pt x="3120" y="1096"/>
                  </a:cubicBezTo>
                  <a:lnTo>
                    <a:pt x="3108" y="1203"/>
                  </a:lnTo>
                  <a:lnTo>
                    <a:pt x="1167" y="96"/>
                  </a:lnTo>
                  <a:lnTo>
                    <a:pt x="346" y="2013"/>
                  </a:lnTo>
                  <a:cubicBezTo>
                    <a:pt x="1" y="2811"/>
                    <a:pt x="584" y="3704"/>
                    <a:pt x="1453" y="3704"/>
                  </a:cubicBezTo>
                  <a:lnTo>
                    <a:pt x="10228" y="3704"/>
                  </a:lnTo>
                  <a:cubicBezTo>
                    <a:pt x="11061" y="3680"/>
                    <a:pt x="11288" y="2549"/>
                    <a:pt x="10526" y="2215"/>
                  </a:cubicBezTo>
                  <a:lnTo>
                    <a:pt x="519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57">
              <a:extLst>
                <a:ext uri="{FF2B5EF4-FFF2-40B4-BE49-F238E27FC236}">
                  <a16:creationId xmlns:a16="http://schemas.microsoft.com/office/drawing/2014/main" id="{0BB2B337-A6B2-CE31-F59F-A4D13C894834}"/>
                </a:ext>
              </a:extLst>
            </p:cNvPr>
            <p:cNvSpPr/>
            <p:nvPr/>
          </p:nvSpPr>
          <p:spPr>
            <a:xfrm>
              <a:off x="1421128" y="4346581"/>
              <a:ext cx="292642" cy="252788"/>
            </a:xfrm>
            <a:custGeom>
              <a:avLst/>
              <a:gdLst/>
              <a:ahLst/>
              <a:cxnLst/>
              <a:rect l="l" t="t" r="r" b="b"/>
              <a:pathLst>
                <a:path w="10750" h="9286" extrusionOk="0">
                  <a:moveTo>
                    <a:pt x="2869" y="1"/>
                  </a:moveTo>
                  <a:lnTo>
                    <a:pt x="1976" y="2942"/>
                  </a:lnTo>
                  <a:lnTo>
                    <a:pt x="583" y="4501"/>
                  </a:lnTo>
                  <a:cubicBezTo>
                    <a:pt x="0" y="5144"/>
                    <a:pt x="274" y="6168"/>
                    <a:pt x="1095" y="6442"/>
                  </a:cubicBezTo>
                  <a:lnTo>
                    <a:pt x="9418" y="9240"/>
                  </a:lnTo>
                  <a:cubicBezTo>
                    <a:pt x="9510" y="9271"/>
                    <a:pt x="9599" y="9285"/>
                    <a:pt x="9683" y="9285"/>
                  </a:cubicBezTo>
                  <a:cubicBezTo>
                    <a:pt x="10346" y="9285"/>
                    <a:pt x="10750" y="8415"/>
                    <a:pt x="10180" y="7918"/>
                  </a:cubicBezTo>
                  <a:lnTo>
                    <a:pt x="5822" y="4132"/>
                  </a:lnTo>
                  <a:lnTo>
                    <a:pt x="6941" y="1370"/>
                  </a:lnTo>
                  <a:lnTo>
                    <a:pt x="28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57">
              <a:extLst>
                <a:ext uri="{FF2B5EF4-FFF2-40B4-BE49-F238E27FC236}">
                  <a16:creationId xmlns:a16="http://schemas.microsoft.com/office/drawing/2014/main" id="{D0913566-B54F-5D63-02F8-31CCE84CDF19}"/>
                </a:ext>
              </a:extLst>
            </p:cNvPr>
            <p:cNvSpPr/>
            <p:nvPr/>
          </p:nvSpPr>
          <p:spPr>
            <a:xfrm>
              <a:off x="1421128" y="4426642"/>
              <a:ext cx="292642" cy="172727"/>
            </a:xfrm>
            <a:custGeom>
              <a:avLst/>
              <a:gdLst/>
              <a:ahLst/>
              <a:cxnLst/>
              <a:rect l="l" t="t" r="r" b="b"/>
              <a:pathLst>
                <a:path w="10750" h="6345" extrusionOk="0">
                  <a:moveTo>
                    <a:pt x="1976" y="1"/>
                  </a:moveTo>
                  <a:lnTo>
                    <a:pt x="583" y="1560"/>
                  </a:lnTo>
                  <a:cubicBezTo>
                    <a:pt x="0" y="2203"/>
                    <a:pt x="274" y="3227"/>
                    <a:pt x="1095" y="3501"/>
                  </a:cubicBezTo>
                  <a:lnTo>
                    <a:pt x="9418" y="6299"/>
                  </a:lnTo>
                  <a:cubicBezTo>
                    <a:pt x="9510" y="6330"/>
                    <a:pt x="9599" y="6344"/>
                    <a:pt x="9683" y="6344"/>
                  </a:cubicBezTo>
                  <a:cubicBezTo>
                    <a:pt x="10346" y="6344"/>
                    <a:pt x="10750" y="5474"/>
                    <a:pt x="10180" y="4977"/>
                  </a:cubicBezTo>
                  <a:lnTo>
                    <a:pt x="5822" y="1191"/>
                  </a:lnTo>
                  <a:lnTo>
                    <a:pt x="5108" y="953"/>
                  </a:lnTo>
                  <a:cubicBezTo>
                    <a:pt x="4963" y="903"/>
                    <a:pt x="4815" y="879"/>
                    <a:pt x="4669" y="879"/>
                  </a:cubicBezTo>
                  <a:cubicBezTo>
                    <a:pt x="4195" y="879"/>
                    <a:pt x="3749" y="1135"/>
                    <a:pt x="3512" y="1572"/>
                  </a:cubicBezTo>
                  <a:lnTo>
                    <a:pt x="3453" y="1667"/>
                  </a:lnTo>
                  <a:lnTo>
                    <a:pt x="197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57">
              <a:extLst>
                <a:ext uri="{FF2B5EF4-FFF2-40B4-BE49-F238E27FC236}">
                  <a16:creationId xmlns:a16="http://schemas.microsoft.com/office/drawing/2014/main" id="{924E9ADD-CDEB-8042-77D8-11ACB9B446A0}"/>
                </a:ext>
              </a:extLst>
            </p:cNvPr>
            <p:cNvSpPr/>
            <p:nvPr/>
          </p:nvSpPr>
          <p:spPr>
            <a:xfrm>
              <a:off x="2769131" y="2154162"/>
              <a:ext cx="258668" cy="206918"/>
            </a:xfrm>
            <a:custGeom>
              <a:avLst/>
              <a:gdLst/>
              <a:ahLst/>
              <a:cxnLst/>
              <a:rect l="l" t="t" r="r" b="b"/>
              <a:pathLst>
                <a:path w="9502" h="7601" extrusionOk="0">
                  <a:moveTo>
                    <a:pt x="8721" y="1"/>
                  </a:moveTo>
                  <a:cubicBezTo>
                    <a:pt x="7968" y="1"/>
                    <a:pt x="6275" y="1623"/>
                    <a:pt x="6275" y="1623"/>
                  </a:cubicBezTo>
                  <a:lnTo>
                    <a:pt x="3679" y="2111"/>
                  </a:lnTo>
                  <a:cubicBezTo>
                    <a:pt x="3679" y="2111"/>
                    <a:pt x="5144" y="433"/>
                    <a:pt x="4691" y="254"/>
                  </a:cubicBezTo>
                  <a:cubicBezTo>
                    <a:pt x="4629" y="230"/>
                    <a:pt x="4569" y="219"/>
                    <a:pt x="4508" y="219"/>
                  </a:cubicBezTo>
                  <a:cubicBezTo>
                    <a:pt x="4115" y="219"/>
                    <a:pt x="3711" y="702"/>
                    <a:pt x="2762" y="1445"/>
                  </a:cubicBezTo>
                  <a:cubicBezTo>
                    <a:pt x="1667" y="2302"/>
                    <a:pt x="1453" y="3790"/>
                    <a:pt x="1453" y="3790"/>
                  </a:cubicBezTo>
                  <a:lnTo>
                    <a:pt x="0" y="5279"/>
                  </a:lnTo>
                  <a:lnTo>
                    <a:pt x="1822" y="7600"/>
                  </a:lnTo>
                  <a:lnTo>
                    <a:pt x="3012" y="5279"/>
                  </a:lnTo>
                  <a:lnTo>
                    <a:pt x="7144" y="3445"/>
                  </a:lnTo>
                  <a:cubicBezTo>
                    <a:pt x="7144" y="3445"/>
                    <a:pt x="9501" y="373"/>
                    <a:pt x="8894" y="40"/>
                  </a:cubicBezTo>
                  <a:cubicBezTo>
                    <a:pt x="8845" y="13"/>
                    <a:pt x="8786" y="1"/>
                    <a:pt x="87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57">
              <a:extLst>
                <a:ext uri="{FF2B5EF4-FFF2-40B4-BE49-F238E27FC236}">
                  <a16:creationId xmlns:a16="http://schemas.microsoft.com/office/drawing/2014/main" id="{5674A53D-5C58-2A3B-E455-4AA407C7C24D}"/>
                </a:ext>
              </a:extLst>
            </p:cNvPr>
            <p:cNvSpPr/>
            <p:nvPr/>
          </p:nvSpPr>
          <p:spPr>
            <a:xfrm>
              <a:off x="1468114" y="2721452"/>
              <a:ext cx="819071" cy="1731160"/>
            </a:xfrm>
            <a:custGeom>
              <a:avLst/>
              <a:gdLst/>
              <a:ahLst/>
              <a:cxnLst/>
              <a:rect l="l" t="t" r="r" b="b"/>
              <a:pathLst>
                <a:path w="30088" h="63593" extrusionOk="0">
                  <a:moveTo>
                    <a:pt x="8835" y="1"/>
                  </a:moveTo>
                  <a:lnTo>
                    <a:pt x="5180" y="4668"/>
                  </a:lnTo>
                  <a:lnTo>
                    <a:pt x="7442" y="33541"/>
                  </a:lnTo>
                  <a:lnTo>
                    <a:pt x="0" y="60663"/>
                  </a:lnTo>
                  <a:lnTo>
                    <a:pt x="5394" y="62306"/>
                  </a:lnTo>
                  <a:lnTo>
                    <a:pt x="15336" y="36553"/>
                  </a:lnTo>
                  <a:cubicBezTo>
                    <a:pt x="16050" y="34672"/>
                    <a:pt x="16419" y="32672"/>
                    <a:pt x="16407" y="30659"/>
                  </a:cubicBezTo>
                  <a:lnTo>
                    <a:pt x="16276" y="11693"/>
                  </a:lnTo>
                  <a:lnTo>
                    <a:pt x="17919" y="11693"/>
                  </a:lnTo>
                  <a:lnTo>
                    <a:pt x="21348" y="33803"/>
                  </a:lnTo>
                  <a:lnTo>
                    <a:pt x="21420" y="63592"/>
                  </a:lnTo>
                  <a:lnTo>
                    <a:pt x="27647" y="63592"/>
                  </a:lnTo>
                  <a:lnTo>
                    <a:pt x="29897" y="35946"/>
                  </a:lnTo>
                  <a:cubicBezTo>
                    <a:pt x="30052" y="34041"/>
                    <a:pt x="30088" y="32112"/>
                    <a:pt x="30004" y="30195"/>
                  </a:cubicBezTo>
                  <a:lnTo>
                    <a:pt x="285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57">
              <a:extLst>
                <a:ext uri="{FF2B5EF4-FFF2-40B4-BE49-F238E27FC236}">
                  <a16:creationId xmlns:a16="http://schemas.microsoft.com/office/drawing/2014/main" id="{C8C8FB26-5497-D86F-8BB1-4CD2DF06CD78}"/>
                </a:ext>
              </a:extLst>
            </p:cNvPr>
            <p:cNvSpPr/>
            <p:nvPr/>
          </p:nvSpPr>
          <p:spPr>
            <a:xfrm>
              <a:off x="2171135" y="1928678"/>
              <a:ext cx="689083" cy="864478"/>
            </a:xfrm>
            <a:custGeom>
              <a:avLst/>
              <a:gdLst/>
              <a:ahLst/>
              <a:cxnLst/>
              <a:rect l="l" t="t" r="r" b="b"/>
              <a:pathLst>
                <a:path w="25313" h="31756" extrusionOk="0">
                  <a:moveTo>
                    <a:pt x="1048" y="0"/>
                  </a:moveTo>
                  <a:cubicBezTo>
                    <a:pt x="1048" y="4679"/>
                    <a:pt x="0" y="26099"/>
                    <a:pt x="1381" y="28480"/>
                  </a:cubicBezTo>
                  <a:cubicBezTo>
                    <a:pt x="2272" y="30029"/>
                    <a:pt x="4630" y="31755"/>
                    <a:pt x="7402" y="31755"/>
                  </a:cubicBezTo>
                  <a:cubicBezTo>
                    <a:pt x="8890" y="31755"/>
                    <a:pt x="10497" y="31258"/>
                    <a:pt x="12061" y="29968"/>
                  </a:cubicBezTo>
                  <a:cubicBezTo>
                    <a:pt x="15550" y="27087"/>
                    <a:pt x="25313" y="15871"/>
                    <a:pt x="25313" y="15871"/>
                  </a:cubicBezTo>
                  <a:lnTo>
                    <a:pt x="21943" y="12311"/>
                  </a:lnTo>
                  <a:lnTo>
                    <a:pt x="11156" y="20479"/>
                  </a:lnTo>
                  <a:cubicBezTo>
                    <a:pt x="11156" y="20479"/>
                    <a:pt x="6822" y="0"/>
                    <a:pt x="104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57">
              <a:extLst>
                <a:ext uri="{FF2B5EF4-FFF2-40B4-BE49-F238E27FC236}">
                  <a16:creationId xmlns:a16="http://schemas.microsoft.com/office/drawing/2014/main" id="{721D4154-17F6-DFA5-4BFB-85067C9CA60E}"/>
                </a:ext>
              </a:extLst>
            </p:cNvPr>
            <p:cNvSpPr/>
            <p:nvPr/>
          </p:nvSpPr>
          <p:spPr>
            <a:xfrm>
              <a:off x="1754631" y="1928678"/>
              <a:ext cx="402267" cy="810305"/>
            </a:xfrm>
            <a:custGeom>
              <a:avLst/>
              <a:gdLst/>
              <a:ahLst/>
              <a:cxnLst/>
              <a:rect l="l" t="t" r="r" b="b"/>
              <a:pathLst>
                <a:path w="14777" h="29766" extrusionOk="0">
                  <a:moveTo>
                    <a:pt x="1763" y="0"/>
                  </a:moveTo>
                  <a:lnTo>
                    <a:pt x="1" y="29766"/>
                  </a:lnTo>
                  <a:lnTo>
                    <a:pt x="14776" y="29766"/>
                  </a:lnTo>
                  <a:lnTo>
                    <a:pt x="94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57">
              <a:extLst>
                <a:ext uri="{FF2B5EF4-FFF2-40B4-BE49-F238E27FC236}">
                  <a16:creationId xmlns:a16="http://schemas.microsoft.com/office/drawing/2014/main" id="{39A6C086-32AD-8C03-9240-62CD87D1E59E}"/>
                </a:ext>
              </a:extLst>
            </p:cNvPr>
            <p:cNvSpPr/>
            <p:nvPr/>
          </p:nvSpPr>
          <p:spPr>
            <a:xfrm>
              <a:off x="1743932" y="1576120"/>
              <a:ext cx="271953" cy="259893"/>
            </a:xfrm>
            <a:custGeom>
              <a:avLst/>
              <a:gdLst/>
              <a:ahLst/>
              <a:cxnLst/>
              <a:rect l="l" t="t" r="r" b="b"/>
              <a:pathLst>
                <a:path w="9990" h="9547" extrusionOk="0">
                  <a:moveTo>
                    <a:pt x="7402" y="1"/>
                  </a:moveTo>
                  <a:cubicBezTo>
                    <a:pt x="5488" y="1"/>
                    <a:pt x="2643" y="1505"/>
                    <a:pt x="2025" y="2009"/>
                  </a:cubicBezTo>
                  <a:cubicBezTo>
                    <a:pt x="965" y="2879"/>
                    <a:pt x="1441" y="4212"/>
                    <a:pt x="1441" y="4212"/>
                  </a:cubicBezTo>
                  <a:cubicBezTo>
                    <a:pt x="322" y="4641"/>
                    <a:pt x="1" y="6200"/>
                    <a:pt x="977" y="7486"/>
                  </a:cubicBezTo>
                  <a:cubicBezTo>
                    <a:pt x="1953" y="8760"/>
                    <a:pt x="3846" y="9546"/>
                    <a:pt x="3846" y="9546"/>
                  </a:cubicBezTo>
                  <a:lnTo>
                    <a:pt x="4275" y="5593"/>
                  </a:lnTo>
                  <a:lnTo>
                    <a:pt x="7859" y="3379"/>
                  </a:lnTo>
                  <a:cubicBezTo>
                    <a:pt x="7859" y="3379"/>
                    <a:pt x="9990" y="2533"/>
                    <a:pt x="8978" y="736"/>
                  </a:cubicBezTo>
                  <a:cubicBezTo>
                    <a:pt x="8683" y="204"/>
                    <a:pt x="8106" y="1"/>
                    <a:pt x="74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57">
              <a:extLst>
                <a:ext uri="{FF2B5EF4-FFF2-40B4-BE49-F238E27FC236}">
                  <a16:creationId xmlns:a16="http://schemas.microsoft.com/office/drawing/2014/main" id="{43830BF3-8063-D92E-2EAB-8D22D5B1C4E2}"/>
                </a:ext>
              </a:extLst>
            </p:cNvPr>
            <p:cNvSpPr/>
            <p:nvPr/>
          </p:nvSpPr>
          <p:spPr>
            <a:xfrm>
              <a:off x="1723515" y="2721452"/>
              <a:ext cx="543906" cy="448899"/>
            </a:xfrm>
            <a:custGeom>
              <a:avLst/>
              <a:gdLst/>
              <a:ahLst/>
              <a:cxnLst/>
              <a:rect l="l" t="t" r="r" b="b"/>
              <a:pathLst>
                <a:path w="19980" h="16490" extrusionOk="0">
                  <a:moveTo>
                    <a:pt x="1" y="1"/>
                  </a:moveTo>
                  <a:lnTo>
                    <a:pt x="322" y="9133"/>
                  </a:lnTo>
                  <a:cubicBezTo>
                    <a:pt x="1632" y="10324"/>
                    <a:pt x="2763" y="13003"/>
                    <a:pt x="6906" y="14777"/>
                  </a:cubicBezTo>
                  <a:lnTo>
                    <a:pt x="6882" y="11693"/>
                  </a:lnTo>
                  <a:lnTo>
                    <a:pt x="8525" y="11693"/>
                  </a:lnTo>
                  <a:lnTo>
                    <a:pt x="9121" y="15539"/>
                  </a:lnTo>
                  <a:cubicBezTo>
                    <a:pt x="11212" y="16121"/>
                    <a:pt x="13863" y="16489"/>
                    <a:pt x="17294" y="16489"/>
                  </a:cubicBezTo>
                  <a:cubicBezTo>
                    <a:pt x="18140" y="16489"/>
                    <a:pt x="19034" y="16467"/>
                    <a:pt x="19979" y="16420"/>
                  </a:cubicBezTo>
                  <a:lnTo>
                    <a:pt x="1921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57">
              <a:extLst>
                <a:ext uri="{FF2B5EF4-FFF2-40B4-BE49-F238E27FC236}">
                  <a16:creationId xmlns:a16="http://schemas.microsoft.com/office/drawing/2014/main" id="{8C7B793B-EC14-EFEE-70A3-8417C7F9A41A}"/>
                </a:ext>
              </a:extLst>
            </p:cNvPr>
            <p:cNvSpPr/>
            <p:nvPr/>
          </p:nvSpPr>
          <p:spPr>
            <a:xfrm>
              <a:off x="1732281" y="2790815"/>
              <a:ext cx="517636" cy="4573"/>
            </a:xfrm>
            <a:custGeom>
              <a:avLst/>
              <a:gdLst/>
              <a:ahLst/>
              <a:cxnLst/>
              <a:rect l="l" t="t" r="r" b="b"/>
              <a:pathLst>
                <a:path w="19015" h="168" extrusionOk="0">
                  <a:moveTo>
                    <a:pt x="0" y="1"/>
                  </a:moveTo>
                  <a:lnTo>
                    <a:pt x="0" y="168"/>
                  </a:lnTo>
                  <a:lnTo>
                    <a:pt x="19014" y="168"/>
                  </a:lnTo>
                  <a:lnTo>
                    <a:pt x="1901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57">
              <a:extLst>
                <a:ext uri="{FF2B5EF4-FFF2-40B4-BE49-F238E27FC236}">
                  <a16:creationId xmlns:a16="http://schemas.microsoft.com/office/drawing/2014/main" id="{CA1EE375-81E1-1B6F-F21A-1750C7368829}"/>
                </a:ext>
              </a:extLst>
            </p:cNvPr>
            <p:cNvSpPr/>
            <p:nvPr/>
          </p:nvSpPr>
          <p:spPr>
            <a:xfrm>
              <a:off x="1926405" y="2792775"/>
              <a:ext cx="53846" cy="247643"/>
            </a:xfrm>
            <a:custGeom>
              <a:avLst/>
              <a:gdLst/>
              <a:ahLst/>
              <a:cxnLst/>
              <a:rect l="l" t="t" r="r" b="b"/>
              <a:pathLst>
                <a:path w="1978" h="9097" extrusionOk="0">
                  <a:moveTo>
                    <a:pt x="1823" y="0"/>
                  </a:moveTo>
                  <a:lnTo>
                    <a:pt x="1" y="9061"/>
                  </a:lnTo>
                  <a:lnTo>
                    <a:pt x="156" y="9097"/>
                  </a:lnTo>
                  <a:lnTo>
                    <a:pt x="1977" y="36"/>
                  </a:lnTo>
                  <a:lnTo>
                    <a:pt x="182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57">
              <a:extLst>
                <a:ext uri="{FF2B5EF4-FFF2-40B4-BE49-F238E27FC236}">
                  <a16:creationId xmlns:a16="http://schemas.microsoft.com/office/drawing/2014/main" id="{99B552ED-D55A-9D4C-9D5F-BF07B535B4EE}"/>
                </a:ext>
              </a:extLst>
            </p:cNvPr>
            <p:cNvSpPr/>
            <p:nvPr/>
          </p:nvSpPr>
          <p:spPr>
            <a:xfrm>
              <a:off x="1939390" y="2792775"/>
              <a:ext cx="94979" cy="192545"/>
            </a:xfrm>
            <a:custGeom>
              <a:avLst/>
              <a:gdLst/>
              <a:ahLst/>
              <a:cxnLst/>
              <a:rect l="l" t="t" r="r" b="b"/>
              <a:pathLst>
                <a:path w="3489" h="7073" extrusionOk="0">
                  <a:moveTo>
                    <a:pt x="3322" y="0"/>
                  </a:moveTo>
                  <a:lnTo>
                    <a:pt x="2250" y="4691"/>
                  </a:lnTo>
                  <a:cubicBezTo>
                    <a:pt x="2000" y="5811"/>
                    <a:pt x="1119" y="6680"/>
                    <a:pt x="0" y="6906"/>
                  </a:cubicBezTo>
                  <a:lnTo>
                    <a:pt x="36" y="7073"/>
                  </a:lnTo>
                  <a:cubicBezTo>
                    <a:pt x="1215" y="6823"/>
                    <a:pt x="2143" y="5906"/>
                    <a:pt x="2417" y="4739"/>
                  </a:cubicBezTo>
                  <a:lnTo>
                    <a:pt x="3489" y="36"/>
                  </a:lnTo>
                  <a:lnTo>
                    <a:pt x="332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57">
              <a:extLst>
                <a:ext uri="{FF2B5EF4-FFF2-40B4-BE49-F238E27FC236}">
                  <a16:creationId xmlns:a16="http://schemas.microsoft.com/office/drawing/2014/main" id="{279CE473-576B-573A-8198-CA876B56A15F}"/>
                </a:ext>
              </a:extLst>
            </p:cNvPr>
            <p:cNvSpPr/>
            <p:nvPr/>
          </p:nvSpPr>
          <p:spPr>
            <a:xfrm>
              <a:off x="1787053" y="1668077"/>
              <a:ext cx="213942" cy="348448"/>
            </a:xfrm>
            <a:custGeom>
              <a:avLst/>
              <a:gdLst/>
              <a:ahLst/>
              <a:cxnLst/>
              <a:rect l="l" t="t" r="r" b="b"/>
              <a:pathLst>
                <a:path w="7859" h="12800" extrusionOk="0">
                  <a:moveTo>
                    <a:pt x="6287" y="1"/>
                  </a:moveTo>
                  <a:lnTo>
                    <a:pt x="2131" y="739"/>
                  </a:lnTo>
                  <a:cubicBezTo>
                    <a:pt x="2131" y="1763"/>
                    <a:pt x="1441" y="2858"/>
                    <a:pt x="1441" y="2858"/>
                  </a:cubicBezTo>
                  <a:lnTo>
                    <a:pt x="1572" y="3394"/>
                  </a:lnTo>
                  <a:cubicBezTo>
                    <a:pt x="1453" y="3358"/>
                    <a:pt x="1322" y="3334"/>
                    <a:pt x="1191" y="3334"/>
                  </a:cubicBezTo>
                  <a:cubicBezTo>
                    <a:pt x="536" y="3334"/>
                    <a:pt x="0" y="3799"/>
                    <a:pt x="0" y="4358"/>
                  </a:cubicBezTo>
                  <a:cubicBezTo>
                    <a:pt x="0" y="4918"/>
                    <a:pt x="536" y="5370"/>
                    <a:pt x="1191" y="5370"/>
                  </a:cubicBezTo>
                  <a:cubicBezTo>
                    <a:pt x="1488" y="5370"/>
                    <a:pt x="1762" y="5275"/>
                    <a:pt x="2000" y="5097"/>
                  </a:cubicBezTo>
                  <a:lnTo>
                    <a:pt x="2262" y="6168"/>
                  </a:lnTo>
                  <a:lnTo>
                    <a:pt x="1524" y="9573"/>
                  </a:lnTo>
                  <a:lnTo>
                    <a:pt x="572" y="9573"/>
                  </a:lnTo>
                  <a:cubicBezTo>
                    <a:pt x="572" y="9573"/>
                    <a:pt x="846" y="12800"/>
                    <a:pt x="4322" y="12800"/>
                  </a:cubicBezTo>
                  <a:cubicBezTo>
                    <a:pt x="7787" y="12800"/>
                    <a:pt x="7858" y="9573"/>
                    <a:pt x="7858" y="9573"/>
                  </a:cubicBezTo>
                  <a:lnTo>
                    <a:pt x="6882" y="9573"/>
                  </a:lnTo>
                  <a:lnTo>
                    <a:pt x="6680" y="5942"/>
                  </a:lnTo>
                  <a:cubicBezTo>
                    <a:pt x="7239" y="5573"/>
                    <a:pt x="7596" y="4966"/>
                    <a:pt x="7656" y="4299"/>
                  </a:cubicBezTo>
                  <a:cubicBezTo>
                    <a:pt x="7704" y="3632"/>
                    <a:pt x="7406" y="2989"/>
                    <a:pt x="6882" y="2584"/>
                  </a:cubicBezTo>
                  <a:lnTo>
                    <a:pt x="62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57">
              <a:extLst>
                <a:ext uri="{FF2B5EF4-FFF2-40B4-BE49-F238E27FC236}">
                  <a16:creationId xmlns:a16="http://schemas.microsoft.com/office/drawing/2014/main" id="{2B69BF8E-036F-571B-DF6B-CC2AB6D393B5}"/>
                </a:ext>
              </a:extLst>
            </p:cNvPr>
            <p:cNvSpPr/>
            <p:nvPr/>
          </p:nvSpPr>
          <p:spPr>
            <a:xfrm>
              <a:off x="1504102" y="1928678"/>
              <a:ext cx="389935" cy="1111114"/>
            </a:xfrm>
            <a:custGeom>
              <a:avLst/>
              <a:gdLst/>
              <a:ahLst/>
              <a:cxnLst/>
              <a:rect l="l" t="t" r="r" b="b"/>
              <a:pathLst>
                <a:path w="14324" h="40816" extrusionOk="0">
                  <a:moveTo>
                    <a:pt x="6310" y="0"/>
                  </a:moveTo>
                  <a:cubicBezTo>
                    <a:pt x="2667" y="0"/>
                    <a:pt x="0" y="3441"/>
                    <a:pt x="905" y="6977"/>
                  </a:cubicBezTo>
                  <a:lnTo>
                    <a:pt x="5870" y="26194"/>
                  </a:lnTo>
                  <a:lnTo>
                    <a:pt x="2667" y="34052"/>
                  </a:lnTo>
                  <a:cubicBezTo>
                    <a:pt x="2667" y="34052"/>
                    <a:pt x="4798" y="34838"/>
                    <a:pt x="8382" y="38255"/>
                  </a:cubicBezTo>
                  <a:cubicBezTo>
                    <a:pt x="10943" y="40707"/>
                    <a:pt x="13770" y="40816"/>
                    <a:pt x="14252" y="40816"/>
                  </a:cubicBezTo>
                  <a:cubicBezTo>
                    <a:pt x="14299" y="40816"/>
                    <a:pt x="14323" y="40815"/>
                    <a:pt x="14323" y="40815"/>
                  </a:cubicBezTo>
                  <a:lnTo>
                    <a:pt x="1096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57">
              <a:extLst>
                <a:ext uri="{FF2B5EF4-FFF2-40B4-BE49-F238E27FC236}">
                  <a16:creationId xmlns:a16="http://schemas.microsoft.com/office/drawing/2014/main" id="{5627A6C4-F1F8-5493-F559-3EF659005874}"/>
                </a:ext>
              </a:extLst>
            </p:cNvPr>
            <p:cNvSpPr/>
            <p:nvPr/>
          </p:nvSpPr>
          <p:spPr>
            <a:xfrm>
              <a:off x="1576704" y="2700409"/>
              <a:ext cx="161756" cy="269693"/>
            </a:xfrm>
            <a:custGeom>
              <a:avLst/>
              <a:gdLst/>
              <a:ahLst/>
              <a:cxnLst/>
              <a:rect l="l" t="t" r="r" b="b"/>
              <a:pathLst>
                <a:path w="5942" h="9907" extrusionOk="0">
                  <a:moveTo>
                    <a:pt x="2334" y="0"/>
                  </a:moveTo>
                  <a:lnTo>
                    <a:pt x="0" y="5703"/>
                  </a:lnTo>
                  <a:cubicBezTo>
                    <a:pt x="0" y="5703"/>
                    <a:pt x="2131" y="6489"/>
                    <a:pt x="5715" y="9906"/>
                  </a:cubicBezTo>
                  <a:cubicBezTo>
                    <a:pt x="5941" y="5227"/>
                    <a:pt x="2334" y="0"/>
                    <a:pt x="23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57">
              <a:extLst>
                <a:ext uri="{FF2B5EF4-FFF2-40B4-BE49-F238E27FC236}">
                  <a16:creationId xmlns:a16="http://schemas.microsoft.com/office/drawing/2014/main" id="{BC1FCC70-6264-E2A8-91A7-AD4720DE4804}"/>
                </a:ext>
              </a:extLst>
            </p:cNvPr>
            <p:cNvSpPr/>
            <p:nvPr/>
          </p:nvSpPr>
          <p:spPr>
            <a:xfrm>
              <a:off x="1690140" y="1927045"/>
              <a:ext cx="172455" cy="708221"/>
            </a:xfrm>
            <a:custGeom>
              <a:avLst/>
              <a:gdLst/>
              <a:ahLst/>
              <a:cxnLst/>
              <a:rect l="l" t="t" r="r" b="b"/>
              <a:pathLst>
                <a:path w="6335" h="26016" extrusionOk="0">
                  <a:moveTo>
                    <a:pt x="4060" y="1"/>
                  </a:moveTo>
                  <a:lnTo>
                    <a:pt x="1107" y="4156"/>
                  </a:lnTo>
                  <a:cubicBezTo>
                    <a:pt x="60" y="5597"/>
                    <a:pt x="0" y="7526"/>
                    <a:pt x="929" y="9050"/>
                  </a:cubicBezTo>
                  <a:lnTo>
                    <a:pt x="3120" y="12645"/>
                  </a:lnTo>
                  <a:lnTo>
                    <a:pt x="2060" y="14562"/>
                  </a:lnTo>
                  <a:cubicBezTo>
                    <a:pt x="1155" y="16193"/>
                    <a:pt x="1215" y="18193"/>
                    <a:pt x="2215" y="19765"/>
                  </a:cubicBezTo>
                  <a:lnTo>
                    <a:pt x="6191" y="26016"/>
                  </a:lnTo>
                  <a:lnTo>
                    <a:pt x="6334" y="25933"/>
                  </a:lnTo>
                  <a:lnTo>
                    <a:pt x="2358" y="19682"/>
                  </a:lnTo>
                  <a:cubicBezTo>
                    <a:pt x="1381" y="18158"/>
                    <a:pt x="1322" y="16229"/>
                    <a:pt x="2203" y="14645"/>
                  </a:cubicBezTo>
                  <a:lnTo>
                    <a:pt x="3298" y="12633"/>
                  </a:lnTo>
                  <a:lnTo>
                    <a:pt x="1060" y="8966"/>
                  </a:lnTo>
                  <a:cubicBezTo>
                    <a:pt x="167" y="7502"/>
                    <a:pt x="238" y="5644"/>
                    <a:pt x="1238" y="4251"/>
                  </a:cubicBezTo>
                  <a:lnTo>
                    <a:pt x="4191" y="96"/>
                  </a:lnTo>
                  <a:lnTo>
                    <a:pt x="40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57">
              <a:extLst>
                <a:ext uri="{FF2B5EF4-FFF2-40B4-BE49-F238E27FC236}">
                  <a16:creationId xmlns:a16="http://schemas.microsoft.com/office/drawing/2014/main" id="{2987AFC9-731E-D1FB-7A06-A285FF768863}"/>
                </a:ext>
              </a:extLst>
            </p:cNvPr>
            <p:cNvSpPr/>
            <p:nvPr/>
          </p:nvSpPr>
          <p:spPr>
            <a:xfrm>
              <a:off x="2000967" y="1928678"/>
              <a:ext cx="322206" cy="1114652"/>
            </a:xfrm>
            <a:custGeom>
              <a:avLst/>
              <a:gdLst/>
              <a:ahLst/>
              <a:cxnLst/>
              <a:rect l="l" t="t" r="r" b="b"/>
              <a:pathLst>
                <a:path w="11836" h="40946" extrusionOk="0">
                  <a:moveTo>
                    <a:pt x="0" y="0"/>
                  </a:moveTo>
                  <a:lnTo>
                    <a:pt x="3608" y="40946"/>
                  </a:lnTo>
                  <a:lnTo>
                    <a:pt x="11835" y="40946"/>
                  </a:lnTo>
                  <a:lnTo>
                    <a:pt x="9359" y="25920"/>
                  </a:lnTo>
                  <a:lnTo>
                    <a:pt x="9537" y="2905"/>
                  </a:lnTo>
                  <a:cubicBezTo>
                    <a:pt x="9537" y="1310"/>
                    <a:pt x="8251" y="0"/>
                    <a:pt x="66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57">
              <a:extLst>
                <a:ext uri="{FF2B5EF4-FFF2-40B4-BE49-F238E27FC236}">
                  <a16:creationId xmlns:a16="http://schemas.microsoft.com/office/drawing/2014/main" id="{BA9C2884-2F8D-3EC3-D677-27471C4A4B23}"/>
                </a:ext>
              </a:extLst>
            </p:cNvPr>
            <p:cNvSpPr/>
            <p:nvPr/>
          </p:nvSpPr>
          <p:spPr>
            <a:xfrm>
              <a:off x="1999660" y="1927045"/>
              <a:ext cx="170195" cy="696896"/>
            </a:xfrm>
            <a:custGeom>
              <a:avLst/>
              <a:gdLst/>
              <a:ahLst/>
              <a:cxnLst/>
              <a:rect l="l" t="t" r="r" b="b"/>
              <a:pathLst>
                <a:path w="6252" h="25600" extrusionOk="0">
                  <a:moveTo>
                    <a:pt x="108" y="1"/>
                  </a:moveTo>
                  <a:lnTo>
                    <a:pt x="1" y="120"/>
                  </a:lnTo>
                  <a:lnTo>
                    <a:pt x="3704" y="3585"/>
                  </a:lnTo>
                  <a:cubicBezTo>
                    <a:pt x="5001" y="4799"/>
                    <a:pt x="5406" y="6692"/>
                    <a:pt x="4716" y="8335"/>
                  </a:cubicBezTo>
                  <a:lnTo>
                    <a:pt x="2918" y="12609"/>
                  </a:lnTo>
                  <a:lnTo>
                    <a:pt x="4323" y="13812"/>
                  </a:lnTo>
                  <a:cubicBezTo>
                    <a:pt x="5644" y="14943"/>
                    <a:pt x="6073" y="16812"/>
                    <a:pt x="5358" y="18408"/>
                  </a:cubicBezTo>
                  <a:lnTo>
                    <a:pt x="2215" y="25528"/>
                  </a:lnTo>
                  <a:lnTo>
                    <a:pt x="2370" y="25599"/>
                  </a:lnTo>
                  <a:lnTo>
                    <a:pt x="5513" y="18467"/>
                  </a:lnTo>
                  <a:cubicBezTo>
                    <a:pt x="6251" y="16800"/>
                    <a:pt x="5811" y="14860"/>
                    <a:pt x="4418" y="13681"/>
                  </a:cubicBezTo>
                  <a:lnTo>
                    <a:pt x="3108" y="12562"/>
                  </a:lnTo>
                  <a:lnTo>
                    <a:pt x="4870" y="8395"/>
                  </a:lnTo>
                  <a:cubicBezTo>
                    <a:pt x="5585" y="6692"/>
                    <a:pt x="5168" y="4728"/>
                    <a:pt x="3823" y="3465"/>
                  </a:cubicBezTo>
                  <a:lnTo>
                    <a:pt x="10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57">
              <a:extLst>
                <a:ext uri="{FF2B5EF4-FFF2-40B4-BE49-F238E27FC236}">
                  <a16:creationId xmlns:a16="http://schemas.microsoft.com/office/drawing/2014/main" id="{FF089F51-3827-2AA5-523B-2E16B865B006}"/>
                </a:ext>
              </a:extLst>
            </p:cNvPr>
            <p:cNvSpPr/>
            <p:nvPr/>
          </p:nvSpPr>
          <p:spPr>
            <a:xfrm>
              <a:off x="2124122" y="2703975"/>
              <a:ext cx="148798" cy="35008"/>
            </a:xfrm>
            <a:custGeom>
              <a:avLst/>
              <a:gdLst/>
              <a:ahLst/>
              <a:cxnLst/>
              <a:rect l="l" t="t" r="r" b="b"/>
              <a:pathLst>
                <a:path w="5466" h="1286" extrusionOk="0">
                  <a:moveTo>
                    <a:pt x="1" y="0"/>
                  </a:moveTo>
                  <a:lnTo>
                    <a:pt x="1" y="1286"/>
                  </a:lnTo>
                  <a:lnTo>
                    <a:pt x="5466" y="1286"/>
                  </a:lnTo>
                  <a:lnTo>
                    <a:pt x="52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57">
              <a:extLst>
                <a:ext uri="{FF2B5EF4-FFF2-40B4-BE49-F238E27FC236}">
                  <a16:creationId xmlns:a16="http://schemas.microsoft.com/office/drawing/2014/main" id="{4CCFCA94-B245-695D-B5D9-E7ABF28DC94C}"/>
                </a:ext>
              </a:extLst>
            </p:cNvPr>
            <p:cNvSpPr/>
            <p:nvPr/>
          </p:nvSpPr>
          <p:spPr>
            <a:xfrm>
              <a:off x="1681375" y="2703975"/>
              <a:ext cx="143299" cy="35008"/>
            </a:xfrm>
            <a:custGeom>
              <a:avLst/>
              <a:gdLst/>
              <a:ahLst/>
              <a:cxnLst/>
              <a:rect l="l" t="t" r="r" b="b"/>
              <a:pathLst>
                <a:path w="5264" h="1286" extrusionOk="0">
                  <a:moveTo>
                    <a:pt x="1" y="0"/>
                  </a:moveTo>
                  <a:lnTo>
                    <a:pt x="1" y="1286"/>
                  </a:lnTo>
                  <a:lnTo>
                    <a:pt x="5263" y="1286"/>
                  </a:lnTo>
                  <a:lnTo>
                    <a:pt x="52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57">
              <a:extLst>
                <a:ext uri="{FF2B5EF4-FFF2-40B4-BE49-F238E27FC236}">
                  <a16:creationId xmlns:a16="http://schemas.microsoft.com/office/drawing/2014/main" id="{89B49B69-7CBA-714B-7A85-0D70CECB5307}"/>
                </a:ext>
              </a:extLst>
            </p:cNvPr>
            <p:cNvSpPr/>
            <p:nvPr/>
          </p:nvSpPr>
          <p:spPr>
            <a:xfrm>
              <a:off x="2336103" y="2413402"/>
              <a:ext cx="138753" cy="181356"/>
            </a:xfrm>
            <a:custGeom>
              <a:avLst/>
              <a:gdLst/>
              <a:ahLst/>
              <a:cxnLst/>
              <a:rect l="l" t="t" r="r" b="b"/>
              <a:pathLst>
                <a:path w="5097" h="6662" extrusionOk="0">
                  <a:moveTo>
                    <a:pt x="3876" y="1"/>
                  </a:moveTo>
                  <a:cubicBezTo>
                    <a:pt x="3624" y="1"/>
                    <a:pt x="3371" y="126"/>
                    <a:pt x="3227" y="387"/>
                  </a:cubicBezTo>
                  <a:lnTo>
                    <a:pt x="0" y="6662"/>
                  </a:lnTo>
                  <a:lnTo>
                    <a:pt x="5096" y="2673"/>
                  </a:lnTo>
                  <a:cubicBezTo>
                    <a:pt x="5096" y="2673"/>
                    <a:pt x="4918" y="1863"/>
                    <a:pt x="4596" y="554"/>
                  </a:cubicBezTo>
                  <a:cubicBezTo>
                    <a:pt x="4497" y="192"/>
                    <a:pt x="4188" y="1"/>
                    <a:pt x="38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57">
              <a:extLst>
                <a:ext uri="{FF2B5EF4-FFF2-40B4-BE49-F238E27FC236}">
                  <a16:creationId xmlns:a16="http://schemas.microsoft.com/office/drawing/2014/main" id="{30FA975D-96E2-E296-46C6-C94C97806AD1}"/>
                </a:ext>
              </a:extLst>
            </p:cNvPr>
            <p:cNvSpPr/>
            <p:nvPr/>
          </p:nvSpPr>
          <p:spPr>
            <a:xfrm>
              <a:off x="1609099" y="2901012"/>
              <a:ext cx="123182" cy="142319"/>
            </a:xfrm>
            <a:custGeom>
              <a:avLst/>
              <a:gdLst/>
              <a:ahLst/>
              <a:cxnLst/>
              <a:rect l="l" t="t" r="r" b="b"/>
              <a:pathLst>
                <a:path w="4525" h="5228" extrusionOk="0">
                  <a:moveTo>
                    <a:pt x="2656" y="1"/>
                  </a:moveTo>
                  <a:lnTo>
                    <a:pt x="1" y="1573"/>
                  </a:lnTo>
                  <a:lnTo>
                    <a:pt x="1513" y="5228"/>
                  </a:lnTo>
                  <a:cubicBezTo>
                    <a:pt x="2834" y="4811"/>
                    <a:pt x="4525" y="2537"/>
                    <a:pt x="4525" y="2537"/>
                  </a:cubicBezTo>
                  <a:lnTo>
                    <a:pt x="26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57">
              <a:extLst>
                <a:ext uri="{FF2B5EF4-FFF2-40B4-BE49-F238E27FC236}">
                  <a16:creationId xmlns:a16="http://schemas.microsoft.com/office/drawing/2014/main" id="{CEB3EB76-436C-3A04-9F8C-70344549FF84}"/>
                </a:ext>
              </a:extLst>
            </p:cNvPr>
            <p:cNvSpPr/>
            <p:nvPr/>
          </p:nvSpPr>
          <p:spPr>
            <a:xfrm>
              <a:off x="1589009" y="2229786"/>
              <a:ext cx="98872" cy="248759"/>
            </a:xfrm>
            <a:custGeom>
              <a:avLst/>
              <a:gdLst/>
              <a:ahLst/>
              <a:cxnLst/>
              <a:rect l="l" t="t" r="r" b="b"/>
              <a:pathLst>
                <a:path w="3632" h="9138" extrusionOk="0">
                  <a:moveTo>
                    <a:pt x="3632" y="0"/>
                  </a:moveTo>
                  <a:lnTo>
                    <a:pt x="0" y="4477"/>
                  </a:lnTo>
                  <a:lnTo>
                    <a:pt x="1048" y="8525"/>
                  </a:lnTo>
                  <a:cubicBezTo>
                    <a:pt x="1151" y="8937"/>
                    <a:pt x="1489" y="9138"/>
                    <a:pt x="1827" y="9138"/>
                  </a:cubicBezTo>
                  <a:cubicBezTo>
                    <a:pt x="2192" y="9138"/>
                    <a:pt x="2558" y="8905"/>
                    <a:pt x="2632" y="8454"/>
                  </a:cubicBezTo>
                  <a:cubicBezTo>
                    <a:pt x="3084" y="5548"/>
                    <a:pt x="3060" y="1131"/>
                    <a:pt x="363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57">
              <a:extLst>
                <a:ext uri="{FF2B5EF4-FFF2-40B4-BE49-F238E27FC236}">
                  <a16:creationId xmlns:a16="http://schemas.microsoft.com/office/drawing/2014/main" id="{EF8D6FB7-F8DF-19AF-4976-F823FDCFBEB0}"/>
                </a:ext>
              </a:extLst>
            </p:cNvPr>
            <p:cNvSpPr/>
            <p:nvPr/>
          </p:nvSpPr>
          <p:spPr>
            <a:xfrm>
              <a:off x="1278182" y="1928678"/>
              <a:ext cx="409699" cy="1062467"/>
            </a:xfrm>
            <a:custGeom>
              <a:avLst/>
              <a:gdLst/>
              <a:ahLst/>
              <a:cxnLst/>
              <a:rect l="l" t="t" r="r" b="b"/>
              <a:pathLst>
                <a:path w="15050" h="39029" extrusionOk="0">
                  <a:moveTo>
                    <a:pt x="14324" y="0"/>
                  </a:moveTo>
                  <a:cubicBezTo>
                    <a:pt x="8656" y="0"/>
                    <a:pt x="6954" y="6680"/>
                    <a:pt x="5001" y="10275"/>
                  </a:cubicBezTo>
                  <a:cubicBezTo>
                    <a:pt x="3763" y="12561"/>
                    <a:pt x="1905" y="17252"/>
                    <a:pt x="715" y="20372"/>
                  </a:cubicBezTo>
                  <a:cubicBezTo>
                    <a:pt x="0" y="22265"/>
                    <a:pt x="310" y="24384"/>
                    <a:pt x="1524" y="25992"/>
                  </a:cubicBezTo>
                  <a:lnTo>
                    <a:pt x="11395" y="39029"/>
                  </a:lnTo>
                  <a:lnTo>
                    <a:pt x="15050" y="35493"/>
                  </a:lnTo>
                  <a:lnTo>
                    <a:pt x="9323" y="22217"/>
                  </a:lnTo>
                  <a:lnTo>
                    <a:pt x="15050" y="11061"/>
                  </a:lnTo>
                  <a:lnTo>
                    <a:pt x="143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57">
              <a:extLst>
                <a:ext uri="{FF2B5EF4-FFF2-40B4-BE49-F238E27FC236}">
                  <a16:creationId xmlns:a16="http://schemas.microsoft.com/office/drawing/2014/main" id="{A31124A3-2598-0B2A-D57C-EBEAC8F6C8EA}"/>
                </a:ext>
              </a:extLst>
            </p:cNvPr>
            <p:cNvSpPr/>
            <p:nvPr/>
          </p:nvSpPr>
          <p:spPr>
            <a:xfrm>
              <a:off x="1485618" y="2396062"/>
              <a:ext cx="48647" cy="138100"/>
            </a:xfrm>
            <a:custGeom>
              <a:avLst/>
              <a:gdLst/>
              <a:ahLst/>
              <a:cxnLst/>
              <a:rect l="l" t="t" r="r" b="b"/>
              <a:pathLst>
                <a:path w="1787" h="5073" extrusionOk="0">
                  <a:moveTo>
                    <a:pt x="155" y="0"/>
                  </a:moveTo>
                  <a:lnTo>
                    <a:pt x="0" y="48"/>
                  </a:lnTo>
                  <a:lnTo>
                    <a:pt x="1632" y="5072"/>
                  </a:lnTo>
                  <a:lnTo>
                    <a:pt x="1786" y="5013"/>
                  </a:lnTo>
                  <a:lnTo>
                    <a:pt x="1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57">
              <a:extLst>
                <a:ext uri="{FF2B5EF4-FFF2-40B4-BE49-F238E27FC236}">
                  <a16:creationId xmlns:a16="http://schemas.microsoft.com/office/drawing/2014/main" id="{F198036B-9C30-4475-D65B-9094CC5D61BB}"/>
                </a:ext>
              </a:extLst>
            </p:cNvPr>
            <p:cNvSpPr/>
            <p:nvPr/>
          </p:nvSpPr>
          <p:spPr>
            <a:xfrm>
              <a:off x="2253782" y="2067078"/>
              <a:ext cx="26270" cy="701415"/>
            </a:xfrm>
            <a:custGeom>
              <a:avLst/>
              <a:gdLst/>
              <a:ahLst/>
              <a:cxnLst/>
              <a:rect l="l" t="t" r="r" b="b"/>
              <a:pathLst>
                <a:path w="965" h="25766" extrusionOk="0">
                  <a:moveTo>
                    <a:pt x="143" y="0"/>
                  </a:moveTo>
                  <a:lnTo>
                    <a:pt x="0" y="20848"/>
                  </a:lnTo>
                  <a:lnTo>
                    <a:pt x="798" y="25765"/>
                  </a:lnTo>
                  <a:lnTo>
                    <a:pt x="965" y="25742"/>
                  </a:lnTo>
                  <a:lnTo>
                    <a:pt x="155" y="20836"/>
                  </a:lnTo>
                  <a:lnTo>
                    <a:pt x="31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1048;p62">
            <a:extLst>
              <a:ext uri="{FF2B5EF4-FFF2-40B4-BE49-F238E27FC236}">
                <a16:creationId xmlns:a16="http://schemas.microsoft.com/office/drawing/2014/main" id="{C84AEED8-3A5F-3C2E-0277-F3CADCAFFADC}"/>
              </a:ext>
            </a:extLst>
          </p:cNvPr>
          <p:cNvGrpSpPr/>
          <p:nvPr/>
        </p:nvGrpSpPr>
        <p:grpSpPr>
          <a:xfrm>
            <a:off x="970130" y="1245644"/>
            <a:ext cx="573322" cy="1011680"/>
            <a:chOff x="8277906" y="556963"/>
            <a:chExt cx="324112" cy="571926"/>
          </a:xfrm>
        </p:grpSpPr>
        <p:sp>
          <p:nvSpPr>
            <p:cNvPr id="3" name="Google Shape;1049;p62">
              <a:extLst>
                <a:ext uri="{FF2B5EF4-FFF2-40B4-BE49-F238E27FC236}">
                  <a16:creationId xmlns:a16="http://schemas.microsoft.com/office/drawing/2014/main" id="{060B57F3-8CF1-B114-0946-B65A67D6B4CA}"/>
                </a:ext>
              </a:extLst>
            </p:cNvPr>
            <p:cNvSpPr/>
            <p:nvPr/>
          </p:nvSpPr>
          <p:spPr>
            <a:xfrm>
              <a:off x="8431759" y="950686"/>
              <a:ext cx="17316" cy="75000"/>
            </a:xfrm>
            <a:custGeom>
              <a:avLst/>
              <a:gdLst/>
              <a:ahLst/>
              <a:cxnLst/>
              <a:rect l="l" t="t" r="r" b="b"/>
              <a:pathLst>
                <a:path w="800" h="3465" extrusionOk="0">
                  <a:moveTo>
                    <a:pt x="400" y="0"/>
                  </a:moveTo>
                  <a:cubicBezTo>
                    <a:pt x="180" y="0"/>
                    <a:pt x="1" y="179"/>
                    <a:pt x="1" y="401"/>
                  </a:cubicBezTo>
                  <a:lnTo>
                    <a:pt x="1" y="3063"/>
                  </a:lnTo>
                  <a:cubicBezTo>
                    <a:pt x="1" y="3284"/>
                    <a:pt x="180" y="3463"/>
                    <a:pt x="400" y="3463"/>
                  </a:cubicBezTo>
                  <a:lnTo>
                    <a:pt x="400" y="3464"/>
                  </a:lnTo>
                  <a:cubicBezTo>
                    <a:pt x="621" y="3464"/>
                    <a:pt x="800" y="3285"/>
                    <a:pt x="800" y="3065"/>
                  </a:cubicBezTo>
                  <a:lnTo>
                    <a:pt x="800" y="401"/>
                  </a:lnTo>
                  <a:cubicBezTo>
                    <a:pt x="800" y="179"/>
                    <a:pt x="621" y="0"/>
                    <a:pt x="40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050;p62">
              <a:extLst>
                <a:ext uri="{FF2B5EF4-FFF2-40B4-BE49-F238E27FC236}">
                  <a16:creationId xmlns:a16="http://schemas.microsoft.com/office/drawing/2014/main" id="{CF109F06-2EA8-DFA7-465E-B604835CABAD}"/>
                </a:ext>
              </a:extLst>
            </p:cNvPr>
            <p:cNvSpPr/>
            <p:nvPr/>
          </p:nvSpPr>
          <p:spPr>
            <a:xfrm>
              <a:off x="8371456" y="939712"/>
              <a:ext cx="137034" cy="94026"/>
            </a:xfrm>
            <a:custGeom>
              <a:avLst/>
              <a:gdLst/>
              <a:ahLst/>
              <a:cxnLst/>
              <a:rect l="l" t="t" r="r" b="b"/>
              <a:pathLst>
                <a:path w="6331" h="4344" extrusionOk="0">
                  <a:moveTo>
                    <a:pt x="5380" y="800"/>
                  </a:moveTo>
                  <a:lnTo>
                    <a:pt x="5080" y="3544"/>
                  </a:lnTo>
                  <a:lnTo>
                    <a:pt x="1249" y="3544"/>
                  </a:lnTo>
                  <a:lnTo>
                    <a:pt x="950" y="800"/>
                  </a:lnTo>
                  <a:close/>
                  <a:moveTo>
                    <a:pt x="447" y="1"/>
                  </a:moveTo>
                  <a:cubicBezTo>
                    <a:pt x="190" y="1"/>
                    <a:pt x="0" y="240"/>
                    <a:pt x="58" y="490"/>
                  </a:cubicBezTo>
                  <a:lnTo>
                    <a:pt x="542" y="4034"/>
                  </a:lnTo>
                  <a:cubicBezTo>
                    <a:pt x="583" y="4214"/>
                    <a:pt x="745" y="4343"/>
                    <a:pt x="931" y="4343"/>
                  </a:cubicBezTo>
                  <a:lnTo>
                    <a:pt x="5398" y="4343"/>
                  </a:lnTo>
                  <a:cubicBezTo>
                    <a:pt x="5585" y="4343"/>
                    <a:pt x="5747" y="4214"/>
                    <a:pt x="5789" y="4034"/>
                  </a:cubicBezTo>
                  <a:lnTo>
                    <a:pt x="6272" y="490"/>
                  </a:lnTo>
                  <a:cubicBezTo>
                    <a:pt x="6330" y="240"/>
                    <a:pt x="6140" y="1"/>
                    <a:pt x="58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051;p62">
              <a:extLst>
                <a:ext uri="{FF2B5EF4-FFF2-40B4-BE49-F238E27FC236}">
                  <a16:creationId xmlns:a16="http://schemas.microsoft.com/office/drawing/2014/main" id="{219EB154-E010-DF00-1FF7-21467DBFC547}"/>
                </a:ext>
              </a:extLst>
            </p:cNvPr>
            <p:cNvSpPr/>
            <p:nvPr/>
          </p:nvSpPr>
          <p:spPr>
            <a:xfrm>
              <a:off x="8277906" y="556963"/>
              <a:ext cx="324112" cy="387034"/>
            </a:xfrm>
            <a:custGeom>
              <a:avLst/>
              <a:gdLst/>
              <a:ahLst/>
              <a:cxnLst/>
              <a:rect l="l" t="t" r="r" b="b"/>
              <a:pathLst>
                <a:path w="14974" h="17881" extrusionOk="0">
                  <a:moveTo>
                    <a:pt x="7486" y="0"/>
                  </a:moveTo>
                  <a:cubicBezTo>
                    <a:pt x="3367" y="0"/>
                    <a:pt x="0" y="3362"/>
                    <a:pt x="0" y="7486"/>
                  </a:cubicBezTo>
                  <a:cubicBezTo>
                    <a:pt x="0" y="10029"/>
                    <a:pt x="1268" y="12277"/>
                    <a:pt x="3207" y="13629"/>
                  </a:cubicBezTo>
                  <a:cubicBezTo>
                    <a:pt x="3882" y="14099"/>
                    <a:pt x="4284" y="14871"/>
                    <a:pt x="4286" y="15694"/>
                  </a:cubicBezTo>
                  <a:lnTo>
                    <a:pt x="4286" y="17881"/>
                  </a:lnTo>
                  <a:lnTo>
                    <a:pt x="10688" y="17881"/>
                  </a:lnTo>
                  <a:lnTo>
                    <a:pt x="10688" y="15694"/>
                  </a:lnTo>
                  <a:cubicBezTo>
                    <a:pt x="10686" y="14874"/>
                    <a:pt x="11086" y="14105"/>
                    <a:pt x="11758" y="13635"/>
                  </a:cubicBezTo>
                  <a:cubicBezTo>
                    <a:pt x="13701" y="12282"/>
                    <a:pt x="14973" y="10032"/>
                    <a:pt x="14973" y="7486"/>
                  </a:cubicBezTo>
                  <a:cubicBezTo>
                    <a:pt x="14973" y="3360"/>
                    <a:pt x="11632" y="12"/>
                    <a:pt x="75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52;p62">
              <a:extLst>
                <a:ext uri="{FF2B5EF4-FFF2-40B4-BE49-F238E27FC236}">
                  <a16:creationId xmlns:a16="http://schemas.microsoft.com/office/drawing/2014/main" id="{8B1854D5-39E2-7B52-20F9-B4872594A3E1}"/>
                </a:ext>
              </a:extLst>
            </p:cNvPr>
            <p:cNvSpPr/>
            <p:nvPr/>
          </p:nvSpPr>
          <p:spPr>
            <a:xfrm>
              <a:off x="8277906" y="556963"/>
              <a:ext cx="207727" cy="387034"/>
            </a:xfrm>
            <a:custGeom>
              <a:avLst/>
              <a:gdLst/>
              <a:ahLst/>
              <a:cxnLst/>
              <a:rect l="l" t="t" r="r" b="b"/>
              <a:pathLst>
                <a:path w="9597" h="17881" extrusionOk="0">
                  <a:moveTo>
                    <a:pt x="7486" y="0"/>
                  </a:moveTo>
                  <a:cubicBezTo>
                    <a:pt x="3367" y="0"/>
                    <a:pt x="0" y="3362"/>
                    <a:pt x="0" y="7486"/>
                  </a:cubicBezTo>
                  <a:cubicBezTo>
                    <a:pt x="0" y="10029"/>
                    <a:pt x="1268" y="12277"/>
                    <a:pt x="3207" y="13629"/>
                  </a:cubicBezTo>
                  <a:cubicBezTo>
                    <a:pt x="3882" y="14099"/>
                    <a:pt x="4284" y="14871"/>
                    <a:pt x="4286" y="15694"/>
                  </a:cubicBezTo>
                  <a:lnTo>
                    <a:pt x="4286" y="17881"/>
                  </a:lnTo>
                  <a:lnTo>
                    <a:pt x="8495" y="17881"/>
                  </a:lnTo>
                  <a:lnTo>
                    <a:pt x="8495" y="15694"/>
                  </a:lnTo>
                  <a:cubicBezTo>
                    <a:pt x="8494" y="14871"/>
                    <a:pt x="8092" y="14099"/>
                    <a:pt x="7417" y="13629"/>
                  </a:cubicBezTo>
                  <a:cubicBezTo>
                    <a:pt x="5478" y="12277"/>
                    <a:pt x="4210" y="10029"/>
                    <a:pt x="4210" y="7486"/>
                  </a:cubicBezTo>
                  <a:cubicBezTo>
                    <a:pt x="4210" y="4092"/>
                    <a:pt x="6490" y="1214"/>
                    <a:pt x="9596" y="302"/>
                  </a:cubicBezTo>
                  <a:cubicBezTo>
                    <a:pt x="8917" y="103"/>
                    <a:pt x="8215" y="1"/>
                    <a:pt x="75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053;p62">
              <a:extLst>
                <a:ext uri="{FF2B5EF4-FFF2-40B4-BE49-F238E27FC236}">
                  <a16:creationId xmlns:a16="http://schemas.microsoft.com/office/drawing/2014/main" id="{116E6BA1-D373-EC17-4691-3AEF14C327E3}"/>
                </a:ext>
              </a:extLst>
            </p:cNvPr>
            <p:cNvSpPr/>
            <p:nvPr/>
          </p:nvSpPr>
          <p:spPr>
            <a:xfrm>
              <a:off x="8363729" y="556963"/>
              <a:ext cx="152446" cy="387034"/>
            </a:xfrm>
            <a:custGeom>
              <a:avLst/>
              <a:gdLst/>
              <a:ahLst/>
              <a:cxnLst/>
              <a:rect l="l" t="t" r="r" b="b"/>
              <a:pathLst>
                <a:path w="7043" h="17881" extrusionOk="0">
                  <a:moveTo>
                    <a:pt x="3521" y="0"/>
                  </a:moveTo>
                  <a:cubicBezTo>
                    <a:pt x="1583" y="0"/>
                    <a:pt x="1" y="3364"/>
                    <a:pt x="1" y="7486"/>
                  </a:cubicBezTo>
                  <a:cubicBezTo>
                    <a:pt x="1" y="10029"/>
                    <a:pt x="598" y="12277"/>
                    <a:pt x="1509" y="13629"/>
                  </a:cubicBezTo>
                  <a:cubicBezTo>
                    <a:pt x="1826" y="14101"/>
                    <a:pt x="2016" y="14871"/>
                    <a:pt x="2016" y="15694"/>
                  </a:cubicBezTo>
                  <a:lnTo>
                    <a:pt x="2016" y="17881"/>
                  </a:lnTo>
                  <a:lnTo>
                    <a:pt x="5028" y="17881"/>
                  </a:lnTo>
                  <a:lnTo>
                    <a:pt x="5028" y="15694"/>
                  </a:lnTo>
                  <a:cubicBezTo>
                    <a:pt x="5028" y="14875"/>
                    <a:pt x="5215" y="14102"/>
                    <a:pt x="5532" y="13635"/>
                  </a:cubicBezTo>
                  <a:cubicBezTo>
                    <a:pt x="6445" y="12282"/>
                    <a:pt x="7043" y="10032"/>
                    <a:pt x="7043" y="7486"/>
                  </a:cubicBezTo>
                  <a:cubicBezTo>
                    <a:pt x="7043" y="3368"/>
                    <a:pt x="5477" y="25"/>
                    <a:pt x="35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54;p62">
              <a:extLst>
                <a:ext uri="{FF2B5EF4-FFF2-40B4-BE49-F238E27FC236}">
                  <a16:creationId xmlns:a16="http://schemas.microsoft.com/office/drawing/2014/main" id="{2901E393-7DA7-1349-2251-F55EFAAEEFAB}"/>
                </a:ext>
              </a:extLst>
            </p:cNvPr>
            <p:cNvSpPr/>
            <p:nvPr/>
          </p:nvSpPr>
          <p:spPr>
            <a:xfrm>
              <a:off x="8354659" y="928998"/>
              <a:ext cx="169827" cy="34957"/>
            </a:xfrm>
            <a:custGeom>
              <a:avLst/>
              <a:gdLst/>
              <a:ahLst/>
              <a:cxnLst/>
              <a:rect l="l" t="t" r="r" b="b"/>
              <a:pathLst>
                <a:path w="7846" h="1615" extrusionOk="0">
                  <a:moveTo>
                    <a:pt x="808" y="1"/>
                  </a:moveTo>
                  <a:cubicBezTo>
                    <a:pt x="362" y="1"/>
                    <a:pt x="1" y="362"/>
                    <a:pt x="1" y="808"/>
                  </a:cubicBezTo>
                  <a:cubicBezTo>
                    <a:pt x="1" y="1254"/>
                    <a:pt x="362" y="1615"/>
                    <a:pt x="808" y="1615"/>
                  </a:cubicBezTo>
                  <a:lnTo>
                    <a:pt x="6975" y="1615"/>
                  </a:lnTo>
                  <a:cubicBezTo>
                    <a:pt x="7301" y="1615"/>
                    <a:pt x="7596" y="1419"/>
                    <a:pt x="7720" y="1117"/>
                  </a:cubicBezTo>
                  <a:cubicBezTo>
                    <a:pt x="7845" y="815"/>
                    <a:pt x="7776" y="468"/>
                    <a:pt x="7545" y="237"/>
                  </a:cubicBezTo>
                  <a:lnTo>
                    <a:pt x="7546" y="237"/>
                  </a:lnTo>
                  <a:cubicBezTo>
                    <a:pt x="7395" y="86"/>
                    <a:pt x="7189" y="1"/>
                    <a:pt x="6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55;p62">
              <a:extLst>
                <a:ext uri="{FF2B5EF4-FFF2-40B4-BE49-F238E27FC236}">
                  <a16:creationId xmlns:a16="http://schemas.microsoft.com/office/drawing/2014/main" id="{BEAE1543-2BB4-E003-BAD6-7294D94B35D4}"/>
                </a:ext>
              </a:extLst>
            </p:cNvPr>
            <p:cNvSpPr/>
            <p:nvPr/>
          </p:nvSpPr>
          <p:spPr>
            <a:xfrm>
              <a:off x="8330395" y="1010058"/>
              <a:ext cx="219134" cy="118831"/>
            </a:xfrm>
            <a:custGeom>
              <a:avLst/>
              <a:gdLst/>
              <a:ahLst/>
              <a:cxnLst/>
              <a:rect l="l" t="t" r="r" b="b"/>
              <a:pathLst>
                <a:path w="10124" h="5490" extrusionOk="0">
                  <a:moveTo>
                    <a:pt x="376" y="1"/>
                  </a:moveTo>
                  <a:cubicBezTo>
                    <a:pt x="169" y="2"/>
                    <a:pt x="0" y="170"/>
                    <a:pt x="0" y="378"/>
                  </a:cubicBezTo>
                  <a:lnTo>
                    <a:pt x="0" y="5112"/>
                  </a:lnTo>
                  <a:cubicBezTo>
                    <a:pt x="0" y="5320"/>
                    <a:pt x="169" y="5488"/>
                    <a:pt x="376" y="5490"/>
                  </a:cubicBezTo>
                  <a:lnTo>
                    <a:pt x="9747" y="5490"/>
                  </a:lnTo>
                  <a:cubicBezTo>
                    <a:pt x="9955" y="5488"/>
                    <a:pt x="10123" y="5320"/>
                    <a:pt x="10123" y="5112"/>
                  </a:cubicBezTo>
                  <a:lnTo>
                    <a:pt x="10123" y="378"/>
                  </a:lnTo>
                  <a:cubicBezTo>
                    <a:pt x="10123" y="310"/>
                    <a:pt x="10105" y="243"/>
                    <a:pt x="10070" y="186"/>
                  </a:cubicBezTo>
                  <a:cubicBezTo>
                    <a:pt x="10002" y="71"/>
                    <a:pt x="9879" y="1"/>
                    <a:pt x="97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56;p62">
              <a:extLst>
                <a:ext uri="{FF2B5EF4-FFF2-40B4-BE49-F238E27FC236}">
                  <a16:creationId xmlns:a16="http://schemas.microsoft.com/office/drawing/2014/main" id="{7DDE3F33-8DB7-2773-66D5-83F5994D721A}"/>
                </a:ext>
              </a:extLst>
            </p:cNvPr>
            <p:cNvSpPr/>
            <p:nvPr/>
          </p:nvSpPr>
          <p:spPr>
            <a:xfrm>
              <a:off x="8330395" y="1071335"/>
              <a:ext cx="219134" cy="57554"/>
            </a:xfrm>
            <a:custGeom>
              <a:avLst/>
              <a:gdLst/>
              <a:ahLst/>
              <a:cxnLst/>
              <a:rect l="l" t="t" r="r" b="b"/>
              <a:pathLst>
                <a:path w="10124" h="2659" extrusionOk="0">
                  <a:moveTo>
                    <a:pt x="3768" y="0"/>
                  </a:moveTo>
                  <a:lnTo>
                    <a:pt x="0" y="2075"/>
                  </a:lnTo>
                  <a:lnTo>
                    <a:pt x="0" y="2281"/>
                  </a:lnTo>
                  <a:cubicBezTo>
                    <a:pt x="0" y="2489"/>
                    <a:pt x="169" y="2657"/>
                    <a:pt x="376" y="2659"/>
                  </a:cubicBezTo>
                  <a:lnTo>
                    <a:pt x="9747" y="2659"/>
                  </a:lnTo>
                  <a:cubicBezTo>
                    <a:pt x="9955" y="2657"/>
                    <a:pt x="10123" y="2489"/>
                    <a:pt x="10123" y="2281"/>
                  </a:cubicBezTo>
                  <a:lnTo>
                    <a:pt x="10123" y="2075"/>
                  </a:lnTo>
                  <a:lnTo>
                    <a:pt x="638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057;p62">
              <a:extLst>
                <a:ext uri="{FF2B5EF4-FFF2-40B4-BE49-F238E27FC236}">
                  <a16:creationId xmlns:a16="http://schemas.microsoft.com/office/drawing/2014/main" id="{1563D610-1393-F028-F236-E31D1926C8C3}"/>
                </a:ext>
              </a:extLst>
            </p:cNvPr>
            <p:cNvSpPr/>
            <p:nvPr/>
          </p:nvSpPr>
          <p:spPr>
            <a:xfrm>
              <a:off x="8332451" y="1010058"/>
              <a:ext cx="215909" cy="79286"/>
            </a:xfrm>
            <a:custGeom>
              <a:avLst/>
              <a:gdLst/>
              <a:ahLst/>
              <a:cxnLst/>
              <a:rect l="l" t="t" r="r" b="b"/>
              <a:pathLst>
                <a:path w="9975" h="3663" extrusionOk="0">
                  <a:moveTo>
                    <a:pt x="281" y="1"/>
                  </a:moveTo>
                  <a:cubicBezTo>
                    <a:pt x="174" y="1"/>
                    <a:pt x="72" y="48"/>
                    <a:pt x="0" y="127"/>
                  </a:cubicBezTo>
                  <a:lnTo>
                    <a:pt x="3673" y="2831"/>
                  </a:lnTo>
                  <a:lnTo>
                    <a:pt x="4666" y="3563"/>
                  </a:lnTo>
                  <a:cubicBezTo>
                    <a:pt x="4756" y="3629"/>
                    <a:pt x="4863" y="3662"/>
                    <a:pt x="4970" y="3662"/>
                  </a:cubicBezTo>
                  <a:cubicBezTo>
                    <a:pt x="5075" y="3662"/>
                    <a:pt x="5180" y="3630"/>
                    <a:pt x="5270" y="3566"/>
                  </a:cubicBezTo>
                  <a:lnTo>
                    <a:pt x="6293" y="2831"/>
                  </a:lnTo>
                  <a:lnTo>
                    <a:pt x="9975" y="186"/>
                  </a:lnTo>
                  <a:cubicBezTo>
                    <a:pt x="9907" y="71"/>
                    <a:pt x="9784" y="1"/>
                    <a:pt x="96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Google Shape;669;p55">
            <a:extLst>
              <a:ext uri="{FF2B5EF4-FFF2-40B4-BE49-F238E27FC236}">
                <a16:creationId xmlns:a16="http://schemas.microsoft.com/office/drawing/2014/main" id="{40C22960-81F7-DD14-B848-93F1B89D8FF5}"/>
              </a:ext>
            </a:extLst>
          </p:cNvPr>
          <p:cNvSpPr/>
          <p:nvPr/>
        </p:nvSpPr>
        <p:spPr>
          <a:xfrm>
            <a:off x="2899628" y="1290273"/>
            <a:ext cx="983825" cy="956127"/>
          </a:xfrm>
          <a:custGeom>
            <a:avLst/>
            <a:gdLst/>
            <a:ahLst/>
            <a:cxnLst/>
            <a:rect l="l" t="t" r="r" b="b"/>
            <a:pathLst>
              <a:path w="52031" h="52043" extrusionOk="0">
                <a:moveTo>
                  <a:pt x="26022" y="13786"/>
                </a:moveTo>
                <a:cubicBezTo>
                  <a:pt x="26091" y="13786"/>
                  <a:pt x="26160" y="13787"/>
                  <a:pt x="26230" y="13788"/>
                </a:cubicBezTo>
                <a:cubicBezTo>
                  <a:pt x="31171" y="13883"/>
                  <a:pt x="35576" y="16931"/>
                  <a:pt x="37398" y="21539"/>
                </a:cubicBezTo>
                <a:cubicBezTo>
                  <a:pt x="39874" y="27826"/>
                  <a:pt x="36779" y="34934"/>
                  <a:pt x="30492" y="37410"/>
                </a:cubicBezTo>
                <a:cubicBezTo>
                  <a:pt x="29038" y="37981"/>
                  <a:pt x="27522" y="38258"/>
                  <a:pt x="26019" y="38258"/>
                </a:cubicBezTo>
                <a:cubicBezTo>
                  <a:pt x="22759" y="38258"/>
                  <a:pt x="19564" y="36954"/>
                  <a:pt x="17217" y="34517"/>
                </a:cubicBezTo>
                <a:cubicBezTo>
                  <a:pt x="13776" y="30957"/>
                  <a:pt x="12823" y="25683"/>
                  <a:pt x="14800" y="21146"/>
                </a:cubicBezTo>
                <a:cubicBezTo>
                  <a:pt x="16737" y="16673"/>
                  <a:pt x="21151" y="13786"/>
                  <a:pt x="26022" y="13786"/>
                </a:cubicBezTo>
                <a:close/>
                <a:moveTo>
                  <a:pt x="20229" y="1"/>
                </a:moveTo>
                <a:cubicBezTo>
                  <a:pt x="17514" y="608"/>
                  <a:pt x="14907" y="1632"/>
                  <a:pt x="12514" y="3049"/>
                </a:cubicBezTo>
                <a:lnTo>
                  <a:pt x="15419" y="10443"/>
                </a:lnTo>
                <a:cubicBezTo>
                  <a:pt x="13645" y="11645"/>
                  <a:pt x="12085" y="13157"/>
                  <a:pt x="10823" y="14884"/>
                </a:cubicBezTo>
                <a:lnTo>
                  <a:pt x="3524" y="11717"/>
                </a:lnTo>
                <a:cubicBezTo>
                  <a:pt x="2036" y="14074"/>
                  <a:pt x="917" y="16634"/>
                  <a:pt x="226" y="19336"/>
                </a:cubicBezTo>
                <a:lnTo>
                  <a:pt x="7513" y="22504"/>
                </a:lnTo>
                <a:cubicBezTo>
                  <a:pt x="7108" y="24611"/>
                  <a:pt x="7073" y="26778"/>
                  <a:pt x="7406" y="28897"/>
                </a:cubicBezTo>
                <a:lnTo>
                  <a:pt x="0" y="31814"/>
                </a:lnTo>
                <a:cubicBezTo>
                  <a:pt x="607" y="34529"/>
                  <a:pt x="1631" y="37136"/>
                  <a:pt x="3036" y="39541"/>
                </a:cubicBezTo>
                <a:lnTo>
                  <a:pt x="10430" y="36624"/>
                </a:lnTo>
                <a:cubicBezTo>
                  <a:pt x="11645" y="38398"/>
                  <a:pt x="13145" y="39958"/>
                  <a:pt x="14883" y="41220"/>
                </a:cubicBezTo>
                <a:lnTo>
                  <a:pt x="11716" y="48519"/>
                </a:lnTo>
                <a:cubicBezTo>
                  <a:pt x="14062" y="50007"/>
                  <a:pt x="16621" y="51126"/>
                  <a:pt x="19324" y="51829"/>
                </a:cubicBezTo>
                <a:lnTo>
                  <a:pt x="22491" y="44530"/>
                </a:lnTo>
                <a:cubicBezTo>
                  <a:pt x="23664" y="44755"/>
                  <a:pt x="24854" y="44870"/>
                  <a:pt x="26045" y="44870"/>
                </a:cubicBezTo>
                <a:cubicBezTo>
                  <a:pt x="26995" y="44870"/>
                  <a:pt x="27945" y="44797"/>
                  <a:pt x="28885" y="44649"/>
                </a:cubicBezTo>
                <a:lnTo>
                  <a:pt x="31802" y="52043"/>
                </a:lnTo>
                <a:cubicBezTo>
                  <a:pt x="34516" y="51436"/>
                  <a:pt x="37112" y="50412"/>
                  <a:pt x="39517" y="48995"/>
                </a:cubicBezTo>
                <a:lnTo>
                  <a:pt x="36600" y="41601"/>
                </a:lnTo>
                <a:cubicBezTo>
                  <a:pt x="38374" y="40399"/>
                  <a:pt x="39934" y="38887"/>
                  <a:pt x="41208" y="37160"/>
                </a:cubicBezTo>
                <a:lnTo>
                  <a:pt x="48494" y="40327"/>
                </a:lnTo>
                <a:cubicBezTo>
                  <a:pt x="49995" y="37970"/>
                  <a:pt x="51102" y="35410"/>
                  <a:pt x="51804" y="32719"/>
                </a:cubicBezTo>
                <a:lnTo>
                  <a:pt x="44518" y="29552"/>
                </a:lnTo>
                <a:cubicBezTo>
                  <a:pt x="44923" y="27433"/>
                  <a:pt x="44958" y="25266"/>
                  <a:pt x="44625" y="23146"/>
                </a:cubicBezTo>
                <a:lnTo>
                  <a:pt x="52031" y="20241"/>
                </a:lnTo>
                <a:cubicBezTo>
                  <a:pt x="51423" y="17515"/>
                  <a:pt x="50387" y="14919"/>
                  <a:pt x="48983" y="12514"/>
                </a:cubicBezTo>
                <a:lnTo>
                  <a:pt x="41601" y="15431"/>
                </a:lnTo>
                <a:cubicBezTo>
                  <a:pt x="40386" y="13645"/>
                  <a:pt x="38886" y="12086"/>
                  <a:pt x="37148" y="10824"/>
                </a:cubicBezTo>
                <a:lnTo>
                  <a:pt x="40315" y="3537"/>
                </a:lnTo>
                <a:cubicBezTo>
                  <a:pt x="37969" y="2037"/>
                  <a:pt x="35398" y="918"/>
                  <a:pt x="32707" y="227"/>
                </a:cubicBezTo>
                <a:lnTo>
                  <a:pt x="29540" y="7514"/>
                </a:lnTo>
                <a:cubicBezTo>
                  <a:pt x="28384" y="7292"/>
                  <a:pt x="27210" y="7181"/>
                  <a:pt x="26037" y="7181"/>
                </a:cubicBezTo>
                <a:cubicBezTo>
                  <a:pt x="25070" y="7181"/>
                  <a:pt x="24103" y="7256"/>
                  <a:pt x="23146" y="7406"/>
                </a:cubicBezTo>
                <a:lnTo>
                  <a:pt x="202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670;p55">
            <a:extLst>
              <a:ext uri="{FF2B5EF4-FFF2-40B4-BE49-F238E27FC236}">
                <a16:creationId xmlns:a16="http://schemas.microsoft.com/office/drawing/2014/main" id="{92E123FF-C2EF-E49F-9069-DC0F5A615936}"/>
              </a:ext>
            </a:extLst>
          </p:cNvPr>
          <p:cNvSpPr/>
          <p:nvPr/>
        </p:nvSpPr>
        <p:spPr>
          <a:xfrm>
            <a:off x="3205357" y="1577551"/>
            <a:ext cx="386337" cy="384011"/>
          </a:xfrm>
          <a:custGeom>
            <a:avLst/>
            <a:gdLst/>
            <a:ahLst/>
            <a:cxnLst/>
            <a:rect l="l" t="t" r="r" b="b"/>
            <a:pathLst>
              <a:path w="18646" h="18634" extrusionOk="0">
                <a:moveTo>
                  <a:pt x="9323" y="0"/>
                </a:moveTo>
                <a:cubicBezTo>
                  <a:pt x="4168" y="0"/>
                  <a:pt x="1" y="4167"/>
                  <a:pt x="1" y="9323"/>
                </a:cubicBezTo>
                <a:cubicBezTo>
                  <a:pt x="1" y="14466"/>
                  <a:pt x="4168" y="18633"/>
                  <a:pt x="9323" y="18633"/>
                </a:cubicBezTo>
                <a:cubicBezTo>
                  <a:pt x="14467" y="18633"/>
                  <a:pt x="18646" y="14466"/>
                  <a:pt x="18646" y="9323"/>
                </a:cubicBezTo>
                <a:cubicBezTo>
                  <a:pt x="18646" y="4167"/>
                  <a:pt x="14467" y="0"/>
                  <a:pt x="932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671;p55">
            <a:extLst>
              <a:ext uri="{FF2B5EF4-FFF2-40B4-BE49-F238E27FC236}">
                <a16:creationId xmlns:a16="http://schemas.microsoft.com/office/drawing/2014/main" id="{6D0BB664-2C9D-C681-9A7F-B5DC557B2E20}"/>
              </a:ext>
            </a:extLst>
          </p:cNvPr>
          <p:cNvSpPr/>
          <p:nvPr/>
        </p:nvSpPr>
        <p:spPr>
          <a:xfrm>
            <a:off x="3253409" y="1625930"/>
            <a:ext cx="290661" cy="282412"/>
          </a:xfrm>
          <a:custGeom>
            <a:avLst/>
            <a:gdLst/>
            <a:ahLst/>
            <a:cxnLst/>
            <a:rect l="l" t="t" r="r" b="b"/>
            <a:pathLst>
              <a:path w="15372" h="15372" extrusionOk="0">
                <a:moveTo>
                  <a:pt x="15372" y="7692"/>
                </a:moveTo>
                <a:cubicBezTo>
                  <a:pt x="15372" y="11930"/>
                  <a:pt x="11931" y="15371"/>
                  <a:pt x="7692" y="15371"/>
                </a:cubicBezTo>
                <a:cubicBezTo>
                  <a:pt x="3442" y="15371"/>
                  <a:pt x="1" y="11930"/>
                  <a:pt x="1" y="7692"/>
                </a:cubicBezTo>
                <a:cubicBezTo>
                  <a:pt x="1" y="3441"/>
                  <a:pt x="3442" y="0"/>
                  <a:pt x="7692" y="0"/>
                </a:cubicBezTo>
                <a:cubicBezTo>
                  <a:pt x="11931" y="0"/>
                  <a:pt x="15372" y="3441"/>
                  <a:pt x="15372" y="769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673;p55">
            <a:extLst>
              <a:ext uri="{FF2B5EF4-FFF2-40B4-BE49-F238E27FC236}">
                <a16:creationId xmlns:a16="http://schemas.microsoft.com/office/drawing/2014/main" id="{CFD4FFF4-31EC-0D74-594F-51CD0324DF3C}"/>
              </a:ext>
            </a:extLst>
          </p:cNvPr>
          <p:cNvSpPr/>
          <p:nvPr/>
        </p:nvSpPr>
        <p:spPr>
          <a:xfrm>
            <a:off x="3637065" y="1949891"/>
            <a:ext cx="296296" cy="284893"/>
          </a:xfrm>
          <a:custGeom>
            <a:avLst/>
            <a:gdLst/>
            <a:ahLst/>
            <a:cxnLst/>
            <a:rect l="l" t="t" r="r" b="b"/>
            <a:pathLst>
              <a:path w="15670" h="15507" extrusionOk="0">
                <a:moveTo>
                  <a:pt x="2338" y="0"/>
                </a:moveTo>
                <a:cubicBezTo>
                  <a:pt x="1982" y="0"/>
                  <a:pt x="1437" y="297"/>
                  <a:pt x="953" y="790"/>
                </a:cubicBezTo>
                <a:cubicBezTo>
                  <a:pt x="298" y="1433"/>
                  <a:pt x="1" y="2183"/>
                  <a:pt x="262" y="2457"/>
                </a:cubicBezTo>
                <a:lnTo>
                  <a:pt x="13324" y="15507"/>
                </a:lnTo>
                <a:lnTo>
                  <a:pt x="15669" y="13149"/>
                </a:lnTo>
                <a:lnTo>
                  <a:pt x="2620" y="100"/>
                </a:lnTo>
                <a:cubicBezTo>
                  <a:pt x="2552" y="32"/>
                  <a:pt x="2455" y="0"/>
                  <a:pt x="233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672;p55">
            <a:extLst>
              <a:ext uri="{FF2B5EF4-FFF2-40B4-BE49-F238E27FC236}">
                <a16:creationId xmlns:a16="http://schemas.microsoft.com/office/drawing/2014/main" id="{CB35CC54-2472-4D3C-1D0D-117E929AEE19}"/>
              </a:ext>
            </a:extLst>
          </p:cNvPr>
          <p:cNvSpPr/>
          <p:nvPr/>
        </p:nvSpPr>
        <p:spPr>
          <a:xfrm>
            <a:off x="3536557" y="1861055"/>
            <a:ext cx="129985" cy="120494"/>
          </a:xfrm>
          <a:custGeom>
            <a:avLst/>
            <a:gdLst/>
            <a:ahLst/>
            <a:cxnLst/>
            <a:rect l="l" t="t" r="r" b="b"/>
            <a:pathLst>
              <a:path w="6669" h="6668" extrusionOk="0">
                <a:moveTo>
                  <a:pt x="1453" y="0"/>
                </a:moveTo>
                <a:lnTo>
                  <a:pt x="1" y="1453"/>
                </a:lnTo>
                <a:lnTo>
                  <a:pt x="5216" y="6668"/>
                </a:lnTo>
                <a:lnTo>
                  <a:pt x="6668" y="5215"/>
                </a:lnTo>
                <a:lnTo>
                  <a:pt x="14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906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48"/>
                                        </p:tgtEl>
                                        <p:attrNameLst>
                                          <p:attrName>style.visibility</p:attrName>
                                        </p:attrNameLst>
                                      </p:cBhvr>
                                      <p:to>
                                        <p:strVal val="visible"/>
                                      </p:to>
                                    </p:set>
                                    <p:animEffect transition="in" filter="fade">
                                      <p:cBhvr>
                                        <p:cTn id="7" dur="500"/>
                                        <p:tgtEl>
                                          <p:spTgt spid="74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47"/>
                                        </p:tgtEl>
                                        <p:attrNameLst>
                                          <p:attrName>style.visibility</p:attrName>
                                        </p:attrNameLst>
                                      </p:cBhvr>
                                      <p:to>
                                        <p:strVal val="visible"/>
                                      </p:to>
                                    </p:set>
                                    <p:animEffect transition="in" filter="fade">
                                      <p:cBhvr>
                                        <p:cTn id="11" dur="500"/>
                                        <p:tgtEl>
                                          <p:spTgt spid="747"/>
                                        </p:tgtEl>
                                      </p:cBhvr>
                                    </p:animEffect>
                                  </p:childTnLst>
                                </p:cTn>
                              </p:par>
                              <p:par>
                                <p:cTn id="12" presetID="2" presetClass="entr" presetSubtype="2" fill="hold" nodeType="with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1000"/>
                                        <p:tgtEl>
                                          <p:spTgt spid="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52">
          <a:extLst>
            <a:ext uri="{FF2B5EF4-FFF2-40B4-BE49-F238E27FC236}">
              <a16:creationId xmlns:a16="http://schemas.microsoft.com/office/drawing/2014/main" id="{0872ED0C-A1BF-7A56-2AFA-EFF927BE9A0C}"/>
            </a:ext>
          </a:extLst>
        </p:cNvPr>
        <p:cNvGrpSpPr/>
        <p:nvPr/>
      </p:nvGrpSpPr>
      <p:grpSpPr>
        <a:xfrm>
          <a:off x="0" y="0"/>
          <a:ext cx="0" cy="0"/>
          <a:chOff x="0" y="0"/>
          <a:chExt cx="0" cy="0"/>
        </a:xfrm>
      </p:grpSpPr>
      <p:sp>
        <p:nvSpPr>
          <p:cNvPr id="1753" name="Google Shape;1753;p77">
            <a:extLst>
              <a:ext uri="{FF2B5EF4-FFF2-40B4-BE49-F238E27FC236}">
                <a16:creationId xmlns:a16="http://schemas.microsoft.com/office/drawing/2014/main" id="{BC422143-B3CF-0E90-046A-F01A97EB1A41}"/>
              </a:ext>
            </a:extLst>
          </p:cNvPr>
          <p:cNvSpPr txBox="1">
            <a:spLocks noGrp="1"/>
          </p:cNvSpPr>
          <p:nvPr>
            <p:ph type="title"/>
          </p:nvPr>
        </p:nvSpPr>
        <p:spPr>
          <a:xfrm>
            <a:off x="1438137" y="1252475"/>
            <a:ext cx="2880000" cy="582775"/>
          </a:xfrm>
          <a:prstGeom prst="rect">
            <a:avLst/>
          </a:prstGeom>
        </p:spPr>
        <p:txBody>
          <a:bodyPr spcFirstLastPara="1" wrap="square" lIns="91425" tIns="91425" rIns="91425" bIns="91425" anchor="ctr" anchorCtr="0">
            <a:noAutofit/>
          </a:bodyPr>
          <a:lstStyle/>
          <a:p>
            <a:pPr lvl="0"/>
            <a:r>
              <a:rPr lang="en-US" dirty="0"/>
              <a:t> </a:t>
            </a:r>
            <a:r>
              <a:rPr lang="en-US" sz="1400" dirty="0"/>
              <a:t>Sharing emails often requires redacting sensitive information like</a:t>
            </a:r>
            <a:endParaRPr sz="1400" dirty="0"/>
          </a:p>
        </p:txBody>
      </p:sp>
      <p:sp>
        <p:nvSpPr>
          <p:cNvPr id="1754" name="Google Shape;1754;p77">
            <a:extLst>
              <a:ext uri="{FF2B5EF4-FFF2-40B4-BE49-F238E27FC236}">
                <a16:creationId xmlns:a16="http://schemas.microsoft.com/office/drawing/2014/main" id="{1A11D086-FB2D-098F-6332-C93063D9802E}"/>
              </a:ext>
            </a:extLst>
          </p:cNvPr>
          <p:cNvSpPr txBox="1">
            <a:spLocks noGrp="1"/>
          </p:cNvSpPr>
          <p:nvPr>
            <p:ph type="title" idx="4"/>
          </p:nvPr>
        </p:nvSpPr>
        <p:spPr>
          <a:xfrm>
            <a:off x="651125" y="387000"/>
            <a:ext cx="7554000" cy="572700"/>
          </a:xfrm>
          <a:prstGeom prst="rect">
            <a:avLst/>
          </a:prstGeom>
        </p:spPr>
        <p:txBody>
          <a:bodyPr spcFirstLastPara="1" wrap="square" lIns="91425" tIns="91425" rIns="91425" bIns="91425" anchor="t" anchorCtr="0">
            <a:noAutofit/>
          </a:bodyPr>
          <a:lstStyle/>
          <a:p>
            <a:r>
              <a:rPr lang="en-US" b="1" dirty="0"/>
              <a:t>Problem</a:t>
            </a:r>
          </a:p>
        </p:txBody>
      </p:sp>
      <p:sp>
        <p:nvSpPr>
          <p:cNvPr id="1755" name="Google Shape;1755;p77">
            <a:extLst>
              <a:ext uri="{FF2B5EF4-FFF2-40B4-BE49-F238E27FC236}">
                <a16:creationId xmlns:a16="http://schemas.microsoft.com/office/drawing/2014/main" id="{7E0369A0-8ECC-2861-E5E1-D82C55F3DB2C}"/>
              </a:ext>
            </a:extLst>
          </p:cNvPr>
          <p:cNvSpPr txBox="1">
            <a:spLocks noGrp="1"/>
          </p:cNvSpPr>
          <p:nvPr>
            <p:ph type="body" idx="1"/>
          </p:nvPr>
        </p:nvSpPr>
        <p:spPr>
          <a:xfrm>
            <a:off x="1438137" y="1835250"/>
            <a:ext cx="2880000" cy="2787150"/>
          </a:xfrm>
          <a:prstGeom prst="rect">
            <a:avLst/>
          </a:prstGeom>
        </p:spPr>
        <p:txBody>
          <a:bodyPr spcFirstLastPara="1" wrap="square" lIns="91425" tIns="91425" rIns="91425" bIns="91425" anchor="t" anchorCtr="0">
            <a:noAutofit/>
          </a:bodyPr>
          <a:lstStyle/>
          <a:p>
            <a:r>
              <a:rPr lang="en-US" dirty="0"/>
              <a:t>Personal identifiable information (PII)</a:t>
            </a:r>
          </a:p>
          <a:p>
            <a:endParaRPr lang="en-US" dirty="0"/>
          </a:p>
          <a:p>
            <a:r>
              <a:rPr lang="en-US" dirty="0"/>
              <a:t>Financial data (credit cards, account numbers)</a:t>
            </a:r>
          </a:p>
          <a:p>
            <a:endParaRPr lang="en-US" dirty="0"/>
          </a:p>
          <a:p>
            <a:r>
              <a:rPr lang="en-US" dirty="0"/>
              <a:t>Authentication credentials (passwords, tokens, API keys)</a:t>
            </a:r>
          </a:p>
          <a:p>
            <a:endParaRPr lang="en-US" dirty="0"/>
          </a:p>
          <a:p>
            <a:r>
              <a:rPr lang="en-US" dirty="0"/>
              <a:t>Healthcare information</a:t>
            </a:r>
          </a:p>
          <a:p>
            <a:endParaRPr lang="en-US" dirty="0"/>
          </a:p>
          <a:p>
            <a:r>
              <a:rPr lang="en-US" dirty="0"/>
              <a:t>Confidential business data</a:t>
            </a:r>
          </a:p>
        </p:txBody>
      </p:sp>
      <p:sp>
        <p:nvSpPr>
          <p:cNvPr id="1756" name="Google Shape;1756;p77">
            <a:extLst>
              <a:ext uri="{FF2B5EF4-FFF2-40B4-BE49-F238E27FC236}">
                <a16:creationId xmlns:a16="http://schemas.microsoft.com/office/drawing/2014/main" id="{6B29FF84-D47E-D364-3D1C-A8B75AC7848D}"/>
              </a:ext>
            </a:extLst>
          </p:cNvPr>
          <p:cNvSpPr txBox="1">
            <a:spLocks noGrp="1"/>
          </p:cNvSpPr>
          <p:nvPr>
            <p:ph type="body" idx="2"/>
          </p:nvPr>
        </p:nvSpPr>
        <p:spPr>
          <a:xfrm>
            <a:off x="4825852" y="1835250"/>
            <a:ext cx="2880000" cy="2787150"/>
          </a:xfrm>
          <a:prstGeom prst="rect">
            <a:avLst/>
          </a:prstGeom>
        </p:spPr>
        <p:txBody>
          <a:bodyPr spcFirstLastPara="1" wrap="square" lIns="91425" tIns="91425" rIns="91425" bIns="91425" anchor="t" anchorCtr="0">
            <a:noAutofit/>
          </a:bodyPr>
          <a:lstStyle/>
          <a:p>
            <a:pPr marL="139700" indent="0">
              <a:buNone/>
            </a:pPr>
            <a:r>
              <a:rPr lang="en-US" dirty="0"/>
              <a:t>❌ Time-consuming and error-      </a:t>
            </a:r>
          </a:p>
          <a:p>
            <a:pPr marL="139700" indent="0">
              <a:buNone/>
            </a:pPr>
            <a:r>
              <a:rPr lang="en-US" dirty="0"/>
              <a:t>        prone</a:t>
            </a:r>
          </a:p>
          <a:p>
            <a:endParaRPr lang="en-US" dirty="0"/>
          </a:p>
          <a:p>
            <a:pPr marL="139700" indent="0">
              <a:buNone/>
            </a:pPr>
            <a:r>
              <a:rPr lang="en-US" dirty="0"/>
              <a:t>❌ Easy to miss hidden sensitive </a:t>
            </a:r>
          </a:p>
          <a:p>
            <a:pPr marL="139700" indent="0">
              <a:buNone/>
            </a:pPr>
            <a:r>
              <a:rPr lang="en-US" dirty="0"/>
              <a:t>       data</a:t>
            </a:r>
          </a:p>
          <a:p>
            <a:endParaRPr lang="en-US" dirty="0"/>
          </a:p>
          <a:p>
            <a:pPr marL="139700" indent="0">
              <a:buNone/>
            </a:pPr>
            <a:r>
              <a:rPr lang="en-US" dirty="0"/>
              <a:t>❌ Impractical for images and </a:t>
            </a:r>
          </a:p>
          <a:p>
            <a:pPr marL="139700" indent="0">
              <a:buNone/>
            </a:pPr>
            <a:r>
              <a:rPr lang="en-US" dirty="0"/>
              <a:t>       screenshots</a:t>
            </a:r>
          </a:p>
          <a:p>
            <a:endParaRPr lang="en-US" dirty="0"/>
          </a:p>
          <a:p>
            <a:pPr marL="139700" indent="0">
              <a:buNone/>
            </a:pPr>
            <a:r>
              <a:rPr lang="en-US" dirty="0"/>
              <a:t>❌ Risk of human error leading to </a:t>
            </a:r>
          </a:p>
          <a:p>
            <a:pPr marL="139700" indent="0">
              <a:buNone/>
            </a:pPr>
            <a:r>
              <a:rPr lang="en-US" dirty="0"/>
              <a:t>       data breaches</a:t>
            </a:r>
          </a:p>
        </p:txBody>
      </p:sp>
      <p:sp>
        <p:nvSpPr>
          <p:cNvPr id="1757" name="Google Shape;1757;p77">
            <a:extLst>
              <a:ext uri="{FF2B5EF4-FFF2-40B4-BE49-F238E27FC236}">
                <a16:creationId xmlns:a16="http://schemas.microsoft.com/office/drawing/2014/main" id="{8CB485AF-B1C8-CEFA-3E17-BE374D272644}"/>
              </a:ext>
            </a:extLst>
          </p:cNvPr>
          <p:cNvSpPr/>
          <p:nvPr/>
        </p:nvSpPr>
        <p:spPr>
          <a:xfrm>
            <a:off x="3807825" y="94225"/>
            <a:ext cx="5599175" cy="787275"/>
          </a:xfrm>
          <a:custGeom>
            <a:avLst/>
            <a:gdLst/>
            <a:ahLst/>
            <a:cxnLst/>
            <a:rect l="l" t="t" r="r" b="b"/>
            <a:pathLst>
              <a:path w="223967" h="31491" extrusionOk="0">
                <a:moveTo>
                  <a:pt x="223967" y="0"/>
                </a:moveTo>
                <a:cubicBezTo>
                  <a:pt x="221487" y="7446"/>
                  <a:pt x="217464" y="15437"/>
                  <a:pt x="210734" y="19475"/>
                </a:cubicBezTo>
                <a:cubicBezTo>
                  <a:pt x="203490" y="23821"/>
                  <a:pt x="188187" y="24992"/>
                  <a:pt x="185516" y="16978"/>
                </a:cubicBezTo>
                <a:cubicBezTo>
                  <a:pt x="184301" y="13332"/>
                  <a:pt x="185573" y="7710"/>
                  <a:pt x="189011" y="5992"/>
                </a:cubicBezTo>
                <a:cubicBezTo>
                  <a:pt x="192375" y="4311"/>
                  <a:pt x="197453" y="4475"/>
                  <a:pt x="200247" y="6991"/>
                </a:cubicBezTo>
                <a:cubicBezTo>
                  <a:pt x="206115" y="12274"/>
                  <a:pt x="200087" y="26529"/>
                  <a:pt x="192756" y="29462"/>
                </a:cubicBezTo>
                <a:cubicBezTo>
                  <a:pt x="170167" y="38499"/>
                  <a:pt x="146344" y="14234"/>
                  <a:pt x="122345" y="10237"/>
                </a:cubicBezTo>
                <a:cubicBezTo>
                  <a:pt x="103760" y="7142"/>
                  <a:pt x="86306" y="21383"/>
                  <a:pt x="67914" y="25467"/>
                </a:cubicBezTo>
                <a:cubicBezTo>
                  <a:pt x="62037" y="26772"/>
                  <a:pt x="55778" y="28675"/>
                  <a:pt x="49937" y="27215"/>
                </a:cubicBezTo>
                <a:cubicBezTo>
                  <a:pt x="41530" y="25113"/>
                  <a:pt x="33634" y="19974"/>
                  <a:pt x="24968" y="19974"/>
                </a:cubicBezTo>
                <a:cubicBezTo>
                  <a:pt x="21132" y="19974"/>
                  <a:pt x="17913" y="23002"/>
                  <a:pt x="14482" y="24718"/>
                </a:cubicBezTo>
                <a:cubicBezTo>
                  <a:pt x="10141" y="26888"/>
                  <a:pt x="4853" y="26216"/>
                  <a:pt x="0" y="26216"/>
                </a:cubicBezTo>
              </a:path>
            </a:pathLst>
          </a:custGeom>
          <a:noFill/>
          <a:ln w="28575" cap="flat" cmpd="sng">
            <a:solidFill>
              <a:schemeClr val="accent1"/>
            </a:solidFill>
            <a:prstDash val="dash"/>
            <a:round/>
            <a:headEnd type="none" w="med" len="med"/>
            <a:tailEnd type="none" w="med" len="med"/>
          </a:ln>
        </p:spPr>
      </p:sp>
      <p:sp>
        <p:nvSpPr>
          <p:cNvPr id="1758" name="Google Shape;1758;p77">
            <a:extLst>
              <a:ext uri="{FF2B5EF4-FFF2-40B4-BE49-F238E27FC236}">
                <a16:creationId xmlns:a16="http://schemas.microsoft.com/office/drawing/2014/main" id="{40B1B22D-A902-5AEC-2ED7-E3E04A4734E0}"/>
              </a:ext>
            </a:extLst>
          </p:cNvPr>
          <p:cNvSpPr txBox="1">
            <a:spLocks noGrp="1"/>
          </p:cNvSpPr>
          <p:nvPr>
            <p:ph type="title" idx="3"/>
          </p:nvPr>
        </p:nvSpPr>
        <p:spPr>
          <a:xfrm>
            <a:off x="4825853" y="1252475"/>
            <a:ext cx="2880000" cy="582775"/>
          </a:xfrm>
          <a:prstGeom prst="rect">
            <a:avLst/>
          </a:prstGeom>
        </p:spPr>
        <p:txBody>
          <a:bodyPr spcFirstLastPara="1" wrap="square" lIns="91425" tIns="91425" rIns="91425" bIns="91425" anchor="ctr" anchorCtr="0">
            <a:noAutofit/>
          </a:bodyPr>
          <a:lstStyle/>
          <a:p>
            <a:pPr lvl="0"/>
            <a:r>
              <a:rPr lang="en-US" sz="1400" dirty="0"/>
              <a:t>Manually finding and redacting this information is</a:t>
            </a:r>
            <a:endParaRPr sz="1400" dirty="0"/>
          </a:p>
        </p:txBody>
      </p:sp>
    </p:spTree>
    <p:extLst>
      <p:ext uri="{BB962C8B-B14F-4D97-AF65-F5344CB8AC3E}">
        <p14:creationId xmlns:p14="http://schemas.microsoft.com/office/powerpoint/2010/main" val="2438491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57"/>
                                        </p:tgtEl>
                                        <p:attrNameLst>
                                          <p:attrName>style.visibility</p:attrName>
                                        </p:attrNameLst>
                                      </p:cBhvr>
                                      <p:to>
                                        <p:strVal val="visible"/>
                                      </p:to>
                                    </p:set>
                                    <p:animEffect transition="in" filter="fade">
                                      <p:cBhvr>
                                        <p:cTn id="7" dur="500"/>
                                        <p:tgtEl>
                                          <p:spTgt spid="175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753"/>
                                        </p:tgtEl>
                                        <p:attrNameLst>
                                          <p:attrName>style.visibility</p:attrName>
                                        </p:attrNameLst>
                                      </p:cBhvr>
                                      <p:to>
                                        <p:strVal val="visible"/>
                                      </p:to>
                                    </p:set>
                                    <p:animEffect transition="in" filter="fade">
                                      <p:cBhvr>
                                        <p:cTn id="11" dur="1000"/>
                                        <p:tgtEl>
                                          <p:spTgt spid="1753"/>
                                        </p:tgtEl>
                                      </p:cBhvr>
                                    </p:animEffect>
                                  </p:childTnLst>
                                </p:cTn>
                              </p:par>
                              <p:par>
                                <p:cTn id="12" presetID="10" presetClass="entr" presetSubtype="0" fill="hold" nodeType="withEffect">
                                  <p:stCondLst>
                                    <p:cond delay="0"/>
                                  </p:stCondLst>
                                  <p:childTnLst>
                                    <p:set>
                                      <p:cBhvr>
                                        <p:cTn id="13" dur="1" fill="hold">
                                          <p:stCondLst>
                                            <p:cond delay="0"/>
                                          </p:stCondLst>
                                        </p:cTn>
                                        <p:tgtEl>
                                          <p:spTgt spid="1755"/>
                                        </p:tgtEl>
                                        <p:attrNameLst>
                                          <p:attrName>style.visibility</p:attrName>
                                        </p:attrNameLst>
                                      </p:cBhvr>
                                      <p:to>
                                        <p:strVal val="visible"/>
                                      </p:to>
                                    </p:set>
                                    <p:animEffect transition="in" filter="fade">
                                      <p:cBhvr>
                                        <p:cTn id="14" dur="1000"/>
                                        <p:tgtEl>
                                          <p:spTgt spid="1755"/>
                                        </p:tgtEl>
                                      </p:cBhvr>
                                    </p:animEffect>
                                  </p:childTnLst>
                                </p:cTn>
                              </p:par>
                            </p:childTnLst>
                          </p:cTn>
                        </p:par>
                        <p:par>
                          <p:cTn id="15" fill="hold">
                            <p:stCondLst>
                              <p:cond delay="1500"/>
                            </p:stCondLst>
                            <p:childTnLst>
                              <p:par>
                                <p:cTn id="16" presetID="10" presetClass="entr" presetSubtype="0" fill="hold" nodeType="afterEffect">
                                  <p:stCondLst>
                                    <p:cond delay="0"/>
                                  </p:stCondLst>
                                  <p:childTnLst>
                                    <p:set>
                                      <p:cBhvr>
                                        <p:cTn id="17" dur="1" fill="hold">
                                          <p:stCondLst>
                                            <p:cond delay="0"/>
                                          </p:stCondLst>
                                        </p:cTn>
                                        <p:tgtEl>
                                          <p:spTgt spid="1756"/>
                                        </p:tgtEl>
                                        <p:attrNameLst>
                                          <p:attrName>style.visibility</p:attrName>
                                        </p:attrNameLst>
                                      </p:cBhvr>
                                      <p:to>
                                        <p:strVal val="visible"/>
                                      </p:to>
                                    </p:set>
                                    <p:animEffect transition="in" filter="fade">
                                      <p:cBhvr>
                                        <p:cTn id="18" dur="1000"/>
                                        <p:tgtEl>
                                          <p:spTgt spid="1756"/>
                                        </p:tgtEl>
                                      </p:cBhvr>
                                    </p:animEffect>
                                  </p:childTnLst>
                                </p:cTn>
                              </p:par>
                              <p:par>
                                <p:cTn id="19" presetID="10" presetClass="entr" presetSubtype="0" fill="hold" nodeType="withEffect">
                                  <p:stCondLst>
                                    <p:cond delay="0"/>
                                  </p:stCondLst>
                                  <p:childTnLst>
                                    <p:set>
                                      <p:cBhvr>
                                        <p:cTn id="20" dur="1" fill="hold">
                                          <p:stCondLst>
                                            <p:cond delay="0"/>
                                          </p:stCondLst>
                                        </p:cTn>
                                        <p:tgtEl>
                                          <p:spTgt spid="1758"/>
                                        </p:tgtEl>
                                        <p:attrNameLst>
                                          <p:attrName>style.visibility</p:attrName>
                                        </p:attrNameLst>
                                      </p:cBhvr>
                                      <p:to>
                                        <p:strVal val="visible"/>
                                      </p:to>
                                    </p:set>
                                    <p:animEffect transition="in" filter="fade">
                                      <p:cBhvr>
                                        <p:cTn id="21" dur="1000"/>
                                        <p:tgtEl>
                                          <p:spTgt spid="1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1">
          <a:extLst>
            <a:ext uri="{FF2B5EF4-FFF2-40B4-BE49-F238E27FC236}">
              <a16:creationId xmlns:a16="http://schemas.microsoft.com/office/drawing/2014/main" id="{D115738D-C5A7-F5AB-B0F6-21E2F9B02842}"/>
            </a:ext>
          </a:extLst>
        </p:cNvPr>
        <p:cNvGrpSpPr/>
        <p:nvPr/>
      </p:nvGrpSpPr>
      <p:grpSpPr>
        <a:xfrm>
          <a:off x="0" y="0"/>
          <a:ext cx="0" cy="0"/>
          <a:chOff x="0" y="0"/>
          <a:chExt cx="0" cy="0"/>
        </a:xfrm>
      </p:grpSpPr>
      <p:sp>
        <p:nvSpPr>
          <p:cNvPr id="422" name="Google Shape;422;p50">
            <a:extLst>
              <a:ext uri="{FF2B5EF4-FFF2-40B4-BE49-F238E27FC236}">
                <a16:creationId xmlns:a16="http://schemas.microsoft.com/office/drawing/2014/main" id="{8AE76C2F-5407-C8DC-8EFF-3742CE893B38}"/>
              </a:ext>
            </a:extLst>
          </p:cNvPr>
          <p:cNvSpPr/>
          <p:nvPr/>
        </p:nvSpPr>
        <p:spPr>
          <a:xfrm>
            <a:off x="1322808" y="724684"/>
            <a:ext cx="666419" cy="715234"/>
          </a:xfrm>
          <a:custGeom>
            <a:avLst/>
            <a:gdLst/>
            <a:ahLst/>
            <a:cxnLst/>
            <a:rect l="l" t="t" r="r" b="b"/>
            <a:pathLst>
              <a:path w="30867" h="33128" extrusionOk="0">
                <a:moveTo>
                  <a:pt x="3066" y="0"/>
                </a:moveTo>
                <a:cubicBezTo>
                  <a:pt x="1380" y="0"/>
                  <a:pt x="1" y="1381"/>
                  <a:pt x="1" y="3067"/>
                </a:cubicBezTo>
                <a:lnTo>
                  <a:pt x="1" y="23081"/>
                </a:lnTo>
                <a:cubicBezTo>
                  <a:pt x="1" y="24767"/>
                  <a:pt x="1380" y="26147"/>
                  <a:pt x="3066" y="26147"/>
                </a:cubicBezTo>
                <a:lnTo>
                  <a:pt x="16250" y="26147"/>
                </a:lnTo>
                <a:lnTo>
                  <a:pt x="21934" y="33127"/>
                </a:lnTo>
                <a:lnTo>
                  <a:pt x="21934" y="26147"/>
                </a:lnTo>
                <a:lnTo>
                  <a:pt x="27801" y="26147"/>
                </a:lnTo>
                <a:cubicBezTo>
                  <a:pt x="29487" y="26147"/>
                  <a:pt x="30866" y="24767"/>
                  <a:pt x="30866" y="23081"/>
                </a:cubicBezTo>
                <a:lnTo>
                  <a:pt x="30866" y="3067"/>
                </a:lnTo>
                <a:cubicBezTo>
                  <a:pt x="30866" y="1380"/>
                  <a:pt x="29487" y="0"/>
                  <a:pt x="278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23" name="Google Shape;423;p50">
            <a:extLst>
              <a:ext uri="{FF2B5EF4-FFF2-40B4-BE49-F238E27FC236}">
                <a16:creationId xmlns:a16="http://schemas.microsoft.com/office/drawing/2014/main" id="{744F2E4F-A5CE-7461-B579-66D2853FB482}"/>
              </a:ext>
            </a:extLst>
          </p:cNvPr>
          <p:cNvSpPr/>
          <p:nvPr/>
        </p:nvSpPr>
        <p:spPr>
          <a:xfrm>
            <a:off x="-470800" y="1740463"/>
            <a:ext cx="7944275" cy="2868750"/>
          </a:xfrm>
          <a:custGeom>
            <a:avLst/>
            <a:gdLst/>
            <a:ahLst/>
            <a:cxnLst/>
            <a:rect l="l" t="t" r="r" b="b"/>
            <a:pathLst>
              <a:path w="317771" h="114750" extrusionOk="0">
                <a:moveTo>
                  <a:pt x="317771" y="11053"/>
                </a:moveTo>
                <a:cubicBezTo>
                  <a:pt x="314664" y="20374"/>
                  <a:pt x="310330" y="31264"/>
                  <a:pt x="301542" y="35658"/>
                </a:cubicBezTo>
                <a:cubicBezTo>
                  <a:pt x="283370" y="44744"/>
                  <a:pt x="260276" y="46731"/>
                  <a:pt x="240815" y="40893"/>
                </a:cubicBezTo>
                <a:cubicBezTo>
                  <a:pt x="233303" y="38640"/>
                  <a:pt x="225821" y="34453"/>
                  <a:pt x="220922" y="28329"/>
                </a:cubicBezTo>
                <a:cubicBezTo>
                  <a:pt x="215336" y="21346"/>
                  <a:pt x="211149" y="6994"/>
                  <a:pt x="218304" y="1630"/>
                </a:cubicBezTo>
                <a:cubicBezTo>
                  <a:pt x="222138" y="-1244"/>
                  <a:pt x="230296" y="-38"/>
                  <a:pt x="232439" y="4248"/>
                </a:cubicBezTo>
                <a:cubicBezTo>
                  <a:pt x="240127" y="19623"/>
                  <a:pt x="237516" y="41798"/>
                  <a:pt x="227204" y="55552"/>
                </a:cubicBezTo>
                <a:cubicBezTo>
                  <a:pt x="207161" y="82284"/>
                  <a:pt x="167896" y="91808"/>
                  <a:pt x="134542" y="93768"/>
                </a:cubicBezTo>
                <a:cubicBezTo>
                  <a:pt x="112290" y="95076"/>
                  <a:pt x="87694" y="94242"/>
                  <a:pt x="68580" y="82774"/>
                </a:cubicBezTo>
                <a:cubicBezTo>
                  <a:pt x="60637" y="78008"/>
                  <a:pt x="58408" y="58469"/>
                  <a:pt x="67009" y="55028"/>
                </a:cubicBezTo>
                <a:cubicBezTo>
                  <a:pt x="75992" y="51434"/>
                  <a:pt x="87176" y="63964"/>
                  <a:pt x="89520" y="73351"/>
                </a:cubicBezTo>
                <a:cubicBezTo>
                  <a:pt x="92539" y="85437"/>
                  <a:pt x="91919" y="102216"/>
                  <a:pt x="82191" y="109997"/>
                </a:cubicBezTo>
                <a:cubicBezTo>
                  <a:pt x="66908" y="122221"/>
                  <a:pt x="42825" y="107246"/>
                  <a:pt x="24081" y="101621"/>
                </a:cubicBezTo>
                <a:cubicBezTo>
                  <a:pt x="16364" y="99305"/>
                  <a:pt x="8057" y="99527"/>
                  <a:pt x="0" y="99527"/>
                </a:cubicBezTo>
              </a:path>
            </a:pathLst>
          </a:custGeom>
          <a:noFill/>
          <a:ln w="28575" cap="flat" cmpd="sng">
            <a:solidFill>
              <a:srgbClr val="CAC5F9"/>
            </a:solidFill>
            <a:prstDash val="dash"/>
            <a:round/>
            <a:headEnd type="none" w="med" len="med"/>
            <a:tailEnd type="none" w="med" len="med"/>
          </a:ln>
        </p:spPr>
      </p:sp>
      <p:sp>
        <p:nvSpPr>
          <p:cNvPr id="424" name="Google Shape;424;p50">
            <a:extLst>
              <a:ext uri="{FF2B5EF4-FFF2-40B4-BE49-F238E27FC236}">
                <a16:creationId xmlns:a16="http://schemas.microsoft.com/office/drawing/2014/main" id="{7133634F-381A-4182-57ED-8652B343A113}"/>
              </a:ext>
            </a:extLst>
          </p:cNvPr>
          <p:cNvSpPr txBox="1">
            <a:spLocks noGrp="1"/>
          </p:cNvSpPr>
          <p:nvPr>
            <p:ph type="title"/>
          </p:nvPr>
        </p:nvSpPr>
        <p:spPr>
          <a:xfrm>
            <a:off x="402350" y="12225"/>
            <a:ext cx="7373700" cy="572700"/>
          </a:xfrm>
          <a:prstGeom prst="rect">
            <a:avLst/>
          </a:prstGeom>
        </p:spPr>
        <p:txBody>
          <a:bodyPr spcFirstLastPara="1" wrap="square" lIns="91425" tIns="91425" rIns="91425" bIns="91425" anchor="t" anchorCtr="0">
            <a:noAutofit/>
          </a:bodyPr>
          <a:lstStyle/>
          <a:p>
            <a:r>
              <a:rPr lang="en-US" b="1" dirty="0"/>
              <a:t>Our Solution</a:t>
            </a:r>
          </a:p>
        </p:txBody>
      </p:sp>
      <p:sp>
        <p:nvSpPr>
          <p:cNvPr id="425" name="Google Shape;425;p50">
            <a:extLst>
              <a:ext uri="{FF2B5EF4-FFF2-40B4-BE49-F238E27FC236}">
                <a16:creationId xmlns:a16="http://schemas.microsoft.com/office/drawing/2014/main" id="{782B19AB-221F-763D-2528-76AE322BE1AD}"/>
              </a:ext>
            </a:extLst>
          </p:cNvPr>
          <p:cNvSpPr txBox="1">
            <a:spLocks noGrp="1"/>
          </p:cNvSpPr>
          <p:nvPr>
            <p:ph type="title" idx="2"/>
          </p:nvPr>
        </p:nvSpPr>
        <p:spPr>
          <a:xfrm>
            <a:off x="939650" y="974872"/>
            <a:ext cx="1385700" cy="33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chemeClr val="lt1"/>
                </a:solidFill>
              </a:rPr>
              <a:t>01</a:t>
            </a:r>
            <a:endParaRPr>
              <a:solidFill>
                <a:schemeClr val="lt1"/>
              </a:solidFill>
            </a:endParaRPr>
          </a:p>
        </p:txBody>
      </p:sp>
      <p:sp>
        <p:nvSpPr>
          <p:cNvPr id="426" name="Google Shape;426;p50">
            <a:extLst>
              <a:ext uri="{FF2B5EF4-FFF2-40B4-BE49-F238E27FC236}">
                <a16:creationId xmlns:a16="http://schemas.microsoft.com/office/drawing/2014/main" id="{05B3901D-40AA-904A-637A-4CE304B81969}"/>
              </a:ext>
            </a:extLst>
          </p:cNvPr>
          <p:cNvSpPr/>
          <p:nvPr/>
        </p:nvSpPr>
        <p:spPr>
          <a:xfrm>
            <a:off x="3476846" y="724684"/>
            <a:ext cx="666419" cy="715234"/>
          </a:xfrm>
          <a:custGeom>
            <a:avLst/>
            <a:gdLst/>
            <a:ahLst/>
            <a:cxnLst/>
            <a:rect l="l" t="t" r="r" b="b"/>
            <a:pathLst>
              <a:path w="30867" h="33128" extrusionOk="0">
                <a:moveTo>
                  <a:pt x="3066" y="0"/>
                </a:moveTo>
                <a:cubicBezTo>
                  <a:pt x="1380" y="0"/>
                  <a:pt x="1" y="1381"/>
                  <a:pt x="1" y="3067"/>
                </a:cubicBezTo>
                <a:lnTo>
                  <a:pt x="1" y="23081"/>
                </a:lnTo>
                <a:cubicBezTo>
                  <a:pt x="1" y="24767"/>
                  <a:pt x="1380" y="26147"/>
                  <a:pt x="3066" y="26147"/>
                </a:cubicBezTo>
                <a:lnTo>
                  <a:pt x="16250" y="26147"/>
                </a:lnTo>
                <a:lnTo>
                  <a:pt x="21934" y="33127"/>
                </a:lnTo>
                <a:lnTo>
                  <a:pt x="21934" y="26147"/>
                </a:lnTo>
                <a:lnTo>
                  <a:pt x="27801" y="26147"/>
                </a:lnTo>
                <a:cubicBezTo>
                  <a:pt x="29487" y="26147"/>
                  <a:pt x="30866" y="24767"/>
                  <a:pt x="30866" y="23081"/>
                </a:cubicBezTo>
                <a:lnTo>
                  <a:pt x="30866" y="3067"/>
                </a:lnTo>
                <a:cubicBezTo>
                  <a:pt x="30866" y="1380"/>
                  <a:pt x="29487" y="0"/>
                  <a:pt x="278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27" name="Google Shape;427;p50">
            <a:extLst>
              <a:ext uri="{FF2B5EF4-FFF2-40B4-BE49-F238E27FC236}">
                <a16:creationId xmlns:a16="http://schemas.microsoft.com/office/drawing/2014/main" id="{1F2FDCBB-CF24-E1B7-0E1F-0C2353CCB833}"/>
              </a:ext>
            </a:extLst>
          </p:cNvPr>
          <p:cNvSpPr/>
          <p:nvPr/>
        </p:nvSpPr>
        <p:spPr>
          <a:xfrm>
            <a:off x="5875483" y="724684"/>
            <a:ext cx="666419" cy="715234"/>
          </a:xfrm>
          <a:custGeom>
            <a:avLst/>
            <a:gdLst/>
            <a:ahLst/>
            <a:cxnLst/>
            <a:rect l="l" t="t" r="r" b="b"/>
            <a:pathLst>
              <a:path w="30867" h="33128" extrusionOk="0">
                <a:moveTo>
                  <a:pt x="3066" y="0"/>
                </a:moveTo>
                <a:cubicBezTo>
                  <a:pt x="1380" y="0"/>
                  <a:pt x="1" y="1381"/>
                  <a:pt x="1" y="3067"/>
                </a:cubicBezTo>
                <a:lnTo>
                  <a:pt x="1" y="23081"/>
                </a:lnTo>
                <a:cubicBezTo>
                  <a:pt x="1" y="24767"/>
                  <a:pt x="1380" y="26147"/>
                  <a:pt x="3066" y="26147"/>
                </a:cubicBezTo>
                <a:lnTo>
                  <a:pt x="16250" y="26147"/>
                </a:lnTo>
                <a:lnTo>
                  <a:pt x="21934" y="33127"/>
                </a:lnTo>
                <a:lnTo>
                  <a:pt x="21934" y="26147"/>
                </a:lnTo>
                <a:lnTo>
                  <a:pt x="27801" y="26147"/>
                </a:lnTo>
                <a:cubicBezTo>
                  <a:pt x="29487" y="26147"/>
                  <a:pt x="30866" y="24767"/>
                  <a:pt x="30866" y="23081"/>
                </a:cubicBezTo>
                <a:lnTo>
                  <a:pt x="30866" y="3067"/>
                </a:lnTo>
                <a:cubicBezTo>
                  <a:pt x="30866" y="1380"/>
                  <a:pt x="29487" y="0"/>
                  <a:pt x="278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28" name="Google Shape;428;p50">
            <a:extLst>
              <a:ext uri="{FF2B5EF4-FFF2-40B4-BE49-F238E27FC236}">
                <a16:creationId xmlns:a16="http://schemas.microsoft.com/office/drawing/2014/main" id="{2FDB2DF6-F683-365F-268B-CF1879AAF48D}"/>
              </a:ext>
            </a:extLst>
          </p:cNvPr>
          <p:cNvSpPr txBox="1">
            <a:spLocks noGrp="1"/>
          </p:cNvSpPr>
          <p:nvPr>
            <p:ph type="title" idx="3"/>
          </p:nvPr>
        </p:nvSpPr>
        <p:spPr>
          <a:xfrm>
            <a:off x="374400" y="1386000"/>
            <a:ext cx="2534400" cy="443192"/>
          </a:xfrm>
          <a:prstGeom prst="rect">
            <a:avLst/>
          </a:prstGeom>
        </p:spPr>
        <p:txBody>
          <a:bodyPr spcFirstLastPara="1" wrap="square" lIns="91425" tIns="91425" rIns="91425" bIns="91425" anchor="t" anchorCtr="0">
            <a:noAutofit/>
          </a:bodyPr>
          <a:lstStyle/>
          <a:p>
            <a:pPr lvl="0"/>
            <a:r>
              <a:rPr lang="en-US" b="1" dirty="0"/>
              <a:t>AI-Powered Detection</a:t>
            </a:r>
            <a:endParaRPr dirty="0"/>
          </a:p>
        </p:txBody>
      </p:sp>
      <p:sp>
        <p:nvSpPr>
          <p:cNvPr id="429" name="Google Shape;429;p50">
            <a:extLst>
              <a:ext uri="{FF2B5EF4-FFF2-40B4-BE49-F238E27FC236}">
                <a16:creationId xmlns:a16="http://schemas.microsoft.com/office/drawing/2014/main" id="{9D197A67-27C4-B211-02B6-B97126FFAAD6}"/>
              </a:ext>
            </a:extLst>
          </p:cNvPr>
          <p:cNvSpPr txBox="1">
            <a:spLocks noGrp="1"/>
          </p:cNvSpPr>
          <p:nvPr>
            <p:ph type="subTitle" idx="1"/>
          </p:nvPr>
        </p:nvSpPr>
        <p:spPr>
          <a:xfrm>
            <a:off x="581150" y="1716475"/>
            <a:ext cx="2102700" cy="931146"/>
          </a:xfrm>
          <a:prstGeom prst="rect">
            <a:avLst/>
          </a:prstGeom>
        </p:spPr>
        <p:txBody>
          <a:bodyPr spcFirstLastPara="1" wrap="square" lIns="91425" tIns="91425" rIns="91425" bIns="91425" anchor="t" anchorCtr="0">
            <a:noAutofit/>
          </a:bodyPr>
          <a:lstStyle/>
          <a:p>
            <a:pPr marL="0" lvl="0" indent="0">
              <a:buClr>
                <a:schemeClr val="dk1"/>
              </a:buClr>
              <a:buSzPts val="1100"/>
            </a:pPr>
            <a:r>
              <a:rPr lang="en-US" dirty="0"/>
              <a:t>Uses advanced LLM models to intelligently identify 12+ types of sensitive information</a:t>
            </a:r>
            <a:endParaRPr dirty="0"/>
          </a:p>
        </p:txBody>
      </p:sp>
      <p:sp>
        <p:nvSpPr>
          <p:cNvPr id="430" name="Google Shape;430;p50">
            <a:extLst>
              <a:ext uri="{FF2B5EF4-FFF2-40B4-BE49-F238E27FC236}">
                <a16:creationId xmlns:a16="http://schemas.microsoft.com/office/drawing/2014/main" id="{B2282C9A-AB65-A4B9-2637-E067323EC225}"/>
              </a:ext>
            </a:extLst>
          </p:cNvPr>
          <p:cNvSpPr txBox="1">
            <a:spLocks noGrp="1"/>
          </p:cNvSpPr>
          <p:nvPr>
            <p:ph type="title" idx="4"/>
          </p:nvPr>
        </p:nvSpPr>
        <p:spPr>
          <a:xfrm>
            <a:off x="3117200" y="974872"/>
            <a:ext cx="1385700" cy="33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chemeClr val="lt1"/>
                </a:solidFill>
              </a:rPr>
              <a:t>02</a:t>
            </a:r>
            <a:endParaRPr>
              <a:solidFill>
                <a:schemeClr val="lt1"/>
              </a:solidFill>
            </a:endParaRPr>
          </a:p>
        </p:txBody>
      </p:sp>
      <p:sp>
        <p:nvSpPr>
          <p:cNvPr id="431" name="Google Shape;431;p50">
            <a:extLst>
              <a:ext uri="{FF2B5EF4-FFF2-40B4-BE49-F238E27FC236}">
                <a16:creationId xmlns:a16="http://schemas.microsoft.com/office/drawing/2014/main" id="{BF93DCFB-4D9A-28E7-AA9E-70C6DCDD1A75}"/>
              </a:ext>
            </a:extLst>
          </p:cNvPr>
          <p:cNvSpPr txBox="1">
            <a:spLocks noGrp="1"/>
          </p:cNvSpPr>
          <p:nvPr>
            <p:ph type="title" idx="5"/>
          </p:nvPr>
        </p:nvSpPr>
        <p:spPr>
          <a:xfrm>
            <a:off x="2758700" y="1386000"/>
            <a:ext cx="2102700" cy="384392"/>
          </a:xfrm>
          <a:prstGeom prst="rect">
            <a:avLst/>
          </a:prstGeom>
        </p:spPr>
        <p:txBody>
          <a:bodyPr spcFirstLastPara="1" wrap="square" lIns="91425" tIns="91425" rIns="91425" bIns="91425" anchor="t" anchorCtr="0">
            <a:noAutofit/>
          </a:bodyPr>
          <a:lstStyle/>
          <a:p>
            <a:pPr lvl="0"/>
            <a:r>
              <a:rPr lang="en-US" b="1" dirty="0"/>
              <a:t>Text Redaction</a:t>
            </a:r>
            <a:endParaRPr dirty="0"/>
          </a:p>
        </p:txBody>
      </p:sp>
      <p:sp>
        <p:nvSpPr>
          <p:cNvPr id="432" name="Google Shape;432;p50">
            <a:extLst>
              <a:ext uri="{FF2B5EF4-FFF2-40B4-BE49-F238E27FC236}">
                <a16:creationId xmlns:a16="http://schemas.microsoft.com/office/drawing/2014/main" id="{107552C8-7EC9-42AE-D211-AE825B882675}"/>
              </a:ext>
            </a:extLst>
          </p:cNvPr>
          <p:cNvSpPr/>
          <p:nvPr/>
        </p:nvSpPr>
        <p:spPr>
          <a:xfrm>
            <a:off x="2602146" y="3050659"/>
            <a:ext cx="666419" cy="715234"/>
          </a:xfrm>
          <a:custGeom>
            <a:avLst/>
            <a:gdLst/>
            <a:ahLst/>
            <a:cxnLst/>
            <a:rect l="l" t="t" r="r" b="b"/>
            <a:pathLst>
              <a:path w="30867" h="33128" extrusionOk="0">
                <a:moveTo>
                  <a:pt x="3066" y="0"/>
                </a:moveTo>
                <a:cubicBezTo>
                  <a:pt x="1380" y="0"/>
                  <a:pt x="1" y="1381"/>
                  <a:pt x="1" y="3067"/>
                </a:cubicBezTo>
                <a:lnTo>
                  <a:pt x="1" y="23081"/>
                </a:lnTo>
                <a:cubicBezTo>
                  <a:pt x="1" y="24767"/>
                  <a:pt x="1380" y="26147"/>
                  <a:pt x="3066" y="26147"/>
                </a:cubicBezTo>
                <a:lnTo>
                  <a:pt x="16250" y="26147"/>
                </a:lnTo>
                <a:lnTo>
                  <a:pt x="21934" y="33127"/>
                </a:lnTo>
                <a:lnTo>
                  <a:pt x="21934" y="26147"/>
                </a:lnTo>
                <a:lnTo>
                  <a:pt x="27801" y="26147"/>
                </a:lnTo>
                <a:cubicBezTo>
                  <a:pt x="29487" y="26147"/>
                  <a:pt x="30866" y="24767"/>
                  <a:pt x="30866" y="23081"/>
                </a:cubicBezTo>
                <a:lnTo>
                  <a:pt x="30866" y="3067"/>
                </a:lnTo>
                <a:cubicBezTo>
                  <a:pt x="30866" y="1380"/>
                  <a:pt x="29487" y="0"/>
                  <a:pt x="278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3" name="Google Shape;433;p50">
            <a:extLst>
              <a:ext uri="{FF2B5EF4-FFF2-40B4-BE49-F238E27FC236}">
                <a16:creationId xmlns:a16="http://schemas.microsoft.com/office/drawing/2014/main" id="{DD582DEF-4723-9F26-64D1-7A12BC093BFF}"/>
              </a:ext>
            </a:extLst>
          </p:cNvPr>
          <p:cNvSpPr/>
          <p:nvPr/>
        </p:nvSpPr>
        <p:spPr>
          <a:xfrm>
            <a:off x="4779683" y="3050659"/>
            <a:ext cx="666419" cy="715234"/>
          </a:xfrm>
          <a:custGeom>
            <a:avLst/>
            <a:gdLst/>
            <a:ahLst/>
            <a:cxnLst/>
            <a:rect l="l" t="t" r="r" b="b"/>
            <a:pathLst>
              <a:path w="30867" h="33128" extrusionOk="0">
                <a:moveTo>
                  <a:pt x="3066" y="0"/>
                </a:moveTo>
                <a:cubicBezTo>
                  <a:pt x="1380" y="0"/>
                  <a:pt x="1" y="1381"/>
                  <a:pt x="1" y="3067"/>
                </a:cubicBezTo>
                <a:lnTo>
                  <a:pt x="1" y="23081"/>
                </a:lnTo>
                <a:cubicBezTo>
                  <a:pt x="1" y="24767"/>
                  <a:pt x="1380" y="26147"/>
                  <a:pt x="3066" y="26147"/>
                </a:cubicBezTo>
                <a:lnTo>
                  <a:pt x="16250" y="26147"/>
                </a:lnTo>
                <a:lnTo>
                  <a:pt x="21934" y="33127"/>
                </a:lnTo>
                <a:lnTo>
                  <a:pt x="21934" y="26147"/>
                </a:lnTo>
                <a:lnTo>
                  <a:pt x="27801" y="26147"/>
                </a:lnTo>
                <a:cubicBezTo>
                  <a:pt x="29487" y="26147"/>
                  <a:pt x="30866" y="24767"/>
                  <a:pt x="30866" y="23081"/>
                </a:cubicBezTo>
                <a:lnTo>
                  <a:pt x="30866" y="3067"/>
                </a:lnTo>
                <a:cubicBezTo>
                  <a:pt x="30866" y="1380"/>
                  <a:pt x="29487" y="0"/>
                  <a:pt x="278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4" name="Google Shape;434;p50">
            <a:extLst>
              <a:ext uri="{FF2B5EF4-FFF2-40B4-BE49-F238E27FC236}">
                <a16:creationId xmlns:a16="http://schemas.microsoft.com/office/drawing/2014/main" id="{74F99FC1-239F-AE55-2E6D-33418A687729}"/>
              </a:ext>
            </a:extLst>
          </p:cNvPr>
          <p:cNvSpPr/>
          <p:nvPr/>
        </p:nvSpPr>
        <p:spPr>
          <a:xfrm>
            <a:off x="7178346" y="3050659"/>
            <a:ext cx="666419" cy="715234"/>
          </a:xfrm>
          <a:custGeom>
            <a:avLst/>
            <a:gdLst/>
            <a:ahLst/>
            <a:cxnLst/>
            <a:rect l="l" t="t" r="r" b="b"/>
            <a:pathLst>
              <a:path w="30867" h="33128" extrusionOk="0">
                <a:moveTo>
                  <a:pt x="3066" y="0"/>
                </a:moveTo>
                <a:cubicBezTo>
                  <a:pt x="1380" y="0"/>
                  <a:pt x="1" y="1381"/>
                  <a:pt x="1" y="3067"/>
                </a:cubicBezTo>
                <a:lnTo>
                  <a:pt x="1" y="23081"/>
                </a:lnTo>
                <a:cubicBezTo>
                  <a:pt x="1" y="24767"/>
                  <a:pt x="1380" y="26147"/>
                  <a:pt x="3066" y="26147"/>
                </a:cubicBezTo>
                <a:lnTo>
                  <a:pt x="16250" y="26147"/>
                </a:lnTo>
                <a:lnTo>
                  <a:pt x="21934" y="33127"/>
                </a:lnTo>
                <a:lnTo>
                  <a:pt x="21934" y="26147"/>
                </a:lnTo>
                <a:lnTo>
                  <a:pt x="27801" y="26147"/>
                </a:lnTo>
                <a:cubicBezTo>
                  <a:pt x="29487" y="26147"/>
                  <a:pt x="30866" y="24767"/>
                  <a:pt x="30866" y="23081"/>
                </a:cubicBezTo>
                <a:lnTo>
                  <a:pt x="30866" y="3067"/>
                </a:lnTo>
                <a:cubicBezTo>
                  <a:pt x="30866" y="1380"/>
                  <a:pt x="29487" y="0"/>
                  <a:pt x="278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5" name="Google Shape;435;p50">
            <a:extLst>
              <a:ext uri="{FF2B5EF4-FFF2-40B4-BE49-F238E27FC236}">
                <a16:creationId xmlns:a16="http://schemas.microsoft.com/office/drawing/2014/main" id="{0CB62341-3A4B-60AB-C411-47C037B26A09}"/>
              </a:ext>
            </a:extLst>
          </p:cNvPr>
          <p:cNvSpPr txBox="1">
            <a:spLocks noGrp="1"/>
          </p:cNvSpPr>
          <p:nvPr>
            <p:ph type="subTitle" idx="6"/>
          </p:nvPr>
        </p:nvSpPr>
        <p:spPr>
          <a:xfrm>
            <a:off x="2758700" y="1716474"/>
            <a:ext cx="2215406" cy="931147"/>
          </a:xfrm>
          <a:prstGeom prst="rect">
            <a:avLst/>
          </a:prstGeom>
        </p:spPr>
        <p:txBody>
          <a:bodyPr spcFirstLastPara="1" wrap="square" lIns="91425" tIns="91425" rIns="91425" bIns="91425" anchor="t" anchorCtr="0">
            <a:noAutofit/>
          </a:bodyPr>
          <a:lstStyle/>
          <a:p>
            <a:pPr marL="0" lvl="0" indent="0">
              <a:buClr>
                <a:schemeClr val="dk1"/>
              </a:buClr>
              <a:buSzPts val="1100"/>
            </a:pPr>
            <a:r>
              <a:rPr lang="en-US" dirty="0"/>
              <a:t>Automatically replaces sensitive data in email content with customizable placeholders</a:t>
            </a:r>
            <a:endParaRPr dirty="0"/>
          </a:p>
        </p:txBody>
      </p:sp>
      <p:sp>
        <p:nvSpPr>
          <p:cNvPr id="436" name="Google Shape;436;p50">
            <a:extLst>
              <a:ext uri="{FF2B5EF4-FFF2-40B4-BE49-F238E27FC236}">
                <a16:creationId xmlns:a16="http://schemas.microsoft.com/office/drawing/2014/main" id="{B1515369-35E6-9BD7-E675-5C71F9508683}"/>
              </a:ext>
            </a:extLst>
          </p:cNvPr>
          <p:cNvSpPr txBox="1">
            <a:spLocks noGrp="1"/>
          </p:cNvSpPr>
          <p:nvPr>
            <p:ph type="title" idx="7"/>
          </p:nvPr>
        </p:nvSpPr>
        <p:spPr>
          <a:xfrm>
            <a:off x="5515850" y="974872"/>
            <a:ext cx="1385700" cy="33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chemeClr val="lt1"/>
                </a:solidFill>
              </a:rPr>
              <a:t>03</a:t>
            </a:r>
            <a:endParaRPr>
              <a:solidFill>
                <a:schemeClr val="lt1"/>
              </a:solidFill>
            </a:endParaRPr>
          </a:p>
        </p:txBody>
      </p:sp>
      <p:sp>
        <p:nvSpPr>
          <p:cNvPr id="437" name="Google Shape;437;p50">
            <a:extLst>
              <a:ext uri="{FF2B5EF4-FFF2-40B4-BE49-F238E27FC236}">
                <a16:creationId xmlns:a16="http://schemas.microsoft.com/office/drawing/2014/main" id="{D15F2202-D342-457D-CD4D-F32B6D70D7A7}"/>
              </a:ext>
            </a:extLst>
          </p:cNvPr>
          <p:cNvSpPr txBox="1">
            <a:spLocks noGrp="1"/>
          </p:cNvSpPr>
          <p:nvPr>
            <p:ph type="title" idx="8"/>
          </p:nvPr>
        </p:nvSpPr>
        <p:spPr>
          <a:xfrm>
            <a:off x="5157350" y="1386000"/>
            <a:ext cx="2102700" cy="407700"/>
          </a:xfrm>
          <a:prstGeom prst="rect">
            <a:avLst/>
          </a:prstGeom>
        </p:spPr>
        <p:txBody>
          <a:bodyPr spcFirstLastPara="1" wrap="square" lIns="91425" tIns="91425" rIns="91425" bIns="91425" anchor="t" anchorCtr="0">
            <a:noAutofit/>
          </a:bodyPr>
          <a:lstStyle/>
          <a:p>
            <a:pPr lvl="0"/>
            <a:r>
              <a:rPr lang="en-US" b="1" dirty="0"/>
              <a:t>Image Redaction</a:t>
            </a:r>
            <a:endParaRPr dirty="0"/>
          </a:p>
        </p:txBody>
      </p:sp>
      <p:sp>
        <p:nvSpPr>
          <p:cNvPr id="438" name="Google Shape;438;p50">
            <a:extLst>
              <a:ext uri="{FF2B5EF4-FFF2-40B4-BE49-F238E27FC236}">
                <a16:creationId xmlns:a16="http://schemas.microsoft.com/office/drawing/2014/main" id="{7B49FE96-B0B7-0540-1E20-AB849EA9A6DE}"/>
              </a:ext>
            </a:extLst>
          </p:cNvPr>
          <p:cNvSpPr txBox="1">
            <a:spLocks noGrp="1"/>
          </p:cNvSpPr>
          <p:nvPr>
            <p:ph type="subTitle" idx="9"/>
          </p:nvPr>
        </p:nvSpPr>
        <p:spPr>
          <a:xfrm>
            <a:off x="5157349" y="1716474"/>
            <a:ext cx="2183657" cy="743925"/>
          </a:xfrm>
          <a:prstGeom prst="rect">
            <a:avLst/>
          </a:prstGeom>
        </p:spPr>
        <p:txBody>
          <a:bodyPr spcFirstLastPara="1" wrap="square" lIns="91425" tIns="91425" rIns="91425" bIns="91425" anchor="t" anchorCtr="0">
            <a:noAutofit/>
          </a:bodyPr>
          <a:lstStyle/>
          <a:p>
            <a:pPr marL="0" lvl="0" indent="0">
              <a:buClr>
                <a:schemeClr val="dk1"/>
              </a:buClr>
              <a:buSzPts val="1100"/>
            </a:pPr>
            <a:r>
              <a:rPr lang="en-US" dirty="0"/>
              <a:t>OCR + AI analysis to redact sensitive text from images and screenshots</a:t>
            </a:r>
            <a:endParaRPr dirty="0"/>
          </a:p>
        </p:txBody>
      </p:sp>
      <p:sp>
        <p:nvSpPr>
          <p:cNvPr id="439" name="Google Shape;439;p50">
            <a:extLst>
              <a:ext uri="{FF2B5EF4-FFF2-40B4-BE49-F238E27FC236}">
                <a16:creationId xmlns:a16="http://schemas.microsoft.com/office/drawing/2014/main" id="{566CCD47-0841-2B06-E1E1-C18778327100}"/>
              </a:ext>
            </a:extLst>
          </p:cNvPr>
          <p:cNvSpPr txBox="1">
            <a:spLocks noGrp="1"/>
          </p:cNvSpPr>
          <p:nvPr>
            <p:ph type="title" idx="13"/>
          </p:nvPr>
        </p:nvSpPr>
        <p:spPr>
          <a:xfrm>
            <a:off x="2242500" y="3293950"/>
            <a:ext cx="1385700" cy="33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chemeClr val="lt1"/>
                </a:solidFill>
              </a:rPr>
              <a:t>04</a:t>
            </a:r>
            <a:endParaRPr>
              <a:solidFill>
                <a:schemeClr val="lt1"/>
              </a:solidFill>
            </a:endParaRPr>
          </a:p>
        </p:txBody>
      </p:sp>
      <p:sp>
        <p:nvSpPr>
          <p:cNvPr id="440" name="Google Shape;440;p50">
            <a:extLst>
              <a:ext uri="{FF2B5EF4-FFF2-40B4-BE49-F238E27FC236}">
                <a16:creationId xmlns:a16="http://schemas.microsoft.com/office/drawing/2014/main" id="{9C749F86-FA28-4D1B-BFAA-853EBA019F09}"/>
              </a:ext>
            </a:extLst>
          </p:cNvPr>
          <p:cNvSpPr txBox="1">
            <a:spLocks noGrp="1"/>
          </p:cNvSpPr>
          <p:nvPr>
            <p:ph type="title" idx="14"/>
          </p:nvPr>
        </p:nvSpPr>
        <p:spPr>
          <a:xfrm>
            <a:off x="1884000" y="3705175"/>
            <a:ext cx="2102700" cy="415181"/>
          </a:xfrm>
          <a:prstGeom prst="rect">
            <a:avLst/>
          </a:prstGeom>
        </p:spPr>
        <p:txBody>
          <a:bodyPr spcFirstLastPara="1" wrap="square" lIns="91425" tIns="91425" rIns="91425" bIns="91425" anchor="t" anchorCtr="0">
            <a:noAutofit/>
          </a:bodyPr>
          <a:lstStyle/>
          <a:p>
            <a:pPr lvl="0"/>
            <a:r>
              <a:rPr lang="en-US" b="1" dirty="0"/>
              <a:t>Granular Control</a:t>
            </a:r>
            <a:endParaRPr dirty="0"/>
          </a:p>
        </p:txBody>
      </p:sp>
      <p:sp>
        <p:nvSpPr>
          <p:cNvPr id="441" name="Google Shape;441;p50">
            <a:extLst>
              <a:ext uri="{FF2B5EF4-FFF2-40B4-BE49-F238E27FC236}">
                <a16:creationId xmlns:a16="http://schemas.microsoft.com/office/drawing/2014/main" id="{77CA05FE-2F2D-05FB-2C9D-EB1144A55E88}"/>
              </a:ext>
            </a:extLst>
          </p:cNvPr>
          <p:cNvSpPr txBox="1">
            <a:spLocks noGrp="1"/>
          </p:cNvSpPr>
          <p:nvPr>
            <p:ph type="subTitle" idx="15"/>
          </p:nvPr>
        </p:nvSpPr>
        <p:spPr>
          <a:xfrm>
            <a:off x="1884000" y="4035650"/>
            <a:ext cx="2102700" cy="715234"/>
          </a:xfrm>
          <a:prstGeom prst="rect">
            <a:avLst/>
          </a:prstGeom>
        </p:spPr>
        <p:txBody>
          <a:bodyPr spcFirstLastPara="1" wrap="square" lIns="91425" tIns="91425" rIns="91425" bIns="91425" anchor="t" anchorCtr="0">
            <a:noAutofit/>
          </a:bodyPr>
          <a:lstStyle/>
          <a:p>
            <a:pPr marL="0" lvl="0" indent="0">
              <a:buClr>
                <a:schemeClr val="dk1"/>
              </a:buClr>
              <a:buSzPts val="1100"/>
            </a:pPr>
            <a:r>
              <a:rPr lang="en-US" dirty="0"/>
              <a:t>Enable/disable specific redaction types based on your needs</a:t>
            </a:r>
            <a:endParaRPr dirty="0"/>
          </a:p>
        </p:txBody>
      </p:sp>
      <p:sp>
        <p:nvSpPr>
          <p:cNvPr id="442" name="Google Shape;442;p50">
            <a:extLst>
              <a:ext uri="{FF2B5EF4-FFF2-40B4-BE49-F238E27FC236}">
                <a16:creationId xmlns:a16="http://schemas.microsoft.com/office/drawing/2014/main" id="{4EEA0487-E351-0B57-4F2A-BA3F2B372960}"/>
              </a:ext>
            </a:extLst>
          </p:cNvPr>
          <p:cNvSpPr txBox="1">
            <a:spLocks noGrp="1"/>
          </p:cNvSpPr>
          <p:nvPr>
            <p:ph type="title" idx="16"/>
          </p:nvPr>
        </p:nvSpPr>
        <p:spPr>
          <a:xfrm>
            <a:off x="4420050" y="3293950"/>
            <a:ext cx="1385700" cy="33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chemeClr val="lt1"/>
                </a:solidFill>
              </a:rPr>
              <a:t>05</a:t>
            </a:r>
            <a:endParaRPr>
              <a:solidFill>
                <a:schemeClr val="lt1"/>
              </a:solidFill>
            </a:endParaRPr>
          </a:p>
        </p:txBody>
      </p:sp>
      <p:sp>
        <p:nvSpPr>
          <p:cNvPr id="443" name="Google Shape;443;p50">
            <a:extLst>
              <a:ext uri="{FF2B5EF4-FFF2-40B4-BE49-F238E27FC236}">
                <a16:creationId xmlns:a16="http://schemas.microsoft.com/office/drawing/2014/main" id="{79C94376-AC9F-7ACC-2953-9295B5DD4971}"/>
              </a:ext>
            </a:extLst>
          </p:cNvPr>
          <p:cNvSpPr txBox="1">
            <a:spLocks noGrp="1"/>
          </p:cNvSpPr>
          <p:nvPr>
            <p:ph type="title" idx="17"/>
          </p:nvPr>
        </p:nvSpPr>
        <p:spPr>
          <a:xfrm>
            <a:off x="4061550" y="3705175"/>
            <a:ext cx="2102700" cy="407700"/>
          </a:xfrm>
          <a:prstGeom prst="rect">
            <a:avLst/>
          </a:prstGeom>
        </p:spPr>
        <p:txBody>
          <a:bodyPr spcFirstLastPara="1" wrap="square" lIns="91425" tIns="91425" rIns="91425" bIns="91425" anchor="t" anchorCtr="0">
            <a:noAutofit/>
          </a:bodyPr>
          <a:lstStyle/>
          <a:p>
            <a:pPr lvl="0"/>
            <a:r>
              <a:rPr lang="en-US" b="1" dirty="0"/>
              <a:t>Direct Integration</a:t>
            </a:r>
            <a:endParaRPr dirty="0"/>
          </a:p>
        </p:txBody>
      </p:sp>
      <p:sp>
        <p:nvSpPr>
          <p:cNvPr id="444" name="Google Shape;444;p50">
            <a:extLst>
              <a:ext uri="{FF2B5EF4-FFF2-40B4-BE49-F238E27FC236}">
                <a16:creationId xmlns:a16="http://schemas.microsoft.com/office/drawing/2014/main" id="{40D0CB62-1763-C04C-BD85-4593C6FBD9D4}"/>
              </a:ext>
            </a:extLst>
          </p:cNvPr>
          <p:cNvSpPr txBox="1">
            <a:spLocks noGrp="1"/>
          </p:cNvSpPr>
          <p:nvPr>
            <p:ph type="subTitle" idx="18"/>
          </p:nvPr>
        </p:nvSpPr>
        <p:spPr>
          <a:xfrm>
            <a:off x="4061550" y="4035650"/>
            <a:ext cx="2102700" cy="928026"/>
          </a:xfrm>
          <a:prstGeom prst="rect">
            <a:avLst/>
          </a:prstGeom>
        </p:spPr>
        <p:txBody>
          <a:bodyPr spcFirstLastPara="1" wrap="square" lIns="91425" tIns="91425" rIns="91425" bIns="91425" anchor="t" anchorCtr="0">
            <a:noAutofit/>
          </a:bodyPr>
          <a:lstStyle/>
          <a:p>
            <a:pPr marL="0" lvl="0" indent="0">
              <a:buClr>
                <a:schemeClr val="dk1"/>
              </a:buClr>
              <a:buSzPts val="1100"/>
            </a:pPr>
            <a:r>
              <a:rPr lang="en-US" dirty="0"/>
              <a:t>Preview, edit, and send redacted emails seamlessly</a:t>
            </a:r>
            <a:endParaRPr dirty="0"/>
          </a:p>
        </p:txBody>
      </p:sp>
      <p:sp>
        <p:nvSpPr>
          <p:cNvPr id="445" name="Google Shape;445;p50">
            <a:extLst>
              <a:ext uri="{FF2B5EF4-FFF2-40B4-BE49-F238E27FC236}">
                <a16:creationId xmlns:a16="http://schemas.microsoft.com/office/drawing/2014/main" id="{3B2F754D-D2F1-08D4-DA79-7010BC0421BF}"/>
              </a:ext>
            </a:extLst>
          </p:cNvPr>
          <p:cNvSpPr txBox="1">
            <a:spLocks noGrp="1"/>
          </p:cNvSpPr>
          <p:nvPr>
            <p:ph type="title" idx="19"/>
          </p:nvPr>
        </p:nvSpPr>
        <p:spPr>
          <a:xfrm>
            <a:off x="6818700" y="3293950"/>
            <a:ext cx="1385700" cy="33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chemeClr val="lt1"/>
                </a:solidFill>
              </a:rPr>
              <a:t>06</a:t>
            </a:r>
            <a:endParaRPr>
              <a:solidFill>
                <a:schemeClr val="lt1"/>
              </a:solidFill>
            </a:endParaRPr>
          </a:p>
        </p:txBody>
      </p:sp>
      <p:sp>
        <p:nvSpPr>
          <p:cNvPr id="446" name="Google Shape;446;p50">
            <a:extLst>
              <a:ext uri="{FF2B5EF4-FFF2-40B4-BE49-F238E27FC236}">
                <a16:creationId xmlns:a16="http://schemas.microsoft.com/office/drawing/2014/main" id="{B25CEED9-EE21-DF8D-3229-358B870D1C1C}"/>
              </a:ext>
            </a:extLst>
          </p:cNvPr>
          <p:cNvSpPr txBox="1">
            <a:spLocks noGrp="1"/>
          </p:cNvSpPr>
          <p:nvPr>
            <p:ph type="title" idx="20"/>
          </p:nvPr>
        </p:nvSpPr>
        <p:spPr>
          <a:xfrm>
            <a:off x="6460200" y="3705175"/>
            <a:ext cx="2102700" cy="414661"/>
          </a:xfrm>
          <a:prstGeom prst="rect">
            <a:avLst/>
          </a:prstGeom>
        </p:spPr>
        <p:txBody>
          <a:bodyPr spcFirstLastPara="1" wrap="square" lIns="91425" tIns="91425" rIns="91425" bIns="91425" anchor="t" anchorCtr="0">
            <a:noAutofit/>
          </a:bodyPr>
          <a:lstStyle/>
          <a:p>
            <a:pPr lvl="0"/>
            <a:r>
              <a:rPr lang="en-US" dirty="0"/>
              <a:t> </a:t>
            </a:r>
            <a:r>
              <a:rPr lang="en-US" b="1" dirty="0"/>
              <a:t>Privacy-First</a:t>
            </a:r>
            <a:endParaRPr dirty="0"/>
          </a:p>
        </p:txBody>
      </p:sp>
      <p:sp>
        <p:nvSpPr>
          <p:cNvPr id="447" name="Google Shape;447;p50">
            <a:extLst>
              <a:ext uri="{FF2B5EF4-FFF2-40B4-BE49-F238E27FC236}">
                <a16:creationId xmlns:a16="http://schemas.microsoft.com/office/drawing/2014/main" id="{D85BF6F5-D80C-F817-A009-83FE6B3021D7}"/>
              </a:ext>
            </a:extLst>
          </p:cNvPr>
          <p:cNvSpPr txBox="1">
            <a:spLocks noGrp="1"/>
          </p:cNvSpPr>
          <p:nvPr>
            <p:ph type="subTitle" idx="21"/>
          </p:nvPr>
        </p:nvSpPr>
        <p:spPr>
          <a:xfrm>
            <a:off x="6460200" y="4035650"/>
            <a:ext cx="2388600" cy="597551"/>
          </a:xfrm>
          <a:prstGeom prst="rect">
            <a:avLst/>
          </a:prstGeom>
        </p:spPr>
        <p:txBody>
          <a:bodyPr spcFirstLastPara="1" wrap="square" lIns="91425" tIns="91425" rIns="91425" bIns="91425" anchor="t" anchorCtr="0">
            <a:noAutofit/>
          </a:bodyPr>
          <a:lstStyle/>
          <a:p>
            <a:pPr marL="0" lvl="0" indent="0">
              <a:buClr>
                <a:schemeClr val="dk1"/>
              </a:buClr>
              <a:buSzPts val="1100"/>
            </a:pPr>
            <a:r>
              <a:rPr lang="en-US" dirty="0"/>
              <a:t>All processing happens securely with no data storage</a:t>
            </a:r>
            <a:endParaRPr dirty="0"/>
          </a:p>
        </p:txBody>
      </p:sp>
      <p:grpSp>
        <p:nvGrpSpPr>
          <p:cNvPr id="448" name="Google Shape;448;p50">
            <a:extLst>
              <a:ext uri="{FF2B5EF4-FFF2-40B4-BE49-F238E27FC236}">
                <a16:creationId xmlns:a16="http://schemas.microsoft.com/office/drawing/2014/main" id="{5F3784DC-334A-0382-1B4F-F516BB5B1857}"/>
              </a:ext>
            </a:extLst>
          </p:cNvPr>
          <p:cNvGrpSpPr/>
          <p:nvPr/>
        </p:nvGrpSpPr>
        <p:grpSpPr>
          <a:xfrm>
            <a:off x="7260053" y="501002"/>
            <a:ext cx="1752931" cy="1629120"/>
            <a:chOff x="7260053" y="501002"/>
            <a:chExt cx="1752931" cy="1629120"/>
          </a:xfrm>
        </p:grpSpPr>
        <p:sp>
          <p:nvSpPr>
            <p:cNvPr id="449" name="Google Shape;449;p50">
              <a:extLst>
                <a:ext uri="{FF2B5EF4-FFF2-40B4-BE49-F238E27FC236}">
                  <a16:creationId xmlns:a16="http://schemas.microsoft.com/office/drawing/2014/main" id="{84CFAD4A-71F8-60FC-91FA-0F7A14CA987F}"/>
                </a:ext>
              </a:extLst>
            </p:cNvPr>
            <p:cNvSpPr/>
            <p:nvPr/>
          </p:nvSpPr>
          <p:spPr>
            <a:xfrm rot="-781915">
              <a:off x="7909985" y="505074"/>
              <a:ext cx="40574" cy="39035"/>
            </a:xfrm>
            <a:custGeom>
              <a:avLst/>
              <a:gdLst/>
              <a:ahLst/>
              <a:cxnLst/>
              <a:rect l="l" t="t" r="r" b="b"/>
              <a:pathLst>
                <a:path w="5034" h="4843" extrusionOk="0">
                  <a:moveTo>
                    <a:pt x="2612" y="0"/>
                  </a:moveTo>
                  <a:cubicBezTo>
                    <a:pt x="1633" y="0"/>
                    <a:pt x="750" y="590"/>
                    <a:pt x="375" y="1494"/>
                  </a:cubicBezTo>
                  <a:cubicBezTo>
                    <a:pt x="1" y="2400"/>
                    <a:pt x="208" y="3441"/>
                    <a:pt x="900" y="4133"/>
                  </a:cubicBezTo>
                  <a:cubicBezTo>
                    <a:pt x="1364" y="4597"/>
                    <a:pt x="1983" y="4843"/>
                    <a:pt x="2613" y="4843"/>
                  </a:cubicBezTo>
                  <a:cubicBezTo>
                    <a:pt x="2924" y="4843"/>
                    <a:pt x="3239" y="4782"/>
                    <a:pt x="3538" y="4658"/>
                  </a:cubicBezTo>
                  <a:cubicBezTo>
                    <a:pt x="4442" y="4284"/>
                    <a:pt x="5033" y="3401"/>
                    <a:pt x="5033" y="2421"/>
                  </a:cubicBezTo>
                  <a:cubicBezTo>
                    <a:pt x="5033" y="1084"/>
                    <a:pt x="3950" y="0"/>
                    <a:pt x="26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0" name="Google Shape;450;p50">
              <a:extLst>
                <a:ext uri="{FF2B5EF4-FFF2-40B4-BE49-F238E27FC236}">
                  <a16:creationId xmlns:a16="http://schemas.microsoft.com/office/drawing/2014/main" id="{FF838C3C-B940-54E4-BD7D-785D0BFFBB7C}"/>
                </a:ext>
              </a:extLst>
            </p:cNvPr>
            <p:cNvGrpSpPr/>
            <p:nvPr/>
          </p:nvGrpSpPr>
          <p:grpSpPr>
            <a:xfrm>
              <a:off x="7260053" y="548163"/>
              <a:ext cx="1752931" cy="1581959"/>
              <a:chOff x="7580428" y="219838"/>
              <a:chExt cx="1752931" cy="1581959"/>
            </a:xfrm>
          </p:grpSpPr>
          <p:sp>
            <p:nvSpPr>
              <p:cNvPr id="451" name="Google Shape;451;p50">
                <a:extLst>
                  <a:ext uri="{FF2B5EF4-FFF2-40B4-BE49-F238E27FC236}">
                    <a16:creationId xmlns:a16="http://schemas.microsoft.com/office/drawing/2014/main" id="{343F75D9-F3AE-7CAE-FDBB-AAFE55E72809}"/>
                  </a:ext>
                </a:extLst>
              </p:cNvPr>
              <p:cNvSpPr/>
              <p:nvPr/>
            </p:nvSpPr>
            <p:spPr>
              <a:xfrm rot="-781915">
                <a:off x="7654286" y="637614"/>
                <a:ext cx="1605215" cy="838419"/>
              </a:xfrm>
              <a:custGeom>
                <a:avLst/>
                <a:gdLst/>
                <a:ahLst/>
                <a:cxnLst/>
                <a:rect l="l" t="t" r="r" b="b"/>
                <a:pathLst>
                  <a:path w="199156" h="104021" extrusionOk="0">
                    <a:moveTo>
                      <a:pt x="199156" y="1"/>
                    </a:moveTo>
                    <a:lnTo>
                      <a:pt x="0" y="41262"/>
                    </a:lnTo>
                    <a:lnTo>
                      <a:pt x="79582" y="104020"/>
                    </a:lnTo>
                    <a:lnTo>
                      <a:pt x="1991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50">
                <a:extLst>
                  <a:ext uri="{FF2B5EF4-FFF2-40B4-BE49-F238E27FC236}">
                    <a16:creationId xmlns:a16="http://schemas.microsoft.com/office/drawing/2014/main" id="{628EE416-8B35-64F5-1FB4-B5931320CDFF}"/>
                  </a:ext>
                </a:extLst>
              </p:cNvPr>
              <p:cNvSpPr/>
              <p:nvPr/>
            </p:nvSpPr>
            <p:spPr>
              <a:xfrm rot="-781915">
                <a:off x="7953113" y="786260"/>
                <a:ext cx="922115" cy="762049"/>
              </a:xfrm>
              <a:custGeom>
                <a:avLst/>
                <a:gdLst/>
                <a:ahLst/>
                <a:cxnLst/>
                <a:rect l="l" t="t" r="r" b="b"/>
                <a:pathLst>
                  <a:path w="114405" h="94546" extrusionOk="0">
                    <a:moveTo>
                      <a:pt x="114404" y="0"/>
                    </a:moveTo>
                    <a:lnTo>
                      <a:pt x="0" y="52238"/>
                    </a:lnTo>
                    <a:lnTo>
                      <a:pt x="433" y="94545"/>
                    </a:lnTo>
                    <a:lnTo>
                      <a:pt x="28063" y="73823"/>
                    </a:lnTo>
                    <a:lnTo>
                      <a:pt x="12952" y="59145"/>
                    </a:lnTo>
                    <a:lnTo>
                      <a:pt x="11440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50">
                <a:extLst>
                  <a:ext uri="{FF2B5EF4-FFF2-40B4-BE49-F238E27FC236}">
                    <a16:creationId xmlns:a16="http://schemas.microsoft.com/office/drawing/2014/main" id="{72D8F2FA-6DA7-D45B-4B88-2208B45B24F3}"/>
                  </a:ext>
                </a:extLst>
              </p:cNvPr>
              <p:cNvSpPr/>
              <p:nvPr/>
            </p:nvSpPr>
            <p:spPr>
              <a:xfrm rot="-781915">
                <a:off x="7956891" y="788788"/>
                <a:ext cx="915578" cy="759438"/>
              </a:xfrm>
              <a:custGeom>
                <a:avLst/>
                <a:gdLst/>
                <a:ahLst/>
                <a:cxnLst/>
                <a:rect l="l" t="t" r="r" b="b"/>
                <a:pathLst>
                  <a:path w="113594" h="94222" extrusionOk="0">
                    <a:moveTo>
                      <a:pt x="113594" y="0"/>
                    </a:moveTo>
                    <a:lnTo>
                      <a:pt x="7339" y="55368"/>
                    </a:lnTo>
                    <a:lnTo>
                      <a:pt x="0" y="94221"/>
                    </a:lnTo>
                    <a:lnTo>
                      <a:pt x="22124" y="68319"/>
                    </a:lnTo>
                    <a:lnTo>
                      <a:pt x="12573" y="58929"/>
                    </a:lnTo>
                    <a:lnTo>
                      <a:pt x="1135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50">
                <a:extLst>
                  <a:ext uri="{FF2B5EF4-FFF2-40B4-BE49-F238E27FC236}">
                    <a16:creationId xmlns:a16="http://schemas.microsoft.com/office/drawing/2014/main" id="{EF6FAE8F-00E5-E889-0104-8F56515578DF}"/>
                  </a:ext>
                </a:extLst>
              </p:cNvPr>
              <p:cNvSpPr/>
              <p:nvPr/>
            </p:nvSpPr>
            <p:spPr>
              <a:xfrm rot="-781915">
                <a:off x="8573923" y="1427363"/>
                <a:ext cx="215309" cy="260196"/>
              </a:xfrm>
              <a:custGeom>
                <a:avLst/>
                <a:gdLst/>
                <a:ahLst/>
                <a:cxnLst/>
                <a:rect l="l" t="t" r="r" b="b"/>
                <a:pathLst>
                  <a:path w="26713" h="32282" extrusionOk="0">
                    <a:moveTo>
                      <a:pt x="13356" y="0"/>
                    </a:moveTo>
                    <a:cubicBezTo>
                      <a:pt x="12968" y="0"/>
                      <a:pt x="12655" y="313"/>
                      <a:pt x="12655" y="702"/>
                    </a:cubicBezTo>
                    <a:cubicBezTo>
                      <a:pt x="12655" y="15229"/>
                      <a:pt x="1210" y="15436"/>
                      <a:pt x="722" y="15439"/>
                    </a:cubicBezTo>
                    <a:cubicBezTo>
                      <a:pt x="721" y="15439"/>
                      <a:pt x="720" y="15439"/>
                      <a:pt x="719" y="15439"/>
                    </a:cubicBezTo>
                    <a:cubicBezTo>
                      <a:pt x="346" y="15439"/>
                      <a:pt x="37" y="15732"/>
                      <a:pt x="19" y="16106"/>
                    </a:cubicBezTo>
                    <a:cubicBezTo>
                      <a:pt x="1" y="16482"/>
                      <a:pt x="280" y="16804"/>
                      <a:pt x="655" y="16840"/>
                    </a:cubicBezTo>
                    <a:cubicBezTo>
                      <a:pt x="10514" y="17825"/>
                      <a:pt x="12368" y="25267"/>
                      <a:pt x="12655" y="29165"/>
                    </a:cubicBezTo>
                    <a:lnTo>
                      <a:pt x="12655" y="29308"/>
                    </a:lnTo>
                    <a:cubicBezTo>
                      <a:pt x="12564" y="30667"/>
                      <a:pt x="12650" y="31576"/>
                      <a:pt x="12658" y="31649"/>
                    </a:cubicBezTo>
                    <a:cubicBezTo>
                      <a:pt x="12661" y="31686"/>
                      <a:pt x="12679" y="31717"/>
                      <a:pt x="12687" y="31752"/>
                    </a:cubicBezTo>
                    <a:cubicBezTo>
                      <a:pt x="12696" y="31792"/>
                      <a:pt x="12707" y="31832"/>
                      <a:pt x="12722" y="31870"/>
                    </a:cubicBezTo>
                    <a:cubicBezTo>
                      <a:pt x="12744" y="31912"/>
                      <a:pt x="12768" y="31950"/>
                      <a:pt x="12797" y="31986"/>
                    </a:cubicBezTo>
                    <a:cubicBezTo>
                      <a:pt x="12819" y="32019"/>
                      <a:pt x="12842" y="32050"/>
                      <a:pt x="12870" y="32079"/>
                    </a:cubicBezTo>
                    <a:cubicBezTo>
                      <a:pt x="12903" y="32110"/>
                      <a:pt x="12942" y="32138"/>
                      <a:pt x="12980" y="32161"/>
                    </a:cubicBezTo>
                    <a:cubicBezTo>
                      <a:pt x="13012" y="32184"/>
                      <a:pt x="13046" y="32204"/>
                      <a:pt x="13080" y="32222"/>
                    </a:cubicBezTo>
                    <a:cubicBezTo>
                      <a:pt x="13126" y="32239"/>
                      <a:pt x="13175" y="32250"/>
                      <a:pt x="13223" y="32257"/>
                    </a:cubicBezTo>
                    <a:cubicBezTo>
                      <a:pt x="13257" y="32264"/>
                      <a:pt x="13286" y="32279"/>
                      <a:pt x="13321" y="32282"/>
                    </a:cubicBezTo>
                    <a:lnTo>
                      <a:pt x="13390" y="32282"/>
                    </a:lnTo>
                    <a:cubicBezTo>
                      <a:pt x="13425" y="32279"/>
                      <a:pt x="13455" y="32264"/>
                      <a:pt x="13488" y="32257"/>
                    </a:cubicBezTo>
                    <a:cubicBezTo>
                      <a:pt x="13538" y="32250"/>
                      <a:pt x="13585" y="32239"/>
                      <a:pt x="13631" y="32222"/>
                    </a:cubicBezTo>
                    <a:cubicBezTo>
                      <a:pt x="13666" y="32204"/>
                      <a:pt x="13700" y="32184"/>
                      <a:pt x="13731" y="32161"/>
                    </a:cubicBezTo>
                    <a:cubicBezTo>
                      <a:pt x="13771" y="32138"/>
                      <a:pt x="13808" y="32110"/>
                      <a:pt x="13843" y="32079"/>
                    </a:cubicBezTo>
                    <a:cubicBezTo>
                      <a:pt x="13869" y="32050"/>
                      <a:pt x="13894" y="32019"/>
                      <a:pt x="13915" y="31986"/>
                    </a:cubicBezTo>
                    <a:cubicBezTo>
                      <a:pt x="13974" y="31921"/>
                      <a:pt x="14012" y="31840"/>
                      <a:pt x="14024" y="31752"/>
                    </a:cubicBezTo>
                    <a:cubicBezTo>
                      <a:pt x="14033" y="31718"/>
                      <a:pt x="14050" y="31686"/>
                      <a:pt x="14055" y="31649"/>
                    </a:cubicBezTo>
                    <a:cubicBezTo>
                      <a:pt x="14061" y="31577"/>
                      <a:pt x="14142" y="30690"/>
                      <a:pt x="14061" y="29371"/>
                    </a:cubicBezTo>
                    <a:cubicBezTo>
                      <a:pt x="14147" y="28092"/>
                      <a:pt x="14399" y="26383"/>
                      <a:pt x="15065" y="24638"/>
                    </a:cubicBezTo>
                    <a:cubicBezTo>
                      <a:pt x="16825" y="20016"/>
                      <a:pt x="20523" y="17392"/>
                      <a:pt x="26058" y="16840"/>
                    </a:cubicBezTo>
                    <a:cubicBezTo>
                      <a:pt x="26433" y="16804"/>
                      <a:pt x="26712" y="16480"/>
                      <a:pt x="26694" y="16106"/>
                    </a:cubicBezTo>
                    <a:cubicBezTo>
                      <a:pt x="26675" y="15731"/>
                      <a:pt x="26365" y="15438"/>
                      <a:pt x="25990" y="15438"/>
                    </a:cubicBezTo>
                    <a:cubicBezTo>
                      <a:pt x="25989" y="15438"/>
                      <a:pt x="25988" y="15438"/>
                      <a:pt x="25987" y="15438"/>
                    </a:cubicBezTo>
                    <a:lnTo>
                      <a:pt x="25987" y="15439"/>
                    </a:lnTo>
                    <a:cubicBezTo>
                      <a:pt x="25501" y="15439"/>
                      <a:pt x="14058" y="15272"/>
                      <a:pt x="14058" y="702"/>
                    </a:cubicBezTo>
                    <a:cubicBezTo>
                      <a:pt x="14058" y="313"/>
                      <a:pt x="13743" y="0"/>
                      <a:pt x="133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50">
                <a:extLst>
                  <a:ext uri="{FF2B5EF4-FFF2-40B4-BE49-F238E27FC236}">
                    <a16:creationId xmlns:a16="http://schemas.microsoft.com/office/drawing/2014/main" id="{5EB27080-0252-0EC4-E82E-42679D64293C}"/>
                  </a:ext>
                </a:extLst>
              </p:cNvPr>
              <p:cNvSpPr/>
              <p:nvPr/>
            </p:nvSpPr>
            <p:spPr>
              <a:xfrm rot="-781915">
                <a:off x="8661159" y="1773048"/>
                <a:ext cx="27058" cy="26034"/>
              </a:xfrm>
              <a:custGeom>
                <a:avLst/>
                <a:gdLst/>
                <a:ahLst/>
                <a:cxnLst/>
                <a:rect l="l" t="t" r="r" b="b"/>
                <a:pathLst>
                  <a:path w="3357" h="3230" extrusionOk="0">
                    <a:moveTo>
                      <a:pt x="1743" y="0"/>
                    </a:moveTo>
                    <a:cubicBezTo>
                      <a:pt x="1089" y="0"/>
                      <a:pt x="501" y="393"/>
                      <a:pt x="250" y="997"/>
                    </a:cubicBezTo>
                    <a:cubicBezTo>
                      <a:pt x="0" y="1600"/>
                      <a:pt x="138" y="2294"/>
                      <a:pt x="600" y="2756"/>
                    </a:cubicBezTo>
                    <a:cubicBezTo>
                      <a:pt x="909" y="3065"/>
                      <a:pt x="1322" y="3229"/>
                      <a:pt x="1742" y="3229"/>
                    </a:cubicBezTo>
                    <a:cubicBezTo>
                      <a:pt x="1950" y="3229"/>
                      <a:pt x="2160" y="3189"/>
                      <a:pt x="2360" y="3106"/>
                    </a:cubicBezTo>
                    <a:cubicBezTo>
                      <a:pt x="2963" y="2856"/>
                      <a:pt x="3356" y="2268"/>
                      <a:pt x="3356" y="1615"/>
                    </a:cubicBezTo>
                    <a:cubicBezTo>
                      <a:pt x="3356" y="723"/>
                      <a:pt x="2633" y="0"/>
                      <a:pt x="17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50">
                <a:extLst>
                  <a:ext uri="{FF2B5EF4-FFF2-40B4-BE49-F238E27FC236}">
                    <a16:creationId xmlns:a16="http://schemas.microsoft.com/office/drawing/2014/main" id="{CAD91CAE-9942-F89E-6A5E-814F67133E7B}"/>
                  </a:ext>
                </a:extLst>
              </p:cNvPr>
              <p:cNvSpPr/>
              <p:nvPr/>
            </p:nvSpPr>
            <p:spPr>
              <a:xfrm rot="-781915">
                <a:off x="8783940" y="1611118"/>
                <a:ext cx="27058" cy="26034"/>
              </a:xfrm>
              <a:custGeom>
                <a:avLst/>
                <a:gdLst/>
                <a:ahLst/>
                <a:cxnLst/>
                <a:rect l="l" t="t" r="r" b="b"/>
                <a:pathLst>
                  <a:path w="3357" h="3230" extrusionOk="0">
                    <a:moveTo>
                      <a:pt x="1742" y="0"/>
                    </a:moveTo>
                    <a:cubicBezTo>
                      <a:pt x="1089" y="0"/>
                      <a:pt x="501" y="393"/>
                      <a:pt x="251" y="997"/>
                    </a:cubicBezTo>
                    <a:cubicBezTo>
                      <a:pt x="1" y="1600"/>
                      <a:pt x="139" y="2294"/>
                      <a:pt x="601" y="2756"/>
                    </a:cubicBezTo>
                    <a:cubicBezTo>
                      <a:pt x="909" y="3065"/>
                      <a:pt x="1322" y="3229"/>
                      <a:pt x="1742" y="3229"/>
                    </a:cubicBezTo>
                    <a:cubicBezTo>
                      <a:pt x="1950" y="3229"/>
                      <a:pt x="2160" y="3189"/>
                      <a:pt x="2359" y="3106"/>
                    </a:cubicBezTo>
                    <a:cubicBezTo>
                      <a:pt x="2962" y="2856"/>
                      <a:pt x="3357" y="2268"/>
                      <a:pt x="3357" y="1616"/>
                    </a:cubicBezTo>
                    <a:cubicBezTo>
                      <a:pt x="3357" y="723"/>
                      <a:pt x="2634" y="0"/>
                      <a:pt x="17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50">
                <a:extLst>
                  <a:ext uri="{FF2B5EF4-FFF2-40B4-BE49-F238E27FC236}">
                    <a16:creationId xmlns:a16="http://schemas.microsoft.com/office/drawing/2014/main" id="{29D6ECE6-88FF-6B5E-9C15-A39F3BF7211C}"/>
                  </a:ext>
                </a:extLst>
              </p:cNvPr>
              <p:cNvSpPr/>
              <p:nvPr/>
            </p:nvSpPr>
            <p:spPr>
              <a:xfrm rot="-781915">
                <a:off x="8553655" y="1649637"/>
                <a:ext cx="40574" cy="39043"/>
              </a:xfrm>
              <a:custGeom>
                <a:avLst/>
                <a:gdLst/>
                <a:ahLst/>
                <a:cxnLst/>
                <a:rect l="l" t="t" r="r" b="b"/>
                <a:pathLst>
                  <a:path w="5034" h="4844" extrusionOk="0">
                    <a:moveTo>
                      <a:pt x="2612" y="1"/>
                    </a:moveTo>
                    <a:cubicBezTo>
                      <a:pt x="1632" y="1"/>
                      <a:pt x="750" y="590"/>
                      <a:pt x="375" y="1495"/>
                    </a:cubicBezTo>
                    <a:cubicBezTo>
                      <a:pt x="0" y="2400"/>
                      <a:pt x="208" y="3441"/>
                      <a:pt x="900" y="4134"/>
                    </a:cubicBezTo>
                    <a:cubicBezTo>
                      <a:pt x="1363" y="4597"/>
                      <a:pt x="1983" y="4843"/>
                      <a:pt x="2613" y="4843"/>
                    </a:cubicBezTo>
                    <a:cubicBezTo>
                      <a:pt x="2925" y="4843"/>
                      <a:pt x="3239" y="4783"/>
                      <a:pt x="3539" y="4659"/>
                    </a:cubicBezTo>
                    <a:cubicBezTo>
                      <a:pt x="4444" y="4284"/>
                      <a:pt x="5033" y="3401"/>
                      <a:pt x="5033" y="2422"/>
                    </a:cubicBezTo>
                    <a:cubicBezTo>
                      <a:pt x="5033" y="1085"/>
                      <a:pt x="3949" y="1"/>
                      <a:pt x="26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50">
                <a:extLst>
                  <a:ext uri="{FF2B5EF4-FFF2-40B4-BE49-F238E27FC236}">
                    <a16:creationId xmlns:a16="http://schemas.microsoft.com/office/drawing/2014/main" id="{33082867-DA9D-262A-403E-DEC37ED72B5F}"/>
                  </a:ext>
                </a:extLst>
              </p:cNvPr>
              <p:cNvSpPr/>
              <p:nvPr/>
            </p:nvSpPr>
            <p:spPr>
              <a:xfrm rot="-781915">
                <a:off x="7930242" y="282785"/>
                <a:ext cx="215317" cy="260196"/>
              </a:xfrm>
              <a:custGeom>
                <a:avLst/>
                <a:gdLst/>
                <a:ahLst/>
                <a:cxnLst/>
                <a:rect l="l" t="t" r="r" b="b"/>
                <a:pathLst>
                  <a:path w="26714" h="32282" extrusionOk="0">
                    <a:moveTo>
                      <a:pt x="13356" y="0"/>
                    </a:moveTo>
                    <a:cubicBezTo>
                      <a:pt x="12969" y="0"/>
                      <a:pt x="12654" y="315"/>
                      <a:pt x="12654" y="703"/>
                    </a:cubicBezTo>
                    <a:cubicBezTo>
                      <a:pt x="12654" y="15231"/>
                      <a:pt x="1210" y="15438"/>
                      <a:pt x="724" y="15439"/>
                    </a:cubicBezTo>
                    <a:cubicBezTo>
                      <a:pt x="723" y="15439"/>
                      <a:pt x="722" y="15439"/>
                      <a:pt x="721" y="15439"/>
                    </a:cubicBezTo>
                    <a:cubicBezTo>
                      <a:pt x="346" y="15439"/>
                      <a:pt x="37" y="15734"/>
                      <a:pt x="19" y="16107"/>
                    </a:cubicBezTo>
                    <a:cubicBezTo>
                      <a:pt x="0" y="16482"/>
                      <a:pt x="281" y="16806"/>
                      <a:pt x="654" y="16841"/>
                    </a:cubicBezTo>
                    <a:cubicBezTo>
                      <a:pt x="10516" y="17827"/>
                      <a:pt x="12367" y="25268"/>
                      <a:pt x="12654" y="29165"/>
                    </a:cubicBezTo>
                    <a:lnTo>
                      <a:pt x="12654" y="29309"/>
                    </a:lnTo>
                    <a:cubicBezTo>
                      <a:pt x="12565" y="30668"/>
                      <a:pt x="12651" y="31577"/>
                      <a:pt x="12658" y="31651"/>
                    </a:cubicBezTo>
                    <a:cubicBezTo>
                      <a:pt x="12662" y="31688"/>
                      <a:pt x="12679" y="31718"/>
                      <a:pt x="12688" y="31754"/>
                    </a:cubicBezTo>
                    <a:cubicBezTo>
                      <a:pt x="12702" y="31840"/>
                      <a:pt x="12739" y="31921"/>
                      <a:pt x="12797" y="31987"/>
                    </a:cubicBezTo>
                    <a:cubicBezTo>
                      <a:pt x="12819" y="32021"/>
                      <a:pt x="12843" y="32052"/>
                      <a:pt x="12869" y="32081"/>
                    </a:cubicBezTo>
                    <a:cubicBezTo>
                      <a:pt x="12905" y="32111"/>
                      <a:pt x="12942" y="32138"/>
                      <a:pt x="12982" y="32161"/>
                    </a:cubicBezTo>
                    <a:cubicBezTo>
                      <a:pt x="13012" y="32185"/>
                      <a:pt x="13046" y="32205"/>
                      <a:pt x="13081" y="32222"/>
                    </a:cubicBezTo>
                    <a:cubicBezTo>
                      <a:pt x="13127" y="32239"/>
                      <a:pt x="13175" y="32251"/>
                      <a:pt x="13224" y="32257"/>
                    </a:cubicBezTo>
                    <a:cubicBezTo>
                      <a:pt x="13258" y="32265"/>
                      <a:pt x="13287" y="32280"/>
                      <a:pt x="13322" y="32282"/>
                    </a:cubicBezTo>
                    <a:lnTo>
                      <a:pt x="13391" y="32282"/>
                    </a:lnTo>
                    <a:cubicBezTo>
                      <a:pt x="13427" y="32280"/>
                      <a:pt x="13456" y="32265"/>
                      <a:pt x="13490" y="32257"/>
                    </a:cubicBezTo>
                    <a:cubicBezTo>
                      <a:pt x="13537" y="32251"/>
                      <a:pt x="13586" y="32239"/>
                      <a:pt x="13632" y="32222"/>
                    </a:cubicBezTo>
                    <a:cubicBezTo>
                      <a:pt x="13666" y="32205"/>
                      <a:pt x="13700" y="32185"/>
                      <a:pt x="13732" y="32161"/>
                    </a:cubicBezTo>
                    <a:cubicBezTo>
                      <a:pt x="13809" y="32122"/>
                      <a:pt x="13872" y="32062"/>
                      <a:pt x="13915" y="31987"/>
                    </a:cubicBezTo>
                    <a:cubicBezTo>
                      <a:pt x="13944" y="31952"/>
                      <a:pt x="13969" y="31913"/>
                      <a:pt x="13990" y="31872"/>
                    </a:cubicBezTo>
                    <a:cubicBezTo>
                      <a:pt x="14006" y="31834"/>
                      <a:pt x="14016" y="31794"/>
                      <a:pt x="14026" y="31754"/>
                    </a:cubicBezTo>
                    <a:cubicBezTo>
                      <a:pt x="14035" y="31718"/>
                      <a:pt x="14052" y="31688"/>
                      <a:pt x="14055" y="31651"/>
                    </a:cubicBezTo>
                    <a:cubicBezTo>
                      <a:pt x="14062" y="31579"/>
                      <a:pt x="14144" y="30691"/>
                      <a:pt x="14061" y="29372"/>
                    </a:cubicBezTo>
                    <a:cubicBezTo>
                      <a:pt x="14148" y="28092"/>
                      <a:pt x="14400" y="26383"/>
                      <a:pt x="15065" y="24637"/>
                    </a:cubicBezTo>
                    <a:cubicBezTo>
                      <a:pt x="16824" y="20016"/>
                      <a:pt x="20525" y="17392"/>
                      <a:pt x="26058" y="16840"/>
                    </a:cubicBezTo>
                    <a:cubicBezTo>
                      <a:pt x="26432" y="16806"/>
                      <a:pt x="26713" y="16482"/>
                      <a:pt x="26695" y="16106"/>
                    </a:cubicBezTo>
                    <a:cubicBezTo>
                      <a:pt x="26675" y="15733"/>
                      <a:pt x="26368" y="15439"/>
                      <a:pt x="25995" y="15439"/>
                    </a:cubicBezTo>
                    <a:cubicBezTo>
                      <a:pt x="25993" y="15439"/>
                      <a:pt x="25991" y="15439"/>
                      <a:pt x="25989" y="15439"/>
                    </a:cubicBezTo>
                    <a:cubicBezTo>
                      <a:pt x="25502" y="15439"/>
                      <a:pt x="14058" y="15272"/>
                      <a:pt x="14058" y="703"/>
                    </a:cubicBezTo>
                    <a:cubicBezTo>
                      <a:pt x="14058" y="315"/>
                      <a:pt x="13745" y="0"/>
                      <a:pt x="133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50">
                <a:extLst>
                  <a:ext uri="{FF2B5EF4-FFF2-40B4-BE49-F238E27FC236}">
                    <a16:creationId xmlns:a16="http://schemas.microsoft.com/office/drawing/2014/main" id="{97E59479-255F-5AEA-83B2-B185A4B3CD1C}"/>
                  </a:ext>
                </a:extLst>
              </p:cNvPr>
              <p:cNvSpPr/>
              <p:nvPr/>
            </p:nvSpPr>
            <p:spPr>
              <a:xfrm rot="-781915">
                <a:off x="8017487" y="628476"/>
                <a:ext cx="27058" cy="26034"/>
              </a:xfrm>
              <a:custGeom>
                <a:avLst/>
                <a:gdLst/>
                <a:ahLst/>
                <a:cxnLst/>
                <a:rect l="l" t="t" r="r" b="b"/>
                <a:pathLst>
                  <a:path w="3357" h="3230" extrusionOk="0">
                    <a:moveTo>
                      <a:pt x="1741" y="1"/>
                    </a:moveTo>
                    <a:cubicBezTo>
                      <a:pt x="1089" y="1"/>
                      <a:pt x="501" y="395"/>
                      <a:pt x="251" y="997"/>
                    </a:cubicBezTo>
                    <a:cubicBezTo>
                      <a:pt x="0" y="1600"/>
                      <a:pt x="139" y="2294"/>
                      <a:pt x="601" y="2757"/>
                    </a:cubicBezTo>
                    <a:cubicBezTo>
                      <a:pt x="909" y="3066"/>
                      <a:pt x="1322" y="3230"/>
                      <a:pt x="1742" y="3230"/>
                    </a:cubicBezTo>
                    <a:cubicBezTo>
                      <a:pt x="1950" y="3230"/>
                      <a:pt x="2159" y="3190"/>
                      <a:pt x="2359" y="3107"/>
                    </a:cubicBezTo>
                    <a:cubicBezTo>
                      <a:pt x="2962" y="2856"/>
                      <a:pt x="3355" y="2268"/>
                      <a:pt x="3357" y="1616"/>
                    </a:cubicBezTo>
                    <a:cubicBezTo>
                      <a:pt x="3357" y="724"/>
                      <a:pt x="2633" y="1"/>
                      <a:pt x="17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50">
                <a:extLst>
                  <a:ext uri="{FF2B5EF4-FFF2-40B4-BE49-F238E27FC236}">
                    <a16:creationId xmlns:a16="http://schemas.microsoft.com/office/drawing/2014/main" id="{1440067F-ABFB-7D31-2D78-40F58F49D57B}"/>
                  </a:ext>
                </a:extLst>
              </p:cNvPr>
              <p:cNvSpPr/>
              <p:nvPr/>
            </p:nvSpPr>
            <p:spPr>
              <a:xfrm rot="-781915">
                <a:off x="8140277" y="466546"/>
                <a:ext cx="27042" cy="26034"/>
              </a:xfrm>
              <a:custGeom>
                <a:avLst/>
                <a:gdLst/>
                <a:ahLst/>
                <a:cxnLst/>
                <a:rect l="l" t="t" r="r" b="b"/>
                <a:pathLst>
                  <a:path w="3355" h="3230" extrusionOk="0">
                    <a:moveTo>
                      <a:pt x="1741" y="1"/>
                    </a:moveTo>
                    <a:cubicBezTo>
                      <a:pt x="1087" y="1"/>
                      <a:pt x="499" y="394"/>
                      <a:pt x="249" y="997"/>
                    </a:cubicBezTo>
                    <a:cubicBezTo>
                      <a:pt x="0" y="1601"/>
                      <a:pt x="138" y="2295"/>
                      <a:pt x="599" y="2757"/>
                    </a:cubicBezTo>
                    <a:cubicBezTo>
                      <a:pt x="908" y="3066"/>
                      <a:pt x="1321" y="3230"/>
                      <a:pt x="1741" y="3230"/>
                    </a:cubicBezTo>
                    <a:cubicBezTo>
                      <a:pt x="1949" y="3230"/>
                      <a:pt x="2158" y="3190"/>
                      <a:pt x="2358" y="3107"/>
                    </a:cubicBezTo>
                    <a:cubicBezTo>
                      <a:pt x="2962" y="2857"/>
                      <a:pt x="3355" y="2268"/>
                      <a:pt x="3355" y="1616"/>
                    </a:cubicBezTo>
                    <a:cubicBezTo>
                      <a:pt x="3355" y="724"/>
                      <a:pt x="2632" y="1"/>
                      <a:pt x="17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50">
                <a:extLst>
                  <a:ext uri="{FF2B5EF4-FFF2-40B4-BE49-F238E27FC236}">
                    <a16:creationId xmlns:a16="http://schemas.microsoft.com/office/drawing/2014/main" id="{D83BA165-29B7-7D36-97E3-A52E9C74002A}"/>
                  </a:ext>
                </a:extLst>
              </p:cNvPr>
              <p:cNvSpPr/>
              <p:nvPr/>
            </p:nvSpPr>
            <p:spPr>
              <a:xfrm rot="-781915">
                <a:off x="8231825" y="637736"/>
                <a:ext cx="27066" cy="26026"/>
              </a:xfrm>
              <a:custGeom>
                <a:avLst/>
                <a:gdLst/>
                <a:ahLst/>
                <a:cxnLst/>
                <a:rect l="l" t="t" r="r" b="b"/>
                <a:pathLst>
                  <a:path w="3358" h="3229" extrusionOk="0">
                    <a:moveTo>
                      <a:pt x="1742" y="0"/>
                    </a:moveTo>
                    <a:cubicBezTo>
                      <a:pt x="1090" y="0"/>
                      <a:pt x="502" y="393"/>
                      <a:pt x="251" y="997"/>
                    </a:cubicBezTo>
                    <a:cubicBezTo>
                      <a:pt x="1" y="1600"/>
                      <a:pt x="139" y="2294"/>
                      <a:pt x="601" y="2756"/>
                    </a:cubicBezTo>
                    <a:cubicBezTo>
                      <a:pt x="911" y="3065"/>
                      <a:pt x="1324" y="3228"/>
                      <a:pt x="1744" y="3228"/>
                    </a:cubicBezTo>
                    <a:cubicBezTo>
                      <a:pt x="1952" y="3228"/>
                      <a:pt x="2161" y="3188"/>
                      <a:pt x="2361" y="3106"/>
                    </a:cubicBezTo>
                    <a:cubicBezTo>
                      <a:pt x="2964" y="2856"/>
                      <a:pt x="3357" y="2266"/>
                      <a:pt x="3357" y="1614"/>
                    </a:cubicBezTo>
                    <a:cubicBezTo>
                      <a:pt x="3357" y="722"/>
                      <a:pt x="2634" y="0"/>
                      <a:pt x="17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50">
                <a:extLst>
                  <a:ext uri="{FF2B5EF4-FFF2-40B4-BE49-F238E27FC236}">
                    <a16:creationId xmlns:a16="http://schemas.microsoft.com/office/drawing/2014/main" id="{2F049D84-C6C0-1AAF-74A7-D2C206DDEA0B}"/>
                  </a:ext>
                </a:extLst>
              </p:cNvPr>
              <p:cNvSpPr/>
              <p:nvPr/>
            </p:nvSpPr>
            <p:spPr>
              <a:xfrm rot="-781915">
                <a:off x="8093250" y="223910"/>
                <a:ext cx="40574" cy="39035"/>
              </a:xfrm>
              <a:custGeom>
                <a:avLst/>
                <a:gdLst/>
                <a:ahLst/>
                <a:cxnLst/>
                <a:rect l="l" t="t" r="r" b="b"/>
                <a:pathLst>
                  <a:path w="5034" h="4843" extrusionOk="0">
                    <a:moveTo>
                      <a:pt x="2612" y="0"/>
                    </a:moveTo>
                    <a:cubicBezTo>
                      <a:pt x="1633" y="0"/>
                      <a:pt x="750" y="590"/>
                      <a:pt x="376" y="1495"/>
                    </a:cubicBezTo>
                    <a:cubicBezTo>
                      <a:pt x="1" y="2400"/>
                      <a:pt x="208" y="3441"/>
                      <a:pt x="901" y="4133"/>
                    </a:cubicBezTo>
                    <a:cubicBezTo>
                      <a:pt x="1364" y="4596"/>
                      <a:pt x="1983" y="4842"/>
                      <a:pt x="2613" y="4842"/>
                    </a:cubicBezTo>
                    <a:cubicBezTo>
                      <a:pt x="2925" y="4842"/>
                      <a:pt x="3239" y="4782"/>
                      <a:pt x="3538" y="4658"/>
                    </a:cubicBezTo>
                    <a:cubicBezTo>
                      <a:pt x="4444" y="4284"/>
                      <a:pt x="5034" y="3401"/>
                      <a:pt x="5034" y="2421"/>
                    </a:cubicBezTo>
                    <a:cubicBezTo>
                      <a:pt x="5034" y="1084"/>
                      <a:pt x="3950" y="0"/>
                      <a:pt x="26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50">
                <a:extLst>
                  <a:ext uri="{FF2B5EF4-FFF2-40B4-BE49-F238E27FC236}">
                    <a16:creationId xmlns:a16="http://schemas.microsoft.com/office/drawing/2014/main" id="{79B859B0-91D2-928C-9396-80958775553C}"/>
                  </a:ext>
                </a:extLst>
              </p:cNvPr>
              <p:cNvSpPr/>
              <p:nvPr/>
            </p:nvSpPr>
            <p:spPr>
              <a:xfrm rot="-781915">
                <a:off x="8238714" y="289552"/>
                <a:ext cx="40574" cy="39035"/>
              </a:xfrm>
              <a:custGeom>
                <a:avLst/>
                <a:gdLst/>
                <a:ahLst/>
                <a:cxnLst/>
                <a:rect l="l" t="t" r="r" b="b"/>
                <a:pathLst>
                  <a:path w="5034" h="4843" extrusionOk="0">
                    <a:moveTo>
                      <a:pt x="2612" y="0"/>
                    </a:moveTo>
                    <a:cubicBezTo>
                      <a:pt x="1632" y="0"/>
                      <a:pt x="750" y="590"/>
                      <a:pt x="375" y="1496"/>
                    </a:cubicBezTo>
                    <a:cubicBezTo>
                      <a:pt x="0" y="2400"/>
                      <a:pt x="208" y="3441"/>
                      <a:pt x="900" y="4133"/>
                    </a:cubicBezTo>
                    <a:cubicBezTo>
                      <a:pt x="1363" y="4597"/>
                      <a:pt x="1983" y="4843"/>
                      <a:pt x="2612" y="4843"/>
                    </a:cubicBezTo>
                    <a:cubicBezTo>
                      <a:pt x="2924" y="4843"/>
                      <a:pt x="3238" y="4782"/>
                      <a:pt x="3538" y="4658"/>
                    </a:cubicBezTo>
                    <a:cubicBezTo>
                      <a:pt x="4444" y="4284"/>
                      <a:pt x="5033" y="3401"/>
                      <a:pt x="5033" y="2421"/>
                    </a:cubicBezTo>
                    <a:cubicBezTo>
                      <a:pt x="5033" y="1084"/>
                      <a:pt x="3949" y="0"/>
                      <a:pt x="26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650797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48"/>
                                        </p:tgtEl>
                                        <p:attrNameLst>
                                          <p:attrName>style.visibility</p:attrName>
                                        </p:attrNameLst>
                                      </p:cBhvr>
                                      <p:to>
                                        <p:strVal val="visible"/>
                                      </p:to>
                                    </p:set>
                                    <p:animEffect transition="in" filter="fade">
                                      <p:cBhvr>
                                        <p:cTn id="7" dur="1000"/>
                                        <p:tgtEl>
                                          <p:spTgt spid="44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423"/>
                                        </p:tgtEl>
                                        <p:attrNameLst>
                                          <p:attrName>style.visibility</p:attrName>
                                        </p:attrNameLst>
                                      </p:cBhvr>
                                      <p:to>
                                        <p:strVal val="visible"/>
                                      </p:to>
                                    </p:set>
                                    <p:animEffect transition="in" filter="fade">
                                      <p:cBhvr>
                                        <p:cTn id="11" dur="1000"/>
                                        <p:tgtEl>
                                          <p:spTgt spid="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96">
          <a:extLst>
            <a:ext uri="{FF2B5EF4-FFF2-40B4-BE49-F238E27FC236}">
              <a16:creationId xmlns:a16="http://schemas.microsoft.com/office/drawing/2014/main" id="{A9D384B9-06F9-78AC-79B0-995C2A534A99}"/>
            </a:ext>
          </a:extLst>
        </p:cNvPr>
        <p:cNvGrpSpPr/>
        <p:nvPr/>
      </p:nvGrpSpPr>
      <p:grpSpPr>
        <a:xfrm>
          <a:off x="0" y="0"/>
          <a:ext cx="0" cy="0"/>
          <a:chOff x="0" y="0"/>
          <a:chExt cx="0" cy="0"/>
        </a:xfrm>
      </p:grpSpPr>
      <p:sp>
        <p:nvSpPr>
          <p:cNvPr id="2797" name="Google Shape;2797;p104">
            <a:extLst>
              <a:ext uri="{FF2B5EF4-FFF2-40B4-BE49-F238E27FC236}">
                <a16:creationId xmlns:a16="http://schemas.microsoft.com/office/drawing/2014/main" id="{D311093D-F305-1A56-F264-23984081DDF4}"/>
              </a:ext>
            </a:extLst>
          </p:cNvPr>
          <p:cNvSpPr txBox="1">
            <a:spLocks noGrp="1"/>
          </p:cNvSpPr>
          <p:nvPr>
            <p:ph type="title"/>
          </p:nvPr>
        </p:nvSpPr>
        <p:spPr>
          <a:xfrm>
            <a:off x="571925" y="387000"/>
            <a:ext cx="755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Workflow</a:t>
            </a:r>
            <a:endParaRPr dirty="0"/>
          </a:p>
        </p:txBody>
      </p:sp>
      <p:sp>
        <p:nvSpPr>
          <p:cNvPr id="2799" name="Google Shape;2799;p104">
            <a:extLst>
              <a:ext uri="{FF2B5EF4-FFF2-40B4-BE49-F238E27FC236}">
                <a16:creationId xmlns:a16="http://schemas.microsoft.com/office/drawing/2014/main" id="{A35FEE50-3309-42E8-DAC3-FF4938F8EEE9}"/>
              </a:ext>
            </a:extLst>
          </p:cNvPr>
          <p:cNvSpPr/>
          <p:nvPr/>
        </p:nvSpPr>
        <p:spPr>
          <a:xfrm rot="10800000">
            <a:off x="4569564" y="1944726"/>
            <a:ext cx="1406587" cy="702673"/>
          </a:xfrm>
          <a:custGeom>
            <a:avLst/>
            <a:gdLst/>
            <a:ahLst/>
            <a:cxnLst/>
            <a:rect l="l" t="t" r="r" b="b"/>
            <a:pathLst>
              <a:path w="44066" h="22017" fill="none" extrusionOk="0">
                <a:moveTo>
                  <a:pt x="44065" y="1"/>
                </a:moveTo>
                <a:cubicBezTo>
                  <a:pt x="44065" y="12176"/>
                  <a:pt x="34191" y="22016"/>
                  <a:pt x="22049" y="22016"/>
                </a:cubicBezTo>
                <a:cubicBezTo>
                  <a:pt x="9874" y="22016"/>
                  <a:pt x="0" y="12176"/>
                  <a:pt x="0" y="1"/>
                </a:cubicBezTo>
              </a:path>
            </a:pathLst>
          </a:custGeom>
          <a:noFill/>
          <a:ln w="28575" cap="rnd" cmpd="sng">
            <a:solidFill>
              <a:schemeClr val="accent1"/>
            </a:solidFill>
            <a:prstDash val="dash"/>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104">
            <a:extLst>
              <a:ext uri="{FF2B5EF4-FFF2-40B4-BE49-F238E27FC236}">
                <a16:creationId xmlns:a16="http://schemas.microsoft.com/office/drawing/2014/main" id="{A597BFF2-3378-37EC-538D-43C4C7C99022}"/>
              </a:ext>
            </a:extLst>
          </p:cNvPr>
          <p:cNvSpPr/>
          <p:nvPr/>
        </p:nvSpPr>
        <p:spPr>
          <a:xfrm rot="10800000">
            <a:off x="3163058" y="2647469"/>
            <a:ext cx="1406555" cy="703726"/>
          </a:xfrm>
          <a:custGeom>
            <a:avLst/>
            <a:gdLst/>
            <a:ahLst/>
            <a:cxnLst/>
            <a:rect l="l" t="t" r="r" b="b"/>
            <a:pathLst>
              <a:path w="44065" h="22050" fill="none" extrusionOk="0">
                <a:moveTo>
                  <a:pt x="0" y="22050"/>
                </a:moveTo>
                <a:cubicBezTo>
                  <a:pt x="0" y="9874"/>
                  <a:pt x="9874" y="1"/>
                  <a:pt x="22049" y="1"/>
                </a:cubicBezTo>
                <a:cubicBezTo>
                  <a:pt x="34191" y="1"/>
                  <a:pt x="44065" y="9874"/>
                  <a:pt x="44065" y="22050"/>
                </a:cubicBezTo>
              </a:path>
            </a:pathLst>
          </a:custGeom>
          <a:noFill/>
          <a:ln w="28575" cap="rnd" cmpd="sng">
            <a:solidFill>
              <a:schemeClr val="accent1"/>
            </a:solidFill>
            <a:prstDash val="dash"/>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104">
            <a:extLst>
              <a:ext uri="{FF2B5EF4-FFF2-40B4-BE49-F238E27FC236}">
                <a16:creationId xmlns:a16="http://schemas.microsoft.com/office/drawing/2014/main" id="{FB83BD7B-3D98-EFD6-7BE2-A4F45695B0AB}"/>
              </a:ext>
            </a:extLst>
          </p:cNvPr>
          <p:cNvSpPr/>
          <p:nvPr/>
        </p:nvSpPr>
        <p:spPr>
          <a:xfrm rot="10800000">
            <a:off x="1756519" y="1944726"/>
            <a:ext cx="1406587" cy="702673"/>
          </a:xfrm>
          <a:custGeom>
            <a:avLst/>
            <a:gdLst/>
            <a:ahLst/>
            <a:cxnLst/>
            <a:rect l="l" t="t" r="r" b="b"/>
            <a:pathLst>
              <a:path w="44066" h="22017" fill="none" extrusionOk="0">
                <a:moveTo>
                  <a:pt x="44066" y="1"/>
                </a:moveTo>
                <a:cubicBezTo>
                  <a:pt x="44066" y="12176"/>
                  <a:pt x="34192" y="22016"/>
                  <a:pt x="22017" y="22016"/>
                </a:cubicBezTo>
                <a:cubicBezTo>
                  <a:pt x="9875" y="22016"/>
                  <a:pt x="1" y="12176"/>
                  <a:pt x="1" y="1"/>
                </a:cubicBezTo>
              </a:path>
            </a:pathLst>
          </a:custGeom>
          <a:noFill/>
          <a:ln w="28575" cap="rnd" cmpd="sng">
            <a:solidFill>
              <a:schemeClr val="accent1"/>
            </a:solidFill>
            <a:prstDash val="dash"/>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104">
            <a:extLst>
              <a:ext uri="{FF2B5EF4-FFF2-40B4-BE49-F238E27FC236}">
                <a16:creationId xmlns:a16="http://schemas.microsoft.com/office/drawing/2014/main" id="{369359E0-017D-0144-AD99-B743F943D8FF}"/>
              </a:ext>
            </a:extLst>
          </p:cNvPr>
          <p:cNvSpPr/>
          <p:nvPr/>
        </p:nvSpPr>
        <p:spPr>
          <a:xfrm rot="10800000">
            <a:off x="5917545" y="2577097"/>
            <a:ext cx="117178" cy="117160"/>
          </a:xfrm>
          <a:custGeom>
            <a:avLst/>
            <a:gdLst/>
            <a:ahLst/>
            <a:cxnLst/>
            <a:rect l="l" t="t" r="r" b="b"/>
            <a:pathLst>
              <a:path w="3671" h="3671" extrusionOk="0">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104">
            <a:extLst>
              <a:ext uri="{FF2B5EF4-FFF2-40B4-BE49-F238E27FC236}">
                <a16:creationId xmlns:a16="http://schemas.microsoft.com/office/drawing/2014/main" id="{A9E3487F-0D7B-8BFE-B7E6-3F24C48D50A2}"/>
              </a:ext>
            </a:extLst>
          </p:cNvPr>
          <p:cNvSpPr/>
          <p:nvPr/>
        </p:nvSpPr>
        <p:spPr>
          <a:xfrm rot="10800000">
            <a:off x="4511039" y="2577097"/>
            <a:ext cx="117146" cy="117160"/>
          </a:xfrm>
          <a:custGeom>
            <a:avLst/>
            <a:gdLst/>
            <a:ahLst/>
            <a:cxnLst/>
            <a:rect l="l" t="t" r="r" b="b"/>
            <a:pathLst>
              <a:path w="3670" h="3671" extrusionOk="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104">
            <a:extLst>
              <a:ext uri="{FF2B5EF4-FFF2-40B4-BE49-F238E27FC236}">
                <a16:creationId xmlns:a16="http://schemas.microsoft.com/office/drawing/2014/main" id="{85C7C043-46DF-AE93-A26C-FF18914E8757}"/>
              </a:ext>
            </a:extLst>
          </p:cNvPr>
          <p:cNvSpPr/>
          <p:nvPr/>
        </p:nvSpPr>
        <p:spPr>
          <a:xfrm rot="10800000">
            <a:off x="3104500" y="2577097"/>
            <a:ext cx="117146" cy="117160"/>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104">
            <a:extLst>
              <a:ext uri="{FF2B5EF4-FFF2-40B4-BE49-F238E27FC236}">
                <a16:creationId xmlns:a16="http://schemas.microsoft.com/office/drawing/2014/main" id="{FCC8BA6E-816C-6BC4-0800-55870ED27FD1}"/>
              </a:ext>
            </a:extLst>
          </p:cNvPr>
          <p:cNvSpPr/>
          <p:nvPr/>
        </p:nvSpPr>
        <p:spPr>
          <a:xfrm rot="10800000">
            <a:off x="1697962" y="2577097"/>
            <a:ext cx="117146" cy="117160"/>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69" y="2870"/>
                  <a:pt x="3669" y="1836"/>
                </a:cubicBezTo>
                <a:cubicBezTo>
                  <a:pt x="3669" y="835"/>
                  <a:pt x="2836" y="1"/>
                  <a:pt x="1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104">
            <a:extLst>
              <a:ext uri="{FF2B5EF4-FFF2-40B4-BE49-F238E27FC236}">
                <a16:creationId xmlns:a16="http://schemas.microsoft.com/office/drawing/2014/main" id="{D310D0FF-6EA8-617C-89E0-E574F9DFE519}"/>
              </a:ext>
            </a:extLst>
          </p:cNvPr>
          <p:cNvSpPr/>
          <p:nvPr/>
        </p:nvSpPr>
        <p:spPr>
          <a:xfrm rot="10800000">
            <a:off x="4740592" y="2120466"/>
            <a:ext cx="1079694" cy="1078472"/>
          </a:xfrm>
          <a:custGeom>
            <a:avLst/>
            <a:gdLst/>
            <a:ahLst/>
            <a:cxnLst/>
            <a:rect l="l" t="t" r="r" b="b"/>
            <a:pathLst>
              <a:path w="33825" h="33792" extrusionOk="0">
                <a:moveTo>
                  <a:pt x="16912" y="1835"/>
                </a:moveTo>
                <a:cubicBezTo>
                  <a:pt x="25218" y="1835"/>
                  <a:pt x="31956" y="8573"/>
                  <a:pt x="31956" y="16879"/>
                </a:cubicBezTo>
                <a:cubicBezTo>
                  <a:pt x="31956" y="25185"/>
                  <a:pt x="25218" y="31923"/>
                  <a:pt x="16912" y="31923"/>
                </a:cubicBezTo>
                <a:cubicBezTo>
                  <a:pt x="8606" y="31923"/>
                  <a:pt x="1868" y="25185"/>
                  <a:pt x="1868" y="16879"/>
                </a:cubicBezTo>
                <a:cubicBezTo>
                  <a:pt x="1868" y="8573"/>
                  <a:pt x="8606" y="1835"/>
                  <a:pt x="16912" y="1835"/>
                </a:cubicBezTo>
                <a:close/>
                <a:moveTo>
                  <a:pt x="16912" y="1"/>
                </a:moveTo>
                <a:cubicBezTo>
                  <a:pt x="7572" y="1"/>
                  <a:pt x="0" y="7539"/>
                  <a:pt x="0" y="16879"/>
                </a:cubicBezTo>
                <a:cubicBezTo>
                  <a:pt x="0" y="26219"/>
                  <a:pt x="7572" y="33791"/>
                  <a:pt x="16912" y="33791"/>
                </a:cubicBezTo>
                <a:cubicBezTo>
                  <a:pt x="26252" y="33791"/>
                  <a:pt x="33824" y="26219"/>
                  <a:pt x="33824" y="16879"/>
                </a:cubicBezTo>
                <a:cubicBezTo>
                  <a:pt x="33824" y="7539"/>
                  <a:pt x="26252" y="1"/>
                  <a:pt x="169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104">
            <a:extLst>
              <a:ext uri="{FF2B5EF4-FFF2-40B4-BE49-F238E27FC236}">
                <a16:creationId xmlns:a16="http://schemas.microsoft.com/office/drawing/2014/main" id="{092B3E79-B030-5910-47ED-A63C09146FFF}"/>
              </a:ext>
            </a:extLst>
          </p:cNvPr>
          <p:cNvSpPr/>
          <p:nvPr/>
        </p:nvSpPr>
        <p:spPr>
          <a:xfrm rot="10800000">
            <a:off x="3314233" y="2120466"/>
            <a:ext cx="1078641" cy="1078472"/>
          </a:xfrm>
          <a:custGeom>
            <a:avLst/>
            <a:gdLst/>
            <a:ahLst/>
            <a:cxnLst/>
            <a:rect l="l" t="t" r="r" b="b"/>
            <a:pathLst>
              <a:path w="33792" h="33792" extrusionOk="0">
                <a:moveTo>
                  <a:pt x="16879" y="1"/>
                </a:moveTo>
                <a:cubicBezTo>
                  <a:pt x="7539" y="1"/>
                  <a:pt x="0" y="7539"/>
                  <a:pt x="0" y="16879"/>
                </a:cubicBezTo>
                <a:cubicBezTo>
                  <a:pt x="0" y="26219"/>
                  <a:pt x="7539" y="33791"/>
                  <a:pt x="16879" y="33791"/>
                </a:cubicBezTo>
                <a:cubicBezTo>
                  <a:pt x="26219" y="33791"/>
                  <a:pt x="33791" y="26219"/>
                  <a:pt x="33791" y="16879"/>
                </a:cubicBezTo>
                <a:cubicBezTo>
                  <a:pt x="33791" y="7539"/>
                  <a:pt x="26219" y="1"/>
                  <a:pt x="16879" y="1"/>
                </a:cubicBezTo>
                <a:close/>
                <a:moveTo>
                  <a:pt x="16879" y="31923"/>
                </a:moveTo>
                <a:cubicBezTo>
                  <a:pt x="8573" y="31923"/>
                  <a:pt x="1835" y="25185"/>
                  <a:pt x="1835" y="16879"/>
                </a:cubicBezTo>
                <a:cubicBezTo>
                  <a:pt x="1835" y="8573"/>
                  <a:pt x="8573" y="1835"/>
                  <a:pt x="16879" y="1835"/>
                </a:cubicBezTo>
                <a:cubicBezTo>
                  <a:pt x="25185" y="1835"/>
                  <a:pt x="31923" y="8573"/>
                  <a:pt x="31923" y="16879"/>
                </a:cubicBezTo>
                <a:cubicBezTo>
                  <a:pt x="31923" y="25185"/>
                  <a:pt x="25185" y="31923"/>
                  <a:pt x="16879" y="3192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104">
            <a:extLst>
              <a:ext uri="{FF2B5EF4-FFF2-40B4-BE49-F238E27FC236}">
                <a16:creationId xmlns:a16="http://schemas.microsoft.com/office/drawing/2014/main" id="{D94640F2-A588-E38A-FE96-C5B6D745F8C8}"/>
              </a:ext>
            </a:extLst>
          </p:cNvPr>
          <p:cNvSpPr/>
          <p:nvPr/>
        </p:nvSpPr>
        <p:spPr>
          <a:xfrm rot="10800000">
            <a:off x="1896012" y="2120466"/>
            <a:ext cx="1078609" cy="1078472"/>
          </a:xfrm>
          <a:custGeom>
            <a:avLst/>
            <a:gdLst/>
            <a:ahLst/>
            <a:cxnLst/>
            <a:rect l="l" t="t" r="r" b="b"/>
            <a:pathLst>
              <a:path w="33791" h="33792" extrusionOk="0">
                <a:moveTo>
                  <a:pt x="16912" y="1"/>
                </a:moveTo>
                <a:cubicBezTo>
                  <a:pt x="7572" y="1"/>
                  <a:pt x="0" y="7539"/>
                  <a:pt x="0" y="16879"/>
                </a:cubicBezTo>
                <a:cubicBezTo>
                  <a:pt x="0" y="26219"/>
                  <a:pt x="7572" y="33791"/>
                  <a:pt x="16912" y="33791"/>
                </a:cubicBezTo>
                <a:cubicBezTo>
                  <a:pt x="26252" y="33791"/>
                  <a:pt x="33791" y="26219"/>
                  <a:pt x="33791" y="16879"/>
                </a:cubicBezTo>
                <a:cubicBezTo>
                  <a:pt x="33791" y="7539"/>
                  <a:pt x="26252" y="1"/>
                  <a:pt x="16912" y="1"/>
                </a:cubicBezTo>
                <a:close/>
                <a:moveTo>
                  <a:pt x="16912" y="31923"/>
                </a:moveTo>
                <a:cubicBezTo>
                  <a:pt x="8606" y="31923"/>
                  <a:pt x="1868" y="25185"/>
                  <a:pt x="1868" y="16879"/>
                </a:cubicBezTo>
                <a:cubicBezTo>
                  <a:pt x="1868" y="8573"/>
                  <a:pt x="8606" y="1835"/>
                  <a:pt x="16912" y="1835"/>
                </a:cubicBezTo>
                <a:cubicBezTo>
                  <a:pt x="25218" y="1835"/>
                  <a:pt x="31956" y="8573"/>
                  <a:pt x="31956" y="16879"/>
                </a:cubicBezTo>
                <a:cubicBezTo>
                  <a:pt x="31956" y="25185"/>
                  <a:pt x="25218" y="31923"/>
                  <a:pt x="16912" y="3192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104">
            <a:extLst>
              <a:ext uri="{FF2B5EF4-FFF2-40B4-BE49-F238E27FC236}">
                <a16:creationId xmlns:a16="http://schemas.microsoft.com/office/drawing/2014/main" id="{BF3B64B7-BF69-456A-D80A-1DC7B9F6DC08}"/>
              </a:ext>
            </a:extLst>
          </p:cNvPr>
          <p:cNvSpPr txBox="1">
            <a:spLocks noGrp="1"/>
          </p:cNvSpPr>
          <p:nvPr>
            <p:ph type="title" idx="4294967295"/>
          </p:nvPr>
        </p:nvSpPr>
        <p:spPr>
          <a:xfrm>
            <a:off x="1495332" y="3185611"/>
            <a:ext cx="1813800" cy="49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accent2"/>
                </a:solidFill>
              </a:rPr>
              <a:t>Compose Email</a:t>
            </a:r>
            <a:endParaRPr sz="1800" dirty="0">
              <a:solidFill>
                <a:schemeClr val="accent2"/>
              </a:solidFill>
            </a:endParaRPr>
          </a:p>
        </p:txBody>
      </p:sp>
      <p:sp>
        <p:nvSpPr>
          <p:cNvPr id="2812" name="Google Shape;2812;p104">
            <a:extLst>
              <a:ext uri="{FF2B5EF4-FFF2-40B4-BE49-F238E27FC236}">
                <a16:creationId xmlns:a16="http://schemas.microsoft.com/office/drawing/2014/main" id="{DBAD7B06-2A61-DA7F-F957-969ECF1406FD}"/>
              </a:ext>
            </a:extLst>
          </p:cNvPr>
          <p:cNvSpPr txBox="1">
            <a:spLocks noGrp="1"/>
          </p:cNvSpPr>
          <p:nvPr>
            <p:ph type="subTitle" idx="4294967295"/>
          </p:nvPr>
        </p:nvSpPr>
        <p:spPr>
          <a:xfrm>
            <a:off x="1274400" y="3572476"/>
            <a:ext cx="2318400" cy="769588"/>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dirty="0"/>
              <a:t>User enters email text, attaches images and hits Send Email button</a:t>
            </a:r>
            <a:endParaRPr sz="1400" dirty="0"/>
          </a:p>
        </p:txBody>
      </p:sp>
      <p:sp>
        <p:nvSpPr>
          <p:cNvPr id="2813" name="Google Shape;2813;p104">
            <a:extLst>
              <a:ext uri="{FF2B5EF4-FFF2-40B4-BE49-F238E27FC236}">
                <a16:creationId xmlns:a16="http://schemas.microsoft.com/office/drawing/2014/main" id="{9E4AF0B8-A9D6-B998-F783-174DABCAFBC2}"/>
              </a:ext>
            </a:extLst>
          </p:cNvPr>
          <p:cNvSpPr txBox="1">
            <a:spLocks noGrp="1"/>
          </p:cNvSpPr>
          <p:nvPr>
            <p:ph type="title" idx="4294967295"/>
          </p:nvPr>
        </p:nvSpPr>
        <p:spPr>
          <a:xfrm>
            <a:off x="4365969" y="3351211"/>
            <a:ext cx="1813800" cy="49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accent2"/>
                </a:solidFill>
              </a:rPr>
              <a:t>Send Email</a:t>
            </a:r>
            <a:endParaRPr sz="1800" dirty="0">
              <a:solidFill>
                <a:schemeClr val="accent2"/>
              </a:solidFill>
            </a:endParaRPr>
          </a:p>
        </p:txBody>
      </p:sp>
      <p:sp>
        <p:nvSpPr>
          <p:cNvPr id="2814" name="Google Shape;2814;p104">
            <a:extLst>
              <a:ext uri="{FF2B5EF4-FFF2-40B4-BE49-F238E27FC236}">
                <a16:creationId xmlns:a16="http://schemas.microsoft.com/office/drawing/2014/main" id="{3F7B9F1C-E269-F368-3CEC-63F21DDA2B3E}"/>
              </a:ext>
            </a:extLst>
          </p:cNvPr>
          <p:cNvSpPr txBox="1">
            <a:spLocks noGrp="1"/>
          </p:cNvSpPr>
          <p:nvPr>
            <p:ph type="subTitle" idx="4294967295"/>
          </p:nvPr>
        </p:nvSpPr>
        <p:spPr>
          <a:xfrm>
            <a:off x="4365969" y="3738076"/>
            <a:ext cx="1813800" cy="6375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dirty="0"/>
              <a:t>Verified redacted email is sent to the recipients</a:t>
            </a:r>
            <a:endParaRPr sz="1400" dirty="0"/>
          </a:p>
        </p:txBody>
      </p:sp>
      <p:sp>
        <p:nvSpPr>
          <p:cNvPr id="2815" name="Google Shape;2815;p104">
            <a:extLst>
              <a:ext uri="{FF2B5EF4-FFF2-40B4-BE49-F238E27FC236}">
                <a16:creationId xmlns:a16="http://schemas.microsoft.com/office/drawing/2014/main" id="{9542B1A8-5803-4521-D7F2-01A0B3140F25}"/>
              </a:ext>
            </a:extLst>
          </p:cNvPr>
          <p:cNvSpPr txBox="1">
            <a:spLocks noGrp="1"/>
          </p:cNvSpPr>
          <p:nvPr>
            <p:ph type="title" idx="4294967295"/>
          </p:nvPr>
        </p:nvSpPr>
        <p:spPr>
          <a:xfrm>
            <a:off x="2946669" y="683158"/>
            <a:ext cx="1813800" cy="49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accent2"/>
                </a:solidFill>
              </a:rPr>
              <a:t>Preview Email</a:t>
            </a:r>
            <a:endParaRPr sz="1800" dirty="0">
              <a:solidFill>
                <a:schemeClr val="accent2"/>
              </a:solidFill>
            </a:endParaRPr>
          </a:p>
        </p:txBody>
      </p:sp>
      <p:sp>
        <p:nvSpPr>
          <p:cNvPr id="2816" name="Google Shape;2816;p104">
            <a:extLst>
              <a:ext uri="{FF2B5EF4-FFF2-40B4-BE49-F238E27FC236}">
                <a16:creationId xmlns:a16="http://schemas.microsoft.com/office/drawing/2014/main" id="{ACBCD710-78DF-A86B-53D4-805806F05642}"/>
              </a:ext>
            </a:extLst>
          </p:cNvPr>
          <p:cNvSpPr txBox="1">
            <a:spLocks noGrp="1"/>
          </p:cNvSpPr>
          <p:nvPr>
            <p:ph type="subTitle" idx="4294967295"/>
          </p:nvPr>
        </p:nvSpPr>
        <p:spPr>
          <a:xfrm>
            <a:off x="2946669" y="1070023"/>
            <a:ext cx="1813800" cy="908088"/>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dirty="0"/>
              <a:t>User varifies that personal data was  redacted by AI from emai text and images</a:t>
            </a:r>
            <a:endParaRPr sz="1400" dirty="0"/>
          </a:p>
        </p:txBody>
      </p:sp>
      <p:grpSp>
        <p:nvGrpSpPr>
          <p:cNvPr id="2819" name="Google Shape;2819;p104">
            <a:extLst>
              <a:ext uri="{FF2B5EF4-FFF2-40B4-BE49-F238E27FC236}">
                <a16:creationId xmlns:a16="http://schemas.microsoft.com/office/drawing/2014/main" id="{C3BCF7A5-2671-AF4A-5A85-75A56EEF6D57}"/>
              </a:ext>
            </a:extLst>
          </p:cNvPr>
          <p:cNvGrpSpPr/>
          <p:nvPr/>
        </p:nvGrpSpPr>
        <p:grpSpPr>
          <a:xfrm>
            <a:off x="2240001" y="2373714"/>
            <a:ext cx="439588" cy="571947"/>
            <a:chOff x="3382213" y="132789"/>
            <a:chExt cx="439588" cy="571947"/>
          </a:xfrm>
        </p:grpSpPr>
        <p:sp>
          <p:nvSpPr>
            <p:cNvPr id="2820" name="Google Shape;2820;p104">
              <a:extLst>
                <a:ext uri="{FF2B5EF4-FFF2-40B4-BE49-F238E27FC236}">
                  <a16:creationId xmlns:a16="http://schemas.microsoft.com/office/drawing/2014/main" id="{D79A5F40-7AC4-5BBD-BFE7-1932269422A5}"/>
                </a:ext>
              </a:extLst>
            </p:cNvPr>
            <p:cNvSpPr/>
            <p:nvPr/>
          </p:nvSpPr>
          <p:spPr>
            <a:xfrm>
              <a:off x="3524009" y="595386"/>
              <a:ext cx="155996" cy="109351"/>
            </a:xfrm>
            <a:custGeom>
              <a:avLst/>
              <a:gdLst/>
              <a:ahLst/>
              <a:cxnLst/>
              <a:rect l="l" t="t" r="r" b="b"/>
              <a:pathLst>
                <a:path w="7207" h="5052" extrusionOk="0">
                  <a:moveTo>
                    <a:pt x="1052" y="1"/>
                  </a:moveTo>
                  <a:lnTo>
                    <a:pt x="1052" y="3563"/>
                  </a:lnTo>
                  <a:lnTo>
                    <a:pt x="82" y="4797"/>
                  </a:lnTo>
                  <a:cubicBezTo>
                    <a:pt x="1" y="4900"/>
                    <a:pt x="74" y="5050"/>
                    <a:pt x="206" y="5051"/>
                  </a:cubicBezTo>
                  <a:lnTo>
                    <a:pt x="7002" y="5051"/>
                  </a:lnTo>
                  <a:cubicBezTo>
                    <a:pt x="7134" y="5051"/>
                    <a:pt x="7207" y="4900"/>
                    <a:pt x="7126" y="4797"/>
                  </a:cubicBezTo>
                  <a:lnTo>
                    <a:pt x="6156" y="3562"/>
                  </a:lnTo>
                  <a:lnTo>
                    <a:pt x="615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104">
              <a:extLst>
                <a:ext uri="{FF2B5EF4-FFF2-40B4-BE49-F238E27FC236}">
                  <a16:creationId xmlns:a16="http://schemas.microsoft.com/office/drawing/2014/main" id="{B822FEC5-1CDA-0686-4EC1-2B9A673B61DA}"/>
                </a:ext>
              </a:extLst>
            </p:cNvPr>
            <p:cNvSpPr/>
            <p:nvPr/>
          </p:nvSpPr>
          <p:spPr>
            <a:xfrm>
              <a:off x="3524009" y="595386"/>
              <a:ext cx="133247" cy="109351"/>
            </a:xfrm>
            <a:custGeom>
              <a:avLst/>
              <a:gdLst/>
              <a:ahLst/>
              <a:cxnLst/>
              <a:rect l="l" t="t" r="r" b="b"/>
              <a:pathLst>
                <a:path w="6156" h="5052" extrusionOk="0">
                  <a:moveTo>
                    <a:pt x="1052" y="1"/>
                  </a:moveTo>
                  <a:lnTo>
                    <a:pt x="1052" y="3562"/>
                  </a:lnTo>
                  <a:lnTo>
                    <a:pt x="82" y="4797"/>
                  </a:lnTo>
                  <a:cubicBezTo>
                    <a:pt x="1" y="4900"/>
                    <a:pt x="74" y="5050"/>
                    <a:pt x="204" y="5051"/>
                  </a:cubicBezTo>
                  <a:lnTo>
                    <a:pt x="1569" y="5051"/>
                  </a:lnTo>
                  <a:cubicBezTo>
                    <a:pt x="1438" y="5051"/>
                    <a:pt x="1365" y="4900"/>
                    <a:pt x="1446" y="4797"/>
                  </a:cubicBezTo>
                  <a:lnTo>
                    <a:pt x="2416" y="3562"/>
                  </a:lnTo>
                  <a:lnTo>
                    <a:pt x="2416" y="2231"/>
                  </a:lnTo>
                  <a:cubicBezTo>
                    <a:pt x="2416" y="1717"/>
                    <a:pt x="2811" y="1287"/>
                    <a:pt x="3324" y="1245"/>
                  </a:cubicBezTo>
                  <a:lnTo>
                    <a:pt x="6156" y="1012"/>
                  </a:lnTo>
                  <a:lnTo>
                    <a:pt x="615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104">
              <a:extLst>
                <a:ext uri="{FF2B5EF4-FFF2-40B4-BE49-F238E27FC236}">
                  <a16:creationId xmlns:a16="http://schemas.microsoft.com/office/drawing/2014/main" id="{DF7123A1-4C55-8CFF-9562-C7CE68101380}"/>
                </a:ext>
              </a:extLst>
            </p:cNvPr>
            <p:cNvSpPr/>
            <p:nvPr/>
          </p:nvSpPr>
          <p:spPr>
            <a:xfrm>
              <a:off x="3382213" y="314607"/>
              <a:ext cx="439588" cy="262164"/>
            </a:xfrm>
            <a:custGeom>
              <a:avLst/>
              <a:gdLst/>
              <a:ahLst/>
              <a:cxnLst/>
              <a:rect l="l" t="t" r="r" b="b"/>
              <a:pathLst>
                <a:path w="20309" h="12112" extrusionOk="0">
                  <a:moveTo>
                    <a:pt x="641" y="1"/>
                  </a:moveTo>
                  <a:cubicBezTo>
                    <a:pt x="287" y="1"/>
                    <a:pt x="1" y="288"/>
                    <a:pt x="1" y="640"/>
                  </a:cubicBezTo>
                  <a:lnTo>
                    <a:pt x="1" y="12111"/>
                  </a:lnTo>
                  <a:lnTo>
                    <a:pt x="20309" y="12111"/>
                  </a:lnTo>
                  <a:lnTo>
                    <a:pt x="20309" y="640"/>
                  </a:lnTo>
                  <a:cubicBezTo>
                    <a:pt x="20309" y="288"/>
                    <a:pt x="20023" y="1"/>
                    <a:pt x="196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104">
              <a:extLst>
                <a:ext uri="{FF2B5EF4-FFF2-40B4-BE49-F238E27FC236}">
                  <a16:creationId xmlns:a16="http://schemas.microsoft.com/office/drawing/2014/main" id="{83015FA3-ABA6-C532-A15A-49FBA8F668CC}"/>
                </a:ext>
              </a:extLst>
            </p:cNvPr>
            <p:cNvSpPr/>
            <p:nvPr/>
          </p:nvSpPr>
          <p:spPr>
            <a:xfrm>
              <a:off x="3382213" y="314607"/>
              <a:ext cx="72554" cy="262164"/>
            </a:xfrm>
            <a:custGeom>
              <a:avLst/>
              <a:gdLst/>
              <a:ahLst/>
              <a:cxnLst/>
              <a:rect l="l" t="t" r="r" b="b"/>
              <a:pathLst>
                <a:path w="3352" h="12112" extrusionOk="0">
                  <a:moveTo>
                    <a:pt x="641" y="1"/>
                  </a:moveTo>
                  <a:cubicBezTo>
                    <a:pt x="287" y="1"/>
                    <a:pt x="1" y="288"/>
                    <a:pt x="1" y="640"/>
                  </a:cubicBezTo>
                  <a:lnTo>
                    <a:pt x="1" y="12111"/>
                  </a:lnTo>
                  <a:lnTo>
                    <a:pt x="2712" y="12111"/>
                  </a:lnTo>
                  <a:lnTo>
                    <a:pt x="2712" y="640"/>
                  </a:lnTo>
                  <a:cubicBezTo>
                    <a:pt x="2712" y="288"/>
                    <a:pt x="2999" y="1"/>
                    <a:pt x="33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104">
              <a:extLst>
                <a:ext uri="{FF2B5EF4-FFF2-40B4-BE49-F238E27FC236}">
                  <a16:creationId xmlns:a16="http://schemas.microsoft.com/office/drawing/2014/main" id="{B1C3FA68-9CB0-17E2-0EDA-835989D23A78}"/>
                </a:ext>
              </a:extLst>
            </p:cNvPr>
            <p:cNvSpPr/>
            <p:nvPr/>
          </p:nvSpPr>
          <p:spPr>
            <a:xfrm>
              <a:off x="3411001" y="343374"/>
              <a:ext cx="382034" cy="187597"/>
            </a:xfrm>
            <a:custGeom>
              <a:avLst/>
              <a:gdLst/>
              <a:ahLst/>
              <a:cxnLst/>
              <a:rect l="l" t="t" r="r" b="b"/>
              <a:pathLst>
                <a:path w="17650" h="8667" extrusionOk="0">
                  <a:moveTo>
                    <a:pt x="216" y="1"/>
                  </a:moveTo>
                  <a:cubicBezTo>
                    <a:pt x="97" y="1"/>
                    <a:pt x="0" y="97"/>
                    <a:pt x="0" y="218"/>
                  </a:cubicBezTo>
                  <a:lnTo>
                    <a:pt x="0" y="8450"/>
                  </a:lnTo>
                  <a:cubicBezTo>
                    <a:pt x="0" y="8570"/>
                    <a:pt x="97" y="8667"/>
                    <a:pt x="216" y="8667"/>
                  </a:cubicBezTo>
                  <a:lnTo>
                    <a:pt x="17434" y="8667"/>
                  </a:lnTo>
                  <a:cubicBezTo>
                    <a:pt x="17553" y="8667"/>
                    <a:pt x="17650" y="8570"/>
                    <a:pt x="17650" y="8450"/>
                  </a:cubicBezTo>
                  <a:lnTo>
                    <a:pt x="17650" y="218"/>
                  </a:lnTo>
                  <a:cubicBezTo>
                    <a:pt x="17650" y="97"/>
                    <a:pt x="17553" y="1"/>
                    <a:pt x="174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104">
              <a:extLst>
                <a:ext uri="{FF2B5EF4-FFF2-40B4-BE49-F238E27FC236}">
                  <a16:creationId xmlns:a16="http://schemas.microsoft.com/office/drawing/2014/main" id="{BE863C0F-D96F-CBDD-4DC6-59BFB7D06894}"/>
                </a:ext>
              </a:extLst>
            </p:cNvPr>
            <p:cNvSpPr/>
            <p:nvPr/>
          </p:nvSpPr>
          <p:spPr>
            <a:xfrm>
              <a:off x="3411001" y="343374"/>
              <a:ext cx="382034" cy="187597"/>
            </a:xfrm>
            <a:custGeom>
              <a:avLst/>
              <a:gdLst/>
              <a:ahLst/>
              <a:cxnLst/>
              <a:rect l="l" t="t" r="r" b="b"/>
              <a:pathLst>
                <a:path w="17650" h="8667" extrusionOk="0">
                  <a:moveTo>
                    <a:pt x="216" y="1"/>
                  </a:moveTo>
                  <a:cubicBezTo>
                    <a:pt x="97" y="1"/>
                    <a:pt x="0" y="97"/>
                    <a:pt x="0" y="218"/>
                  </a:cubicBezTo>
                  <a:lnTo>
                    <a:pt x="0" y="8450"/>
                  </a:lnTo>
                  <a:cubicBezTo>
                    <a:pt x="0" y="8570"/>
                    <a:pt x="97" y="8667"/>
                    <a:pt x="216" y="8667"/>
                  </a:cubicBezTo>
                  <a:lnTo>
                    <a:pt x="17434" y="8667"/>
                  </a:lnTo>
                  <a:cubicBezTo>
                    <a:pt x="17553" y="8667"/>
                    <a:pt x="17650" y="8570"/>
                    <a:pt x="17650" y="8450"/>
                  </a:cubicBezTo>
                  <a:lnTo>
                    <a:pt x="17650" y="7310"/>
                  </a:lnTo>
                  <a:lnTo>
                    <a:pt x="4517" y="7310"/>
                  </a:lnTo>
                  <a:cubicBezTo>
                    <a:pt x="2963" y="7310"/>
                    <a:pt x="1704" y="6051"/>
                    <a:pt x="1704" y="4499"/>
                  </a:cubicBezTo>
                  <a:lnTo>
                    <a:pt x="17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104">
              <a:extLst>
                <a:ext uri="{FF2B5EF4-FFF2-40B4-BE49-F238E27FC236}">
                  <a16:creationId xmlns:a16="http://schemas.microsoft.com/office/drawing/2014/main" id="{1CB8D497-21E6-4536-FA62-C9EAA63B420B}"/>
                </a:ext>
              </a:extLst>
            </p:cNvPr>
            <p:cNvSpPr/>
            <p:nvPr/>
          </p:nvSpPr>
          <p:spPr>
            <a:xfrm>
              <a:off x="3382213" y="560624"/>
              <a:ext cx="439588" cy="48593"/>
            </a:xfrm>
            <a:custGeom>
              <a:avLst/>
              <a:gdLst/>
              <a:ahLst/>
              <a:cxnLst/>
              <a:rect l="l" t="t" r="r" b="b"/>
              <a:pathLst>
                <a:path w="20309" h="2245" extrusionOk="0">
                  <a:moveTo>
                    <a:pt x="1" y="1"/>
                  </a:moveTo>
                  <a:lnTo>
                    <a:pt x="1" y="1606"/>
                  </a:lnTo>
                  <a:cubicBezTo>
                    <a:pt x="1" y="1958"/>
                    <a:pt x="287" y="2244"/>
                    <a:pt x="641" y="2244"/>
                  </a:cubicBezTo>
                  <a:lnTo>
                    <a:pt x="19669" y="2244"/>
                  </a:lnTo>
                  <a:cubicBezTo>
                    <a:pt x="20023" y="2244"/>
                    <a:pt x="20309" y="1958"/>
                    <a:pt x="20309" y="1606"/>
                  </a:cubicBezTo>
                  <a:lnTo>
                    <a:pt x="2030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104">
              <a:extLst>
                <a:ext uri="{FF2B5EF4-FFF2-40B4-BE49-F238E27FC236}">
                  <a16:creationId xmlns:a16="http://schemas.microsoft.com/office/drawing/2014/main" id="{AA0E9617-D696-DA67-00C8-FFC5F2666609}"/>
                </a:ext>
              </a:extLst>
            </p:cNvPr>
            <p:cNvSpPr/>
            <p:nvPr/>
          </p:nvSpPr>
          <p:spPr>
            <a:xfrm>
              <a:off x="3382213" y="560624"/>
              <a:ext cx="72554" cy="48593"/>
            </a:xfrm>
            <a:custGeom>
              <a:avLst/>
              <a:gdLst/>
              <a:ahLst/>
              <a:cxnLst/>
              <a:rect l="l" t="t" r="r" b="b"/>
              <a:pathLst>
                <a:path w="3352" h="2245" extrusionOk="0">
                  <a:moveTo>
                    <a:pt x="1" y="1"/>
                  </a:moveTo>
                  <a:lnTo>
                    <a:pt x="1" y="1606"/>
                  </a:lnTo>
                  <a:cubicBezTo>
                    <a:pt x="1" y="1958"/>
                    <a:pt x="287" y="2244"/>
                    <a:pt x="641" y="2244"/>
                  </a:cubicBezTo>
                  <a:lnTo>
                    <a:pt x="3351" y="2244"/>
                  </a:lnTo>
                  <a:cubicBezTo>
                    <a:pt x="2999" y="2244"/>
                    <a:pt x="2713" y="1958"/>
                    <a:pt x="2712" y="1606"/>
                  </a:cubicBezTo>
                  <a:lnTo>
                    <a:pt x="271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104">
              <a:extLst>
                <a:ext uri="{FF2B5EF4-FFF2-40B4-BE49-F238E27FC236}">
                  <a16:creationId xmlns:a16="http://schemas.microsoft.com/office/drawing/2014/main" id="{4BA98845-EDB4-26CC-F2CC-3117E13BB23A}"/>
                </a:ext>
              </a:extLst>
            </p:cNvPr>
            <p:cNvSpPr/>
            <p:nvPr/>
          </p:nvSpPr>
          <p:spPr>
            <a:xfrm>
              <a:off x="3688252" y="132833"/>
              <a:ext cx="93290" cy="89740"/>
            </a:xfrm>
            <a:custGeom>
              <a:avLst/>
              <a:gdLst/>
              <a:ahLst/>
              <a:cxnLst/>
              <a:rect l="l" t="t" r="r" b="b"/>
              <a:pathLst>
                <a:path w="4310" h="4146" extrusionOk="0">
                  <a:moveTo>
                    <a:pt x="2236" y="0"/>
                  </a:moveTo>
                  <a:cubicBezTo>
                    <a:pt x="1397" y="0"/>
                    <a:pt x="641" y="505"/>
                    <a:pt x="321" y="1280"/>
                  </a:cubicBezTo>
                  <a:cubicBezTo>
                    <a:pt x="0" y="2054"/>
                    <a:pt x="178" y="2946"/>
                    <a:pt x="771" y="3539"/>
                  </a:cubicBezTo>
                  <a:cubicBezTo>
                    <a:pt x="1167" y="3935"/>
                    <a:pt x="1697" y="4146"/>
                    <a:pt x="2237" y="4146"/>
                  </a:cubicBezTo>
                  <a:cubicBezTo>
                    <a:pt x="2504" y="4146"/>
                    <a:pt x="2773" y="4094"/>
                    <a:pt x="3030" y="3988"/>
                  </a:cubicBezTo>
                  <a:cubicBezTo>
                    <a:pt x="3804" y="3667"/>
                    <a:pt x="4309" y="2911"/>
                    <a:pt x="4309" y="2072"/>
                  </a:cubicBezTo>
                  <a:cubicBezTo>
                    <a:pt x="4309" y="927"/>
                    <a:pt x="3381" y="0"/>
                    <a:pt x="22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104">
              <a:extLst>
                <a:ext uri="{FF2B5EF4-FFF2-40B4-BE49-F238E27FC236}">
                  <a16:creationId xmlns:a16="http://schemas.microsoft.com/office/drawing/2014/main" id="{5FAD65B8-5102-095B-46CD-DC0369255932}"/>
                </a:ext>
              </a:extLst>
            </p:cNvPr>
            <p:cNvSpPr/>
            <p:nvPr/>
          </p:nvSpPr>
          <p:spPr>
            <a:xfrm>
              <a:off x="3689269" y="132789"/>
              <a:ext cx="56970" cy="89783"/>
            </a:xfrm>
            <a:custGeom>
              <a:avLst/>
              <a:gdLst/>
              <a:ahLst/>
              <a:cxnLst/>
              <a:rect l="l" t="t" r="r" b="b"/>
              <a:pathLst>
                <a:path w="2632" h="4148" extrusionOk="0">
                  <a:moveTo>
                    <a:pt x="2189" y="1"/>
                  </a:moveTo>
                  <a:cubicBezTo>
                    <a:pt x="957" y="3"/>
                    <a:pt x="0" y="1073"/>
                    <a:pt x="132" y="2296"/>
                  </a:cubicBezTo>
                  <a:cubicBezTo>
                    <a:pt x="248" y="3370"/>
                    <a:pt x="1157" y="4147"/>
                    <a:pt x="2189" y="4147"/>
                  </a:cubicBezTo>
                  <a:cubicBezTo>
                    <a:pt x="2335" y="4147"/>
                    <a:pt x="2483" y="4132"/>
                    <a:pt x="2631" y="4100"/>
                  </a:cubicBezTo>
                  <a:cubicBezTo>
                    <a:pt x="1679" y="3892"/>
                    <a:pt x="1002" y="3048"/>
                    <a:pt x="1002" y="2074"/>
                  </a:cubicBezTo>
                  <a:cubicBezTo>
                    <a:pt x="1002" y="1100"/>
                    <a:pt x="1679" y="257"/>
                    <a:pt x="2631" y="49"/>
                  </a:cubicBezTo>
                  <a:cubicBezTo>
                    <a:pt x="2486" y="18"/>
                    <a:pt x="2337"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104">
              <a:extLst>
                <a:ext uri="{FF2B5EF4-FFF2-40B4-BE49-F238E27FC236}">
                  <a16:creationId xmlns:a16="http://schemas.microsoft.com/office/drawing/2014/main" id="{70E50B5D-0EB5-EC9D-1929-A7E052A095CC}"/>
                </a:ext>
              </a:extLst>
            </p:cNvPr>
            <p:cNvSpPr/>
            <p:nvPr/>
          </p:nvSpPr>
          <p:spPr>
            <a:xfrm>
              <a:off x="3646412" y="478590"/>
              <a:ext cx="27532" cy="26472"/>
            </a:xfrm>
            <a:custGeom>
              <a:avLst/>
              <a:gdLst/>
              <a:ahLst/>
              <a:cxnLst/>
              <a:rect l="l" t="t" r="r" b="b"/>
              <a:pathLst>
                <a:path w="1272" h="1223" extrusionOk="0">
                  <a:moveTo>
                    <a:pt x="660" y="0"/>
                  </a:moveTo>
                  <a:cubicBezTo>
                    <a:pt x="412" y="0"/>
                    <a:pt x="190" y="149"/>
                    <a:pt x="95" y="378"/>
                  </a:cubicBezTo>
                  <a:cubicBezTo>
                    <a:pt x="1" y="606"/>
                    <a:pt x="53" y="869"/>
                    <a:pt x="228" y="1044"/>
                  </a:cubicBezTo>
                  <a:cubicBezTo>
                    <a:pt x="345" y="1161"/>
                    <a:pt x="502" y="1223"/>
                    <a:pt x="661" y="1223"/>
                  </a:cubicBezTo>
                  <a:cubicBezTo>
                    <a:pt x="739" y="1223"/>
                    <a:pt x="818" y="1208"/>
                    <a:pt x="894" y="1177"/>
                  </a:cubicBezTo>
                  <a:cubicBezTo>
                    <a:pt x="1122" y="1083"/>
                    <a:pt x="1271" y="860"/>
                    <a:pt x="1271" y="611"/>
                  </a:cubicBezTo>
                  <a:cubicBezTo>
                    <a:pt x="1271" y="275"/>
                    <a:pt x="997" y="0"/>
                    <a:pt x="6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104">
              <a:extLst>
                <a:ext uri="{FF2B5EF4-FFF2-40B4-BE49-F238E27FC236}">
                  <a16:creationId xmlns:a16="http://schemas.microsoft.com/office/drawing/2014/main" id="{5C6ED236-D033-B0BC-E64F-6BDB2A3F5221}"/>
                </a:ext>
              </a:extLst>
            </p:cNvPr>
            <p:cNvSpPr/>
            <p:nvPr/>
          </p:nvSpPr>
          <p:spPr>
            <a:xfrm>
              <a:off x="3588880" y="478590"/>
              <a:ext cx="27511" cy="26472"/>
            </a:xfrm>
            <a:custGeom>
              <a:avLst/>
              <a:gdLst/>
              <a:ahLst/>
              <a:cxnLst/>
              <a:rect l="l" t="t" r="r" b="b"/>
              <a:pathLst>
                <a:path w="1271" h="1223" extrusionOk="0">
                  <a:moveTo>
                    <a:pt x="660" y="0"/>
                  </a:moveTo>
                  <a:cubicBezTo>
                    <a:pt x="413" y="0"/>
                    <a:pt x="190" y="149"/>
                    <a:pt x="94" y="378"/>
                  </a:cubicBezTo>
                  <a:cubicBezTo>
                    <a:pt x="0" y="606"/>
                    <a:pt x="53" y="869"/>
                    <a:pt x="228" y="1044"/>
                  </a:cubicBezTo>
                  <a:cubicBezTo>
                    <a:pt x="345" y="1161"/>
                    <a:pt x="501" y="1223"/>
                    <a:pt x="660" y="1223"/>
                  </a:cubicBezTo>
                  <a:cubicBezTo>
                    <a:pt x="739" y="1223"/>
                    <a:pt x="818" y="1208"/>
                    <a:pt x="893" y="1177"/>
                  </a:cubicBezTo>
                  <a:cubicBezTo>
                    <a:pt x="1122" y="1083"/>
                    <a:pt x="1271" y="860"/>
                    <a:pt x="1271" y="611"/>
                  </a:cubicBezTo>
                  <a:cubicBezTo>
                    <a:pt x="1271" y="275"/>
                    <a:pt x="998" y="0"/>
                    <a:pt x="6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104">
              <a:extLst>
                <a:ext uri="{FF2B5EF4-FFF2-40B4-BE49-F238E27FC236}">
                  <a16:creationId xmlns:a16="http://schemas.microsoft.com/office/drawing/2014/main" id="{F0342CBD-4B5A-CDB5-3A1A-C4000DCD1043}"/>
                </a:ext>
              </a:extLst>
            </p:cNvPr>
            <p:cNvSpPr/>
            <p:nvPr/>
          </p:nvSpPr>
          <p:spPr>
            <a:xfrm>
              <a:off x="3531325" y="478590"/>
              <a:ext cx="27554" cy="26472"/>
            </a:xfrm>
            <a:custGeom>
              <a:avLst/>
              <a:gdLst/>
              <a:ahLst/>
              <a:cxnLst/>
              <a:rect l="l" t="t" r="r" b="b"/>
              <a:pathLst>
                <a:path w="1273" h="1223" extrusionOk="0">
                  <a:moveTo>
                    <a:pt x="660" y="0"/>
                  </a:moveTo>
                  <a:cubicBezTo>
                    <a:pt x="413" y="0"/>
                    <a:pt x="190" y="149"/>
                    <a:pt x="96" y="378"/>
                  </a:cubicBezTo>
                  <a:cubicBezTo>
                    <a:pt x="1" y="606"/>
                    <a:pt x="53" y="870"/>
                    <a:pt x="228" y="1044"/>
                  </a:cubicBezTo>
                  <a:cubicBezTo>
                    <a:pt x="345" y="1161"/>
                    <a:pt x="502" y="1223"/>
                    <a:pt x="662" y="1223"/>
                  </a:cubicBezTo>
                  <a:cubicBezTo>
                    <a:pt x="741" y="1223"/>
                    <a:pt x="820" y="1208"/>
                    <a:pt x="895" y="1177"/>
                  </a:cubicBezTo>
                  <a:cubicBezTo>
                    <a:pt x="1124" y="1083"/>
                    <a:pt x="1273" y="860"/>
                    <a:pt x="1273" y="611"/>
                  </a:cubicBezTo>
                  <a:cubicBezTo>
                    <a:pt x="1273" y="275"/>
                    <a:pt x="998" y="0"/>
                    <a:pt x="6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104">
              <a:extLst>
                <a:ext uri="{FF2B5EF4-FFF2-40B4-BE49-F238E27FC236}">
                  <a16:creationId xmlns:a16="http://schemas.microsoft.com/office/drawing/2014/main" id="{97D31E9A-FC29-686C-019E-C9379664CB7E}"/>
                </a:ext>
              </a:extLst>
            </p:cNvPr>
            <p:cNvSpPr/>
            <p:nvPr/>
          </p:nvSpPr>
          <p:spPr>
            <a:xfrm>
              <a:off x="3728014" y="238092"/>
              <a:ext cx="17251" cy="23030"/>
            </a:xfrm>
            <a:custGeom>
              <a:avLst/>
              <a:gdLst/>
              <a:ahLst/>
              <a:cxnLst/>
              <a:rect l="l" t="t" r="r" b="b"/>
              <a:pathLst>
                <a:path w="797" h="1064" extrusionOk="0">
                  <a:moveTo>
                    <a:pt x="399" y="1"/>
                  </a:moveTo>
                  <a:cubicBezTo>
                    <a:pt x="178" y="1"/>
                    <a:pt x="0" y="179"/>
                    <a:pt x="0" y="399"/>
                  </a:cubicBezTo>
                  <a:lnTo>
                    <a:pt x="0" y="666"/>
                  </a:lnTo>
                  <a:cubicBezTo>
                    <a:pt x="0" y="885"/>
                    <a:pt x="178" y="1064"/>
                    <a:pt x="399" y="1064"/>
                  </a:cubicBezTo>
                  <a:cubicBezTo>
                    <a:pt x="619" y="1064"/>
                    <a:pt x="797" y="885"/>
                    <a:pt x="797" y="666"/>
                  </a:cubicBezTo>
                  <a:lnTo>
                    <a:pt x="797" y="399"/>
                  </a:lnTo>
                  <a:cubicBezTo>
                    <a:pt x="797" y="179"/>
                    <a:pt x="619" y="1"/>
                    <a:pt x="3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104">
              <a:extLst>
                <a:ext uri="{FF2B5EF4-FFF2-40B4-BE49-F238E27FC236}">
                  <a16:creationId xmlns:a16="http://schemas.microsoft.com/office/drawing/2014/main" id="{C9D4DA3E-630A-F33B-662E-E0524B943CB4}"/>
                </a:ext>
              </a:extLst>
            </p:cNvPr>
            <p:cNvSpPr/>
            <p:nvPr/>
          </p:nvSpPr>
          <p:spPr>
            <a:xfrm>
              <a:off x="3716563" y="151209"/>
              <a:ext cx="29978" cy="54134"/>
            </a:xfrm>
            <a:custGeom>
              <a:avLst/>
              <a:gdLst/>
              <a:ahLst/>
              <a:cxnLst/>
              <a:rect l="l" t="t" r="r" b="b"/>
              <a:pathLst>
                <a:path w="1385" h="2501" extrusionOk="0">
                  <a:moveTo>
                    <a:pt x="986" y="0"/>
                  </a:moveTo>
                  <a:cubicBezTo>
                    <a:pt x="932" y="0"/>
                    <a:pt x="877" y="11"/>
                    <a:pt x="823" y="35"/>
                  </a:cubicBezTo>
                  <a:lnTo>
                    <a:pt x="287" y="275"/>
                  </a:lnTo>
                  <a:cubicBezTo>
                    <a:pt x="91" y="363"/>
                    <a:pt x="1" y="590"/>
                    <a:pt x="82" y="789"/>
                  </a:cubicBezTo>
                  <a:cubicBezTo>
                    <a:pt x="143" y="944"/>
                    <a:pt x="292" y="1037"/>
                    <a:pt x="450" y="1037"/>
                  </a:cubicBezTo>
                  <a:cubicBezTo>
                    <a:pt x="496" y="1037"/>
                    <a:pt x="542" y="1029"/>
                    <a:pt x="587" y="1013"/>
                  </a:cubicBezTo>
                  <a:lnTo>
                    <a:pt x="587" y="2101"/>
                  </a:lnTo>
                  <a:cubicBezTo>
                    <a:pt x="587" y="2321"/>
                    <a:pt x="766" y="2499"/>
                    <a:pt x="986" y="2500"/>
                  </a:cubicBezTo>
                  <a:cubicBezTo>
                    <a:pt x="1207" y="2499"/>
                    <a:pt x="1385" y="2321"/>
                    <a:pt x="1385" y="2101"/>
                  </a:cubicBezTo>
                  <a:lnTo>
                    <a:pt x="1385" y="399"/>
                  </a:lnTo>
                  <a:cubicBezTo>
                    <a:pt x="1385" y="170"/>
                    <a:pt x="1196" y="0"/>
                    <a:pt x="9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104">
              <a:extLst>
                <a:ext uri="{FF2B5EF4-FFF2-40B4-BE49-F238E27FC236}">
                  <a16:creationId xmlns:a16="http://schemas.microsoft.com/office/drawing/2014/main" id="{00506B29-F99A-4D5E-5526-91286F1EF2A5}"/>
                </a:ext>
              </a:extLst>
            </p:cNvPr>
            <p:cNvSpPr/>
            <p:nvPr/>
          </p:nvSpPr>
          <p:spPr>
            <a:xfrm>
              <a:off x="3467386" y="274326"/>
              <a:ext cx="269264" cy="170346"/>
            </a:xfrm>
            <a:custGeom>
              <a:avLst/>
              <a:gdLst/>
              <a:ahLst/>
              <a:cxnLst/>
              <a:rect l="l" t="t" r="r" b="b"/>
              <a:pathLst>
                <a:path w="12440" h="7870" extrusionOk="0">
                  <a:moveTo>
                    <a:pt x="531" y="1"/>
                  </a:moveTo>
                  <a:cubicBezTo>
                    <a:pt x="236" y="4"/>
                    <a:pt x="0" y="241"/>
                    <a:pt x="0" y="536"/>
                  </a:cubicBezTo>
                  <a:lnTo>
                    <a:pt x="0" y="7338"/>
                  </a:lnTo>
                  <a:cubicBezTo>
                    <a:pt x="1" y="7632"/>
                    <a:pt x="240" y="7869"/>
                    <a:pt x="534" y="7869"/>
                  </a:cubicBezTo>
                  <a:lnTo>
                    <a:pt x="11906" y="7869"/>
                  </a:lnTo>
                  <a:cubicBezTo>
                    <a:pt x="12199" y="7869"/>
                    <a:pt x="12438" y="7632"/>
                    <a:pt x="12440" y="7338"/>
                  </a:cubicBezTo>
                  <a:lnTo>
                    <a:pt x="12440" y="536"/>
                  </a:lnTo>
                  <a:cubicBezTo>
                    <a:pt x="12440" y="241"/>
                    <a:pt x="12202" y="2"/>
                    <a:pt x="119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104">
              <a:extLst>
                <a:ext uri="{FF2B5EF4-FFF2-40B4-BE49-F238E27FC236}">
                  <a16:creationId xmlns:a16="http://schemas.microsoft.com/office/drawing/2014/main" id="{29B85A5D-8617-81C3-76B8-1078D4845081}"/>
                </a:ext>
              </a:extLst>
            </p:cNvPr>
            <p:cNvSpPr/>
            <p:nvPr/>
          </p:nvSpPr>
          <p:spPr>
            <a:xfrm>
              <a:off x="3480005" y="274326"/>
              <a:ext cx="246298" cy="114480"/>
            </a:xfrm>
            <a:custGeom>
              <a:avLst/>
              <a:gdLst/>
              <a:ahLst/>
              <a:cxnLst/>
              <a:rect l="l" t="t" r="r" b="b"/>
              <a:pathLst>
                <a:path w="11379" h="5289" extrusionOk="0">
                  <a:moveTo>
                    <a:pt x="1" y="1"/>
                  </a:moveTo>
                  <a:lnTo>
                    <a:pt x="5567" y="5220"/>
                  </a:lnTo>
                  <a:cubicBezTo>
                    <a:pt x="5615" y="5266"/>
                    <a:pt x="5678" y="5289"/>
                    <a:pt x="5741" y="5289"/>
                  </a:cubicBezTo>
                  <a:cubicBezTo>
                    <a:pt x="5805" y="5289"/>
                    <a:pt x="5869" y="5265"/>
                    <a:pt x="5918" y="5217"/>
                  </a:cubicBezTo>
                  <a:lnTo>
                    <a:pt x="11379" y="1"/>
                  </a:lnTo>
                  <a:close/>
                </a:path>
              </a:pathLst>
            </a:custGeom>
            <a:solidFill>
              <a:srgbClr val="FFC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104">
              <a:extLst>
                <a:ext uri="{FF2B5EF4-FFF2-40B4-BE49-F238E27FC236}">
                  <a16:creationId xmlns:a16="http://schemas.microsoft.com/office/drawing/2014/main" id="{CD5E8F40-C3C6-CCA3-8C02-BBC6670E514D}"/>
                </a:ext>
              </a:extLst>
            </p:cNvPr>
            <p:cNvSpPr/>
            <p:nvPr/>
          </p:nvSpPr>
          <p:spPr>
            <a:xfrm>
              <a:off x="3467386" y="274326"/>
              <a:ext cx="269264" cy="170346"/>
            </a:xfrm>
            <a:custGeom>
              <a:avLst/>
              <a:gdLst/>
              <a:ahLst/>
              <a:cxnLst/>
              <a:rect l="l" t="t" r="r" b="b"/>
              <a:pathLst>
                <a:path w="12440" h="7870" extrusionOk="0">
                  <a:moveTo>
                    <a:pt x="531" y="1"/>
                  </a:moveTo>
                  <a:cubicBezTo>
                    <a:pt x="238" y="4"/>
                    <a:pt x="0" y="242"/>
                    <a:pt x="0" y="536"/>
                  </a:cubicBezTo>
                  <a:lnTo>
                    <a:pt x="0" y="7338"/>
                  </a:lnTo>
                  <a:cubicBezTo>
                    <a:pt x="1" y="7632"/>
                    <a:pt x="240" y="7869"/>
                    <a:pt x="534" y="7869"/>
                  </a:cubicBezTo>
                  <a:lnTo>
                    <a:pt x="11906" y="7869"/>
                  </a:lnTo>
                  <a:cubicBezTo>
                    <a:pt x="12199" y="7869"/>
                    <a:pt x="12438" y="7632"/>
                    <a:pt x="12440" y="7338"/>
                  </a:cubicBezTo>
                  <a:lnTo>
                    <a:pt x="12440" y="6963"/>
                  </a:lnTo>
                  <a:lnTo>
                    <a:pt x="2037" y="6963"/>
                  </a:lnTo>
                  <a:cubicBezTo>
                    <a:pt x="1742" y="6963"/>
                    <a:pt x="1504" y="6727"/>
                    <a:pt x="1502" y="6432"/>
                  </a:cubicBezTo>
                  <a:lnTo>
                    <a:pt x="15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104">
              <a:extLst>
                <a:ext uri="{FF2B5EF4-FFF2-40B4-BE49-F238E27FC236}">
                  <a16:creationId xmlns:a16="http://schemas.microsoft.com/office/drawing/2014/main" id="{58DE369D-7EA7-9AF7-0C79-71C21B667B4F}"/>
                </a:ext>
              </a:extLst>
            </p:cNvPr>
            <p:cNvSpPr/>
            <p:nvPr/>
          </p:nvSpPr>
          <p:spPr>
            <a:xfrm>
              <a:off x="3467386" y="344434"/>
              <a:ext cx="269264" cy="100238"/>
            </a:xfrm>
            <a:custGeom>
              <a:avLst/>
              <a:gdLst/>
              <a:ahLst/>
              <a:cxnLst/>
              <a:rect l="l" t="t" r="r" b="b"/>
              <a:pathLst>
                <a:path w="12440" h="4631" extrusionOk="0">
                  <a:moveTo>
                    <a:pt x="7917" y="0"/>
                  </a:moveTo>
                  <a:lnTo>
                    <a:pt x="4604" y="5"/>
                  </a:lnTo>
                  <a:lnTo>
                    <a:pt x="0" y="4099"/>
                  </a:lnTo>
                  <a:cubicBezTo>
                    <a:pt x="1" y="4393"/>
                    <a:pt x="240" y="4630"/>
                    <a:pt x="534" y="4630"/>
                  </a:cubicBezTo>
                  <a:lnTo>
                    <a:pt x="11906" y="4630"/>
                  </a:lnTo>
                  <a:cubicBezTo>
                    <a:pt x="12199" y="4630"/>
                    <a:pt x="12438" y="4393"/>
                    <a:pt x="12440" y="4099"/>
                  </a:cubicBezTo>
                  <a:lnTo>
                    <a:pt x="7921" y="5"/>
                  </a:lnTo>
                  <a:lnTo>
                    <a:pt x="79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104">
              <a:extLst>
                <a:ext uri="{FF2B5EF4-FFF2-40B4-BE49-F238E27FC236}">
                  <a16:creationId xmlns:a16="http://schemas.microsoft.com/office/drawing/2014/main" id="{8729A1DD-03A5-97D4-B97D-4804CB6492E8}"/>
                </a:ext>
              </a:extLst>
            </p:cNvPr>
            <p:cNvSpPr/>
            <p:nvPr/>
          </p:nvSpPr>
          <p:spPr>
            <a:xfrm>
              <a:off x="3560784" y="344434"/>
              <a:ext cx="85238" cy="44372"/>
            </a:xfrm>
            <a:custGeom>
              <a:avLst/>
              <a:gdLst/>
              <a:ahLst/>
              <a:cxnLst/>
              <a:rect l="l" t="t" r="r" b="b"/>
              <a:pathLst>
                <a:path w="3938" h="2050" extrusionOk="0">
                  <a:moveTo>
                    <a:pt x="3602" y="0"/>
                  </a:moveTo>
                  <a:lnTo>
                    <a:pt x="289" y="5"/>
                  </a:lnTo>
                  <a:lnTo>
                    <a:pt x="0" y="261"/>
                  </a:lnTo>
                  <a:lnTo>
                    <a:pt x="1835" y="1981"/>
                  </a:lnTo>
                  <a:cubicBezTo>
                    <a:pt x="1884" y="2027"/>
                    <a:pt x="1946" y="2050"/>
                    <a:pt x="2009" y="2050"/>
                  </a:cubicBezTo>
                  <a:cubicBezTo>
                    <a:pt x="2073" y="2050"/>
                    <a:pt x="2137" y="2026"/>
                    <a:pt x="2186" y="1980"/>
                  </a:cubicBezTo>
                  <a:lnTo>
                    <a:pt x="3937" y="306"/>
                  </a:lnTo>
                  <a:lnTo>
                    <a:pt x="3606" y="5"/>
                  </a:lnTo>
                  <a:lnTo>
                    <a:pt x="360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104">
              <a:extLst>
                <a:ext uri="{FF2B5EF4-FFF2-40B4-BE49-F238E27FC236}">
                  <a16:creationId xmlns:a16="http://schemas.microsoft.com/office/drawing/2014/main" id="{627C0578-6968-188D-FA4B-D494CF24F8CA}"/>
                </a:ext>
              </a:extLst>
            </p:cNvPr>
            <p:cNvSpPr/>
            <p:nvPr/>
          </p:nvSpPr>
          <p:spPr>
            <a:xfrm>
              <a:off x="3467386" y="404218"/>
              <a:ext cx="269264" cy="40455"/>
            </a:xfrm>
            <a:custGeom>
              <a:avLst/>
              <a:gdLst/>
              <a:ahLst/>
              <a:cxnLst/>
              <a:rect l="l" t="t" r="r" b="b"/>
              <a:pathLst>
                <a:path w="12440" h="1869" extrusionOk="0">
                  <a:moveTo>
                    <a:pt x="1502" y="1"/>
                  </a:moveTo>
                  <a:lnTo>
                    <a:pt x="0" y="1337"/>
                  </a:lnTo>
                  <a:cubicBezTo>
                    <a:pt x="0" y="1372"/>
                    <a:pt x="4" y="1409"/>
                    <a:pt x="12" y="1444"/>
                  </a:cubicBezTo>
                  <a:cubicBezTo>
                    <a:pt x="22" y="1495"/>
                    <a:pt x="41" y="1544"/>
                    <a:pt x="65" y="1590"/>
                  </a:cubicBezTo>
                  <a:cubicBezTo>
                    <a:pt x="99" y="1650"/>
                    <a:pt x="144" y="1704"/>
                    <a:pt x="196" y="1747"/>
                  </a:cubicBezTo>
                  <a:cubicBezTo>
                    <a:pt x="291" y="1826"/>
                    <a:pt x="411" y="1868"/>
                    <a:pt x="535" y="1868"/>
                  </a:cubicBezTo>
                  <a:lnTo>
                    <a:pt x="11906" y="1868"/>
                  </a:lnTo>
                  <a:cubicBezTo>
                    <a:pt x="12028" y="1868"/>
                    <a:pt x="12148" y="1826"/>
                    <a:pt x="12244" y="1747"/>
                  </a:cubicBezTo>
                  <a:cubicBezTo>
                    <a:pt x="12297" y="1704"/>
                    <a:pt x="12342" y="1650"/>
                    <a:pt x="12374" y="1590"/>
                  </a:cubicBezTo>
                  <a:cubicBezTo>
                    <a:pt x="12400" y="1544"/>
                    <a:pt x="12417" y="1495"/>
                    <a:pt x="12429" y="1444"/>
                  </a:cubicBezTo>
                  <a:cubicBezTo>
                    <a:pt x="12436" y="1409"/>
                    <a:pt x="12440" y="1372"/>
                    <a:pt x="12440" y="1337"/>
                  </a:cubicBezTo>
                  <a:lnTo>
                    <a:pt x="12027" y="962"/>
                  </a:lnTo>
                  <a:lnTo>
                    <a:pt x="2037" y="962"/>
                  </a:lnTo>
                  <a:cubicBezTo>
                    <a:pt x="1742" y="962"/>
                    <a:pt x="1504" y="726"/>
                    <a:pt x="1502" y="431"/>
                  </a:cubicBezTo>
                  <a:lnTo>
                    <a:pt x="15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104">
              <a:extLst>
                <a:ext uri="{FF2B5EF4-FFF2-40B4-BE49-F238E27FC236}">
                  <a16:creationId xmlns:a16="http://schemas.microsoft.com/office/drawing/2014/main" id="{897634BD-CE54-1B16-559B-2AC2A9F103F1}"/>
                </a:ext>
              </a:extLst>
            </p:cNvPr>
            <p:cNvSpPr/>
            <p:nvPr/>
          </p:nvSpPr>
          <p:spPr>
            <a:xfrm>
              <a:off x="3480048" y="274326"/>
              <a:ext cx="246255" cy="97532"/>
            </a:xfrm>
            <a:custGeom>
              <a:avLst/>
              <a:gdLst/>
              <a:ahLst/>
              <a:cxnLst/>
              <a:rect l="l" t="t" r="r" b="b"/>
              <a:pathLst>
                <a:path w="11377" h="4506" extrusionOk="0">
                  <a:moveTo>
                    <a:pt x="11377" y="1"/>
                  </a:moveTo>
                  <a:lnTo>
                    <a:pt x="0" y="2"/>
                  </a:lnTo>
                  <a:lnTo>
                    <a:pt x="4071" y="3244"/>
                  </a:lnTo>
                  <a:lnTo>
                    <a:pt x="5591" y="4455"/>
                  </a:lnTo>
                  <a:cubicBezTo>
                    <a:pt x="5634" y="4489"/>
                    <a:pt x="5687" y="4506"/>
                    <a:pt x="5739" y="4506"/>
                  </a:cubicBezTo>
                  <a:cubicBezTo>
                    <a:pt x="5792" y="4506"/>
                    <a:pt x="5846" y="4488"/>
                    <a:pt x="5890" y="4453"/>
                  </a:cubicBezTo>
                  <a:lnTo>
                    <a:pt x="7385" y="3239"/>
                  </a:lnTo>
                  <a:lnTo>
                    <a:pt x="1137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42" name="Google Shape;2842;p104">
            <a:extLst>
              <a:ext uri="{FF2B5EF4-FFF2-40B4-BE49-F238E27FC236}">
                <a16:creationId xmlns:a16="http://schemas.microsoft.com/office/drawing/2014/main" id="{716C888E-DF7C-1921-985D-985A3B07B1CC}"/>
              </a:ext>
            </a:extLst>
          </p:cNvPr>
          <p:cNvGrpSpPr/>
          <p:nvPr/>
        </p:nvGrpSpPr>
        <p:grpSpPr>
          <a:xfrm>
            <a:off x="4984380" y="2410007"/>
            <a:ext cx="572424" cy="475779"/>
            <a:chOff x="2014855" y="1591294"/>
            <a:chExt cx="572424" cy="475779"/>
          </a:xfrm>
        </p:grpSpPr>
        <p:sp>
          <p:nvSpPr>
            <p:cNvPr id="2843" name="Google Shape;2843;p104">
              <a:extLst>
                <a:ext uri="{FF2B5EF4-FFF2-40B4-BE49-F238E27FC236}">
                  <a16:creationId xmlns:a16="http://schemas.microsoft.com/office/drawing/2014/main" id="{8F478A68-7F8A-351E-6A0C-3168F6618C1D}"/>
                </a:ext>
              </a:extLst>
            </p:cNvPr>
            <p:cNvSpPr/>
            <p:nvPr/>
          </p:nvSpPr>
          <p:spPr>
            <a:xfrm>
              <a:off x="2062539" y="1822160"/>
              <a:ext cx="524740" cy="230909"/>
            </a:xfrm>
            <a:custGeom>
              <a:avLst/>
              <a:gdLst/>
              <a:ahLst/>
              <a:cxnLst/>
              <a:rect l="l" t="t" r="r" b="b"/>
              <a:pathLst>
                <a:path w="24243" h="10668" extrusionOk="0">
                  <a:moveTo>
                    <a:pt x="24240" y="0"/>
                  </a:moveTo>
                  <a:lnTo>
                    <a:pt x="11426" y="165"/>
                  </a:lnTo>
                  <a:lnTo>
                    <a:pt x="3197" y="270"/>
                  </a:lnTo>
                  <a:cubicBezTo>
                    <a:pt x="3197" y="270"/>
                    <a:pt x="2543" y="2379"/>
                    <a:pt x="2018" y="4073"/>
                  </a:cubicBezTo>
                  <a:cubicBezTo>
                    <a:pt x="1152" y="6872"/>
                    <a:pt x="1" y="10600"/>
                    <a:pt x="1" y="10666"/>
                  </a:cubicBezTo>
                  <a:cubicBezTo>
                    <a:pt x="1" y="10667"/>
                    <a:pt x="1" y="10667"/>
                    <a:pt x="3" y="10667"/>
                  </a:cubicBezTo>
                  <a:cubicBezTo>
                    <a:pt x="94" y="10667"/>
                    <a:pt x="3620" y="9125"/>
                    <a:pt x="7955" y="7214"/>
                  </a:cubicBezTo>
                  <a:lnTo>
                    <a:pt x="18235" y="2668"/>
                  </a:lnTo>
                  <a:cubicBezTo>
                    <a:pt x="21686" y="1137"/>
                    <a:pt x="24243" y="0"/>
                    <a:pt x="242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104">
              <a:extLst>
                <a:ext uri="{FF2B5EF4-FFF2-40B4-BE49-F238E27FC236}">
                  <a16:creationId xmlns:a16="http://schemas.microsoft.com/office/drawing/2014/main" id="{AC91FFBD-EF73-4FDE-BB4A-9861A8828DE8}"/>
                </a:ext>
              </a:extLst>
            </p:cNvPr>
            <p:cNvSpPr/>
            <p:nvPr/>
          </p:nvSpPr>
          <p:spPr>
            <a:xfrm>
              <a:off x="2062539" y="1591294"/>
              <a:ext cx="524740" cy="230909"/>
            </a:xfrm>
            <a:custGeom>
              <a:avLst/>
              <a:gdLst/>
              <a:ahLst/>
              <a:cxnLst/>
              <a:rect l="l" t="t" r="r" b="b"/>
              <a:pathLst>
                <a:path w="24243" h="10668" extrusionOk="0">
                  <a:moveTo>
                    <a:pt x="2" y="0"/>
                  </a:moveTo>
                  <a:cubicBezTo>
                    <a:pt x="1" y="0"/>
                    <a:pt x="1" y="0"/>
                    <a:pt x="1" y="1"/>
                  </a:cubicBezTo>
                  <a:cubicBezTo>
                    <a:pt x="1" y="68"/>
                    <a:pt x="1146" y="3781"/>
                    <a:pt x="2013" y="6578"/>
                  </a:cubicBezTo>
                  <a:cubicBezTo>
                    <a:pt x="2539" y="8279"/>
                    <a:pt x="3144" y="10166"/>
                    <a:pt x="3144" y="10166"/>
                  </a:cubicBezTo>
                  <a:lnTo>
                    <a:pt x="24240" y="10666"/>
                  </a:lnTo>
                  <a:lnTo>
                    <a:pt x="24240" y="10666"/>
                  </a:lnTo>
                  <a:cubicBezTo>
                    <a:pt x="23935" y="10531"/>
                    <a:pt x="241" y="0"/>
                    <a:pt x="2" y="0"/>
                  </a:cubicBezTo>
                  <a:close/>
                  <a:moveTo>
                    <a:pt x="24240" y="10666"/>
                  </a:moveTo>
                  <a:lnTo>
                    <a:pt x="24240" y="10666"/>
                  </a:lnTo>
                  <a:cubicBezTo>
                    <a:pt x="24242" y="10667"/>
                    <a:pt x="24243" y="10667"/>
                    <a:pt x="24243" y="10667"/>
                  </a:cubicBezTo>
                  <a:lnTo>
                    <a:pt x="24243" y="10666"/>
                  </a:lnTo>
                  <a:lnTo>
                    <a:pt x="24240" y="10666"/>
                  </a:lnTo>
                  <a:lnTo>
                    <a:pt x="24240" y="1066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104">
              <a:extLst>
                <a:ext uri="{FF2B5EF4-FFF2-40B4-BE49-F238E27FC236}">
                  <a16:creationId xmlns:a16="http://schemas.microsoft.com/office/drawing/2014/main" id="{33004E8F-0ECA-26CC-CC7C-36801177067F}"/>
                </a:ext>
              </a:extLst>
            </p:cNvPr>
            <p:cNvSpPr/>
            <p:nvPr/>
          </p:nvSpPr>
          <p:spPr>
            <a:xfrm>
              <a:off x="2014855" y="1799995"/>
              <a:ext cx="572380" cy="44329"/>
            </a:xfrm>
            <a:custGeom>
              <a:avLst/>
              <a:gdLst/>
              <a:ahLst/>
              <a:cxnLst/>
              <a:rect l="l" t="t" r="r" b="b"/>
              <a:pathLst>
                <a:path w="26444" h="2048" extrusionOk="0">
                  <a:moveTo>
                    <a:pt x="5166" y="0"/>
                  </a:moveTo>
                  <a:lnTo>
                    <a:pt x="2204" y="524"/>
                  </a:lnTo>
                  <a:lnTo>
                    <a:pt x="88" y="897"/>
                  </a:lnTo>
                  <a:cubicBezTo>
                    <a:pt x="2" y="912"/>
                    <a:pt x="1" y="1036"/>
                    <a:pt x="87" y="1051"/>
                  </a:cubicBezTo>
                  <a:lnTo>
                    <a:pt x="2184" y="1463"/>
                  </a:lnTo>
                  <a:lnTo>
                    <a:pt x="5166" y="2048"/>
                  </a:lnTo>
                  <a:lnTo>
                    <a:pt x="26443" y="1024"/>
                  </a:lnTo>
                  <a:lnTo>
                    <a:pt x="516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104">
              <a:extLst>
                <a:ext uri="{FF2B5EF4-FFF2-40B4-BE49-F238E27FC236}">
                  <a16:creationId xmlns:a16="http://schemas.microsoft.com/office/drawing/2014/main" id="{746D9913-2DD9-1800-8778-D708B73DEC5A}"/>
                </a:ext>
              </a:extLst>
            </p:cNvPr>
            <p:cNvSpPr/>
            <p:nvPr/>
          </p:nvSpPr>
          <p:spPr>
            <a:xfrm>
              <a:off x="2234725" y="1879909"/>
              <a:ext cx="296991" cy="187164"/>
            </a:xfrm>
            <a:custGeom>
              <a:avLst/>
              <a:gdLst/>
              <a:ahLst/>
              <a:cxnLst/>
              <a:rect l="l" t="t" r="r" b="b"/>
              <a:pathLst>
                <a:path w="13721" h="8647" extrusionOk="0">
                  <a:moveTo>
                    <a:pt x="869" y="1"/>
                  </a:moveTo>
                  <a:cubicBezTo>
                    <a:pt x="816" y="1"/>
                    <a:pt x="763" y="7"/>
                    <a:pt x="712" y="17"/>
                  </a:cubicBezTo>
                  <a:cubicBezTo>
                    <a:pt x="298" y="99"/>
                    <a:pt x="0" y="462"/>
                    <a:pt x="0" y="884"/>
                  </a:cubicBezTo>
                  <a:lnTo>
                    <a:pt x="0" y="7762"/>
                  </a:lnTo>
                  <a:cubicBezTo>
                    <a:pt x="0" y="7788"/>
                    <a:pt x="1" y="7814"/>
                    <a:pt x="3" y="7839"/>
                  </a:cubicBezTo>
                  <a:cubicBezTo>
                    <a:pt x="43" y="8296"/>
                    <a:pt x="426" y="8646"/>
                    <a:pt x="884" y="8646"/>
                  </a:cubicBezTo>
                  <a:lnTo>
                    <a:pt x="12837" y="8646"/>
                  </a:lnTo>
                  <a:cubicBezTo>
                    <a:pt x="13295" y="8646"/>
                    <a:pt x="13678" y="8296"/>
                    <a:pt x="13718" y="7839"/>
                  </a:cubicBezTo>
                  <a:cubicBezTo>
                    <a:pt x="13719" y="7814"/>
                    <a:pt x="13721" y="7788"/>
                    <a:pt x="13721" y="7762"/>
                  </a:cubicBezTo>
                  <a:lnTo>
                    <a:pt x="13721" y="882"/>
                  </a:lnTo>
                  <a:cubicBezTo>
                    <a:pt x="13721" y="461"/>
                    <a:pt x="13423" y="99"/>
                    <a:pt x="13009" y="15"/>
                  </a:cubicBezTo>
                  <a:lnTo>
                    <a:pt x="13008" y="17"/>
                  </a:lnTo>
                  <a:cubicBezTo>
                    <a:pt x="12956" y="7"/>
                    <a:pt x="12903" y="1"/>
                    <a:pt x="12850" y="1"/>
                  </a:cubicBezTo>
                  <a:cubicBezTo>
                    <a:pt x="12845" y="1"/>
                    <a:pt x="12840" y="1"/>
                    <a:pt x="12835" y="1"/>
                  </a:cubicBezTo>
                  <a:lnTo>
                    <a:pt x="884" y="1"/>
                  </a:lnTo>
                  <a:cubicBezTo>
                    <a:pt x="879" y="1"/>
                    <a:pt x="874" y="1"/>
                    <a:pt x="8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104">
              <a:extLst>
                <a:ext uri="{FF2B5EF4-FFF2-40B4-BE49-F238E27FC236}">
                  <a16:creationId xmlns:a16="http://schemas.microsoft.com/office/drawing/2014/main" id="{1BE4E94A-E805-7D18-5A4E-6BB63C0A63E5}"/>
                </a:ext>
              </a:extLst>
            </p:cNvPr>
            <p:cNvSpPr/>
            <p:nvPr/>
          </p:nvSpPr>
          <p:spPr>
            <a:xfrm>
              <a:off x="2234682" y="1879887"/>
              <a:ext cx="297034" cy="187143"/>
            </a:xfrm>
            <a:custGeom>
              <a:avLst/>
              <a:gdLst/>
              <a:ahLst/>
              <a:cxnLst/>
              <a:rect l="l" t="t" r="r" b="b"/>
              <a:pathLst>
                <a:path w="13723" h="8646" extrusionOk="0">
                  <a:moveTo>
                    <a:pt x="885" y="1"/>
                  </a:moveTo>
                  <a:cubicBezTo>
                    <a:pt x="827" y="1"/>
                    <a:pt x="770" y="6"/>
                    <a:pt x="712" y="16"/>
                  </a:cubicBezTo>
                  <a:cubicBezTo>
                    <a:pt x="300" y="99"/>
                    <a:pt x="1" y="462"/>
                    <a:pt x="1" y="883"/>
                  </a:cubicBezTo>
                  <a:lnTo>
                    <a:pt x="1" y="7762"/>
                  </a:lnTo>
                  <a:cubicBezTo>
                    <a:pt x="1" y="7788"/>
                    <a:pt x="2" y="7814"/>
                    <a:pt x="5" y="7839"/>
                  </a:cubicBezTo>
                  <a:cubicBezTo>
                    <a:pt x="45" y="8296"/>
                    <a:pt x="428" y="8646"/>
                    <a:pt x="886" y="8646"/>
                  </a:cubicBezTo>
                  <a:lnTo>
                    <a:pt x="12837" y="8646"/>
                  </a:lnTo>
                  <a:cubicBezTo>
                    <a:pt x="13296" y="8646"/>
                    <a:pt x="13678" y="8296"/>
                    <a:pt x="13719" y="7839"/>
                  </a:cubicBezTo>
                  <a:cubicBezTo>
                    <a:pt x="13721" y="7814"/>
                    <a:pt x="13723" y="7788"/>
                    <a:pt x="13723" y="7762"/>
                  </a:cubicBezTo>
                  <a:lnTo>
                    <a:pt x="13723" y="7631"/>
                  </a:lnTo>
                  <a:lnTo>
                    <a:pt x="2205" y="7631"/>
                  </a:lnTo>
                  <a:cubicBezTo>
                    <a:pt x="1747" y="7631"/>
                    <a:pt x="1364" y="7281"/>
                    <a:pt x="1323" y="6824"/>
                  </a:cubicBezTo>
                  <a:cubicBezTo>
                    <a:pt x="1321" y="6800"/>
                    <a:pt x="1320" y="6773"/>
                    <a:pt x="1320" y="6747"/>
                  </a:cubicBezTo>
                  <a:lnTo>
                    <a:pt x="132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104">
              <a:extLst>
                <a:ext uri="{FF2B5EF4-FFF2-40B4-BE49-F238E27FC236}">
                  <a16:creationId xmlns:a16="http://schemas.microsoft.com/office/drawing/2014/main" id="{7391AB30-60C9-B090-FA0B-4400BDD6D299}"/>
                </a:ext>
              </a:extLst>
            </p:cNvPr>
            <p:cNvSpPr/>
            <p:nvPr/>
          </p:nvSpPr>
          <p:spPr>
            <a:xfrm>
              <a:off x="2234768" y="1979043"/>
              <a:ext cx="296861" cy="87987"/>
            </a:xfrm>
            <a:custGeom>
              <a:avLst/>
              <a:gdLst/>
              <a:ahLst/>
              <a:cxnLst/>
              <a:rect l="l" t="t" r="r" b="b"/>
              <a:pathLst>
                <a:path w="13715" h="4065" extrusionOk="0">
                  <a:moveTo>
                    <a:pt x="5570" y="0"/>
                  </a:moveTo>
                  <a:lnTo>
                    <a:pt x="15" y="3257"/>
                  </a:lnTo>
                  <a:lnTo>
                    <a:pt x="1" y="3258"/>
                  </a:lnTo>
                  <a:cubicBezTo>
                    <a:pt x="40" y="3715"/>
                    <a:pt x="424" y="4065"/>
                    <a:pt x="882" y="4065"/>
                  </a:cubicBezTo>
                  <a:lnTo>
                    <a:pt x="12833" y="4065"/>
                  </a:lnTo>
                  <a:cubicBezTo>
                    <a:pt x="13292" y="4065"/>
                    <a:pt x="13674" y="3715"/>
                    <a:pt x="13715" y="3258"/>
                  </a:cubicBezTo>
                  <a:lnTo>
                    <a:pt x="13699" y="3257"/>
                  </a:lnTo>
                  <a:lnTo>
                    <a:pt x="814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104">
              <a:extLst>
                <a:ext uri="{FF2B5EF4-FFF2-40B4-BE49-F238E27FC236}">
                  <a16:creationId xmlns:a16="http://schemas.microsoft.com/office/drawing/2014/main" id="{526D4D92-6CFB-274D-01B0-7D6709D762BE}"/>
                </a:ext>
              </a:extLst>
            </p:cNvPr>
            <p:cNvSpPr/>
            <p:nvPr/>
          </p:nvSpPr>
          <p:spPr>
            <a:xfrm>
              <a:off x="2234768" y="2032355"/>
              <a:ext cx="296861" cy="34675"/>
            </a:xfrm>
            <a:custGeom>
              <a:avLst/>
              <a:gdLst/>
              <a:ahLst/>
              <a:cxnLst/>
              <a:rect l="l" t="t" r="r" b="b"/>
              <a:pathLst>
                <a:path w="13715" h="1602" extrusionOk="0">
                  <a:moveTo>
                    <a:pt x="1368" y="1"/>
                  </a:moveTo>
                  <a:lnTo>
                    <a:pt x="16" y="794"/>
                  </a:lnTo>
                  <a:lnTo>
                    <a:pt x="1" y="795"/>
                  </a:lnTo>
                  <a:cubicBezTo>
                    <a:pt x="40" y="1251"/>
                    <a:pt x="422" y="1602"/>
                    <a:pt x="880" y="1602"/>
                  </a:cubicBezTo>
                  <a:cubicBezTo>
                    <a:pt x="880" y="1602"/>
                    <a:pt x="881" y="1602"/>
                    <a:pt x="882" y="1602"/>
                  </a:cubicBezTo>
                  <a:lnTo>
                    <a:pt x="12833" y="1602"/>
                  </a:lnTo>
                  <a:cubicBezTo>
                    <a:pt x="12834" y="1602"/>
                    <a:pt x="12835" y="1602"/>
                    <a:pt x="12836" y="1602"/>
                  </a:cubicBezTo>
                  <a:cubicBezTo>
                    <a:pt x="13294" y="1602"/>
                    <a:pt x="13676" y="1251"/>
                    <a:pt x="13715" y="795"/>
                  </a:cubicBezTo>
                  <a:lnTo>
                    <a:pt x="13699" y="794"/>
                  </a:lnTo>
                  <a:lnTo>
                    <a:pt x="13348" y="587"/>
                  </a:lnTo>
                  <a:lnTo>
                    <a:pt x="2201" y="587"/>
                  </a:lnTo>
                  <a:cubicBezTo>
                    <a:pt x="1827" y="587"/>
                    <a:pt x="1494" y="352"/>
                    <a:pt x="13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104">
              <a:extLst>
                <a:ext uri="{FF2B5EF4-FFF2-40B4-BE49-F238E27FC236}">
                  <a16:creationId xmlns:a16="http://schemas.microsoft.com/office/drawing/2014/main" id="{758FB525-9615-45EC-7822-0DFC876C426C}"/>
                </a:ext>
              </a:extLst>
            </p:cNvPr>
            <p:cNvSpPr/>
            <p:nvPr/>
          </p:nvSpPr>
          <p:spPr>
            <a:xfrm>
              <a:off x="2250115" y="1879909"/>
              <a:ext cx="266169" cy="123290"/>
            </a:xfrm>
            <a:custGeom>
              <a:avLst/>
              <a:gdLst/>
              <a:ahLst/>
              <a:cxnLst/>
              <a:rect l="l" t="t" r="r" b="b"/>
              <a:pathLst>
                <a:path w="12297" h="5696" extrusionOk="0">
                  <a:moveTo>
                    <a:pt x="158" y="1"/>
                  </a:moveTo>
                  <a:cubicBezTo>
                    <a:pt x="105" y="1"/>
                    <a:pt x="52" y="7"/>
                    <a:pt x="1" y="17"/>
                  </a:cubicBezTo>
                  <a:lnTo>
                    <a:pt x="5973" y="5626"/>
                  </a:lnTo>
                  <a:cubicBezTo>
                    <a:pt x="6022" y="5672"/>
                    <a:pt x="6085" y="5696"/>
                    <a:pt x="6148" y="5696"/>
                  </a:cubicBezTo>
                  <a:cubicBezTo>
                    <a:pt x="6211" y="5696"/>
                    <a:pt x="6275" y="5672"/>
                    <a:pt x="6324" y="5626"/>
                  </a:cubicBezTo>
                  <a:lnTo>
                    <a:pt x="12297" y="17"/>
                  </a:lnTo>
                  <a:cubicBezTo>
                    <a:pt x="12245" y="7"/>
                    <a:pt x="12192" y="1"/>
                    <a:pt x="12139" y="1"/>
                  </a:cubicBezTo>
                  <a:cubicBezTo>
                    <a:pt x="12134" y="1"/>
                    <a:pt x="12129" y="1"/>
                    <a:pt x="12124" y="1"/>
                  </a:cubicBezTo>
                  <a:lnTo>
                    <a:pt x="173" y="1"/>
                  </a:lnTo>
                  <a:cubicBezTo>
                    <a:pt x="168" y="1"/>
                    <a:pt x="163" y="1"/>
                    <a:pt x="15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1" name="Google Shape;2851;p104">
            <a:extLst>
              <a:ext uri="{FF2B5EF4-FFF2-40B4-BE49-F238E27FC236}">
                <a16:creationId xmlns:a16="http://schemas.microsoft.com/office/drawing/2014/main" id="{5B3CC4D1-6FD7-86A7-9C86-A5BCE211F03A}"/>
              </a:ext>
            </a:extLst>
          </p:cNvPr>
          <p:cNvGrpSpPr/>
          <p:nvPr/>
        </p:nvGrpSpPr>
        <p:grpSpPr>
          <a:xfrm>
            <a:off x="3646556" y="2373725"/>
            <a:ext cx="439588" cy="571904"/>
            <a:chOff x="5361843" y="1611338"/>
            <a:chExt cx="439588" cy="571904"/>
          </a:xfrm>
        </p:grpSpPr>
        <p:sp>
          <p:nvSpPr>
            <p:cNvPr id="2852" name="Google Shape;2852;p104">
              <a:extLst>
                <a:ext uri="{FF2B5EF4-FFF2-40B4-BE49-F238E27FC236}">
                  <a16:creationId xmlns:a16="http://schemas.microsoft.com/office/drawing/2014/main" id="{0D5F8174-5A36-F3FD-F622-A794BCA50CCF}"/>
                </a:ext>
              </a:extLst>
            </p:cNvPr>
            <p:cNvSpPr/>
            <p:nvPr/>
          </p:nvSpPr>
          <p:spPr>
            <a:xfrm>
              <a:off x="5361843" y="1793156"/>
              <a:ext cx="439588" cy="263290"/>
            </a:xfrm>
            <a:custGeom>
              <a:avLst/>
              <a:gdLst/>
              <a:ahLst/>
              <a:cxnLst/>
              <a:rect l="l" t="t" r="r" b="b"/>
              <a:pathLst>
                <a:path w="20309" h="12164" extrusionOk="0">
                  <a:moveTo>
                    <a:pt x="641" y="0"/>
                  </a:moveTo>
                  <a:cubicBezTo>
                    <a:pt x="288" y="0"/>
                    <a:pt x="2" y="286"/>
                    <a:pt x="1" y="640"/>
                  </a:cubicBezTo>
                  <a:lnTo>
                    <a:pt x="1" y="12163"/>
                  </a:lnTo>
                  <a:lnTo>
                    <a:pt x="20309" y="12163"/>
                  </a:lnTo>
                  <a:lnTo>
                    <a:pt x="20309" y="640"/>
                  </a:lnTo>
                  <a:cubicBezTo>
                    <a:pt x="20309" y="286"/>
                    <a:pt x="20023" y="0"/>
                    <a:pt x="19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104">
              <a:extLst>
                <a:ext uri="{FF2B5EF4-FFF2-40B4-BE49-F238E27FC236}">
                  <a16:creationId xmlns:a16="http://schemas.microsoft.com/office/drawing/2014/main" id="{E20B4833-1509-07CA-F212-1169D3FCF2F9}"/>
                </a:ext>
              </a:extLst>
            </p:cNvPr>
            <p:cNvSpPr/>
            <p:nvPr/>
          </p:nvSpPr>
          <p:spPr>
            <a:xfrm>
              <a:off x="5503445" y="2078523"/>
              <a:ext cx="156385" cy="104719"/>
            </a:xfrm>
            <a:custGeom>
              <a:avLst/>
              <a:gdLst/>
              <a:ahLst/>
              <a:cxnLst/>
              <a:rect l="l" t="t" r="r" b="b"/>
              <a:pathLst>
                <a:path w="7225" h="4838" extrusionOk="0">
                  <a:moveTo>
                    <a:pt x="1062" y="0"/>
                  </a:moveTo>
                  <a:lnTo>
                    <a:pt x="1062" y="3349"/>
                  </a:lnTo>
                  <a:lnTo>
                    <a:pt x="75" y="4604"/>
                  </a:lnTo>
                  <a:cubicBezTo>
                    <a:pt x="1" y="4699"/>
                    <a:pt x="68" y="4838"/>
                    <a:pt x="188" y="4838"/>
                  </a:cubicBezTo>
                  <a:cubicBezTo>
                    <a:pt x="189" y="4838"/>
                    <a:pt x="189" y="4838"/>
                    <a:pt x="190" y="4838"/>
                  </a:cubicBezTo>
                  <a:lnTo>
                    <a:pt x="7037" y="4838"/>
                  </a:lnTo>
                  <a:cubicBezTo>
                    <a:pt x="7038" y="4838"/>
                    <a:pt x="7038" y="4838"/>
                    <a:pt x="7039" y="4838"/>
                  </a:cubicBezTo>
                  <a:cubicBezTo>
                    <a:pt x="7158" y="4838"/>
                    <a:pt x="7225" y="4699"/>
                    <a:pt x="7151" y="4604"/>
                  </a:cubicBezTo>
                  <a:lnTo>
                    <a:pt x="6165" y="3349"/>
                  </a:lnTo>
                  <a:lnTo>
                    <a:pt x="61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104">
              <a:extLst>
                <a:ext uri="{FF2B5EF4-FFF2-40B4-BE49-F238E27FC236}">
                  <a16:creationId xmlns:a16="http://schemas.microsoft.com/office/drawing/2014/main" id="{BBECE07D-E3D8-8FE8-EB0B-E65BF846E0A8}"/>
                </a:ext>
              </a:extLst>
            </p:cNvPr>
            <p:cNvSpPr/>
            <p:nvPr/>
          </p:nvSpPr>
          <p:spPr>
            <a:xfrm>
              <a:off x="5612449" y="2183090"/>
              <a:ext cx="44264" cy="152"/>
            </a:xfrm>
            <a:custGeom>
              <a:avLst/>
              <a:gdLst/>
              <a:ahLst/>
              <a:cxnLst/>
              <a:rect l="l" t="t" r="r" b="b"/>
              <a:pathLst>
                <a:path w="2045" h="7" extrusionOk="0">
                  <a:moveTo>
                    <a:pt x="2044" y="0"/>
                  </a:moveTo>
                  <a:lnTo>
                    <a:pt x="1" y="7"/>
                  </a:lnTo>
                  <a:lnTo>
                    <a:pt x="2001" y="7"/>
                  </a:lnTo>
                  <a:cubicBezTo>
                    <a:pt x="2016" y="7"/>
                    <a:pt x="2030" y="6"/>
                    <a:pt x="2044" y="0"/>
                  </a:cubicBezTo>
                  <a:close/>
                </a:path>
              </a:pathLst>
            </a:custGeom>
            <a:solidFill>
              <a:srgbClr val="7DA2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104">
              <a:extLst>
                <a:ext uri="{FF2B5EF4-FFF2-40B4-BE49-F238E27FC236}">
                  <a16:creationId xmlns:a16="http://schemas.microsoft.com/office/drawing/2014/main" id="{ADE69F7F-5F84-E8EE-6202-BFD089687C28}"/>
                </a:ext>
              </a:extLst>
            </p:cNvPr>
            <p:cNvSpPr/>
            <p:nvPr/>
          </p:nvSpPr>
          <p:spPr>
            <a:xfrm>
              <a:off x="5361843" y="2039173"/>
              <a:ext cx="439588" cy="48571"/>
            </a:xfrm>
            <a:custGeom>
              <a:avLst/>
              <a:gdLst/>
              <a:ahLst/>
              <a:cxnLst/>
              <a:rect l="l" t="t" r="r" b="b"/>
              <a:pathLst>
                <a:path w="20309" h="2244" extrusionOk="0">
                  <a:moveTo>
                    <a:pt x="1" y="1"/>
                  </a:moveTo>
                  <a:lnTo>
                    <a:pt x="1" y="1604"/>
                  </a:lnTo>
                  <a:cubicBezTo>
                    <a:pt x="2" y="1958"/>
                    <a:pt x="288" y="2244"/>
                    <a:pt x="641" y="2244"/>
                  </a:cubicBezTo>
                  <a:lnTo>
                    <a:pt x="19670" y="2244"/>
                  </a:lnTo>
                  <a:cubicBezTo>
                    <a:pt x="20023" y="2244"/>
                    <a:pt x="20309" y="1958"/>
                    <a:pt x="20309" y="1604"/>
                  </a:cubicBezTo>
                  <a:lnTo>
                    <a:pt x="2030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104">
              <a:extLst>
                <a:ext uri="{FF2B5EF4-FFF2-40B4-BE49-F238E27FC236}">
                  <a16:creationId xmlns:a16="http://schemas.microsoft.com/office/drawing/2014/main" id="{F5B7420D-733A-343A-EBD8-78F6ACFC4D78}"/>
                </a:ext>
              </a:extLst>
            </p:cNvPr>
            <p:cNvSpPr/>
            <p:nvPr/>
          </p:nvSpPr>
          <p:spPr>
            <a:xfrm>
              <a:off x="5570674" y="2052636"/>
              <a:ext cx="22792" cy="21883"/>
            </a:xfrm>
            <a:custGeom>
              <a:avLst/>
              <a:gdLst/>
              <a:ahLst/>
              <a:cxnLst/>
              <a:rect l="l" t="t" r="r" b="b"/>
              <a:pathLst>
                <a:path w="1053" h="1011" extrusionOk="0">
                  <a:moveTo>
                    <a:pt x="508" y="0"/>
                  </a:moveTo>
                  <a:cubicBezTo>
                    <a:pt x="228" y="0"/>
                    <a:pt x="1" y="226"/>
                    <a:pt x="2" y="506"/>
                  </a:cubicBezTo>
                  <a:cubicBezTo>
                    <a:pt x="2" y="709"/>
                    <a:pt x="125" y="893"/>
                    <a:pt x="313" y="972"/>
                  </a:cubicBezTo>
                  <a:cubicBezTo>
                    <a:pt x="376" y="998"/>
                    <a:pt x="442" y="1010"/>
                    <a:pt x="507" y="1010"/>
                  </a:cubicBezTo>
                  <a:cubicBezTo>
                    <a:pt x="638" y="1010"/>
                    <a:pt x="767" y="959"/>
                    <a:pt x="864" y="863"/>
                  </a:cubicBezTo>
                  <a:cubicBezTo>
                    <a:pt x="1008" y="718"/>
                    <a:pt x="1052" y="502"/>
                    <a:pt x="974" y="312"/>
                  </a:cubicBezTo>
                  <a:cubicBezTo>
                    <a:pt x="895" y="124"/>
                    <a:pt x="711" y="0"/>
                    <a:pt x="5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104">
              <a:extLst>
                <a:ext uri="{FF2B5EF4-FFF2-40B4-BE49-F238E27FC236}">
                  <a16:creationId xmlns:a16="http://schemas.microsoft.com/office/drawing/2014/main" id="{05130817-A4CE-AF8C-8771-4F96CD5B5CF5}"/>
                </a:ext>
              </a:extLst>
            </p:cNvPr>
            <p:cNvSpPr/>
            <p:nvPr/>
          </p:nvSpPr>
          <p:spPr>
            <a:xfrm>
              <a:off x="5390631" y="1782809"/>
              <a:ext cx="382056" cy="159091"/>
            </a:xfrm>
            <a:custGeom>
              <a:avLst/>
              <a:gdLst/>
              <a:ahLst/>
              <a:cxnLst/>
              <a:rect l="l" t="t" r="r" b="b"/>
              <a:pathLst>
                <a:path w="17651" h="7350" extrusionOk="0">
                  <a:moveTo>
                    <a:pt x="2074" y="0"/>
                  </a:moveTo>
                  <a:lnTo>
                    <a:pt x="1504" y="497"/>
                  </a:lnTo>
                  <a:lnTo>
                    <a:pt x="0" y="1808"/>
                  </a:lnTo>
                  <a:lnTo>
                    <a:pt x="0" y="7349"/>
                  </a:lnTo>
                  <a:lnTo>
                    <a:pt x="17651" y="7349"/>
                  </a:lnTo>
                  <a:lnTo>
                    <a:pt x="17651" y="1808"/>
                  </a:lnTo>
                  <a:lnTo>
                    <a:pt x="16126" y="478"/>
                  </a:lnTo>
                  <a:lnTo>
                    <a:pt x="155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104">
              <a:extLst>
                <a:ext uri="{FF2B5EF4-FFF2-40B4-BE49-F238E27FC236}">
                  <a16:creationId xmlns:a16="http://schemas.microsoft.com/office/drawing/2014/main" id="{1C581899-A48F-98D3-06D3-85D713977B6E}"/>
                </a:ext>
              </a:extLst>
            </p:cNvPr>
            <p:cNvSpPr/>
            <p:nvPr/>
          </p:nvSpPr>
          <p:spPr>
            <a:xfrm>
              <a:off x="5649808" y="1611359"/>
              <a:ext cx="124026" cy="79394"/>
            </a:xfrm>
            <a:custGeom>
              <a:avLst/>
              <a:gdLst/>
              <a:ahLst/>
              <a:cxnLst/>
              <a:rect l="l" t="t" r="r" b="b"/>
              <a:pathLst>
                <a:path w="5730" h="3668" extrusionOk="0">
                  <a:moveTo>
                    <a:pt x="1" y="1"/>
                  </a:moveTo>
                  <a:lnTo>
                    <a:pt x="1" y="3667"/>
                  </a:lnTo>
                  <a:lnTo>
                    <a:pt x="5516" y="3667"/>
                  </a:lnTo>
                  <a:cubicBezTo>
                    <a:pt x="5634" y="3667"/>
                    <a:pt x="5728" y="3572"/>
                    <a:pt x="5729" y="3456"/>
                  </a:cubicBezTo>
                  <a:lnTo>
                    <a:pt x="5729" y="1089"/>
                  </a:lnTo>
                  <a:cubicBezTo>
                    <a:pt x="5729" y="513"/>
                    <a:pt x="5280" y="22"/>
                    <a:pt x="4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104">
              <a:extLst>
                <a:ext uri="{FF2B5EF4-FFF2-40B4-BE49-F238E27FC236}">
                  <a16:creationId xmlns:a16="http://schemas.microsoft.com/office/drawing/2014/main" id="{300E4D37-A8DA-AD45-FAD6-BDC0DDC392AA}"/>
                </a:ext>
              </a:extLst>
            </p:cNvPr>
            <p:cNvSpPr/>
            <p:nvPr/>
          </p:nvSpPr>
          <p:spPr>
            <a:xfrm>
              <a:off x="5435501" y="1611338"/>
              <a:ext cx="315324" cy="323485"/>
            </a:xfrm>
            <a:custGeom>
              <a:avLst/>
              <a:gdLst/>
              <a:ahLst/>
              <a:cxnLst/>
              <a:rect l="l" t="t" r="r" b="b"/>
              <a:pathLst>
                <a:path w="14568" h="14945" extrusionOk="0">
                  <a:moveTo>
                    <a:pt x="1023" y="1"/>
                  </a:moveTo>
                  <a:cubicBezTo>
                    <a:pt x="458" y="1"/>
                    <a:pt x="1" y="458"/>
                    <a:pt x="1" y="1023"/>
                  </a:cubicBezTo>
                  <a:lnTo>
                    <a:pt x="1" y="14945"/>
                  </a:lnTo>
                  <a:lnTo>
                    <a:pt x="13504" y="14945"/>
                  </a:lnTo>
                  <a:lnTo>
                    <a:pt x="13504" y="1065"/>
                  </a:lnTo>
                  <a:cubicBezTo>
                    <a:pt x="13503" y="479"/>
                    <a:pt x="13977" y="3"/>
                    <a:pt x="14563" y="2"/>
                  </a:cubicBezTo>
                  <a:lnTo>
                    <a:pt x="14563" y="2"/>
                  </a:lnTo>
                  <a:lnTo>
                    <a:pt x="14567" y="2"/>
                  </a:lnTo>
                  <a:cubicBezTo>
                    <a:pt x="14567" y="2"/>
                    <a:pt x="14566" y="2"/>
                    <a:pt x="14565" y="2"/>
                  </a:cubicBezTo>
                  <a:cubicBezTo>
                    <a:pt x="14564" y="2"/>
                    <a:pt x="14563" y="2"/>
                    <a:pt x="14563" y="2"/>
                  </a:cubicBezTo>
                  <a:lnTo>
                    <a:pt x="14563" y="2"/>
                  </a:lnTo>
                  <a:lnTo>
                    <a:pt x="102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104">
              <a:extLst>
                <a:ext uri="{FF2B5EF4-FFF2-40B4-BE49-F238E27FC236}">
                  <a16:creationId xmlns:a16="http://schemas.microsoft.com/office/drawing/2014/main" id="{D2FC2140-09A8-67F2-BA3D-26C753ECED74}"/>
                </a:ext>
              </a:extLst>
            </p:cNvPr>
            <p:cNvSpPr/>
            <p:nvPr/>
          </p:nvSpPr>
          <p:spPr>
            <a:xfrm>
              <a:off x="5468878" y="1821922"/>
              <a:ext cx="225563" cy="112922"/>
            </a:xfrm>
            <a:custGeom>
              <a:avLst/>
              <a:gdLst/>
              <a:ahLst/>
              <a:cxnLst/>
              <a:rect l="l" t="t" r="r" b="b"/>
              <a:pathLst>
                <a:path w="10421" h="5217" extrusionOk="0">
                  <a:moveTo>
                    <a:pt x="272" y="1"/>
                  </a:moveTo>
                  <a:cubicBezTo>
                    <a:pt x="122" y="1"/>
                    <a:pt x="1" y="122"/>
                    <a:pt x="1" y="271"/>
                  </a:cubicBezTo>
                  <a:lnTo>
                    <a:pt x="1" y="5217"/>
                  </a:lnTo>
                  <a:lnTo>
                    <a:pt x="10420" y="5217"/>
                  </a:lnTo>
                  <a:lnTo>
                    <a:pt x="10420" y="271"/>
                  </a:lnTo>
                  <a:cubicBezTo>
                    <a:pt x="10420" y="122"/>
                    <a:pt x="10299" y="1"/>
                    <a:pt x="101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104">
              <a:extLst>
                <a:ext uri="{FF2B5EF4-FFF2-40B4-BE49-F238E27FC236}">
                  <a16:creationId xmlns:a16="http://schemas.microsoft.com/office/drawing/2014/main" id="{6A400AC9-E3A6-2B5A-2570-009F24746009}"/>
                </a:ext>
              </a:extLst>
            </p:cNvPr>
            <p:cNvSpPr/>
            <p:nvPr/>
          </p:nvSpPr>
          <p:spPr>
            <a:xfrm>
              <a:off x="5466562" y="1642398"/>
              <a:ext cx="115108" cy="82900"/>
            </a:xfrm>
            <a:custGeom>
              <a:avLst/>
              <a:gdLst/>
              <a:ahLst/>
              <a:cxnLst/>
              <a:rect l="l" t="t" r="r" b="b"/>
              <a:pathLst>
                <a:path w="5318" h="3830" extrusionOk="0">
                  <a:moveTo>
                    <a:pt x="300" y="1"/>
                  </a:moveTo>
                  <a:cubicBezTo>
                    <a:pt x="135" y="1"/>
                    <a:pt x="1" y="134"/>
                    <a:pt x="2" y="300"/>
                  </a:cubicBezTo>
                  <a:lnTo>
                    <a:pt x="2" y="3531"/>
                  </a:lnTo>
                  <a:cubicBezTo>
                    <a:pt x="1" y="3696"/>
                    <a:pt x="135" y="3829"/>
                    <a:pt x="300" y="3829"/>
                  </a:cubicBezTo>
                  <a:lnTo>
                    <a:pt x="5020" y="3829"/>
                  </a:lnTo>
                  <a:cubicBezTo>
                    <a:pt x="5184" y="3829"/>
                    <a:pt x="5318" y="3696"/>
                    <a:pt x="5318" y="3531"/>
                  </a:cubicBezTo>
                  <a:lnTo>
                    <a:pt x="5318" y="300"/>
                  </a:lnTo>
                  <a:cubicBezTo>
                    <a:pt x="5318" y="134"/>
                    <a:pt x="5184" y="1"/>
                    <a:pt x="50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104">
              <a:extLst>
                <a:ext uri="{FF2B5EF4-FFF2-40B4-BE49-F238E27FC236}">
                  <a16:creationId xmlns:a16="http://schemas.microsoft.com/office/drawing/2014/main" id="{8F0CAE3C-F369-4114-C3E1-EE9F8F8BAD64}"/>
                </a:ext>
              </a:extLst>
            </p:cNvPr>
            <p:cNvSpPr/>
            <p:nvPr/>
          </p:nvSpPr>
          <p:spPr>
            <a:xfrm>
              <a:off x="5390653" y="1821922"/>
              <a:ext cx="382034" cy="187576"/>
            </a:xfrm>
            <a:custGeom>
              <a:avLst/>
              <a:gdLst/>
              <a:ahLst/>
              <a:cxnLst/>
              <a:rect l="l" t="t" r="r" b="b"/>
              <a:pathLst>
                <a:path w="17650" h="8666" extrusionOk="0">
                  <a:moveTo>
                    <a:pt x="1" y="1"/>
                  </a:moveTo>
                  <a:lnTo>
                    <a:pt x="1" y="8665"/>
                  </a:lnTo>
                  <a:lnTo>
                    <a:pt x="17650" y="8665"/>
                  </a:lnTo>
                  <a:lnTo>
                    <a:pt x="17650" y="1"/>
                  </a:lnTo>
                  <a:lnTo>
                    <a:pt x="15576" y="1084"/>
                  </a:lnTo>
                  <a:lnTo>
                    <a:pt x="14034" y="1890"/>
                  </a:lnTo>
                  <a:lnTo>
                    <a:pt x="10886" y="3535"/>
                  </a:lnTo>
                  <a:lnTo>
                    <a:pt x="6721" y="3535"/>
                  </a:lnTo>
                  <a:lnTo>
                    <a:pt x="3615" y="1902"/>
                  </a:lnTo>
                  <a:lnTo>
                    <a:pt x="2073" y="1091"/>
                  </a:lnTo>
                  <a:lnTo>
                    <a:pt x="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104">
              <a:extLst>
                <a:ext uri="{FF2B5EF4-FFF2-40B4-BE49-F238E27FC236}">
                  <a16:creationId xmlns:a16="http://schemas.microsoft.com/office/drawing/2014/main" id="{1F0547B3-3104-629A-9EEE-FCF5D702C897}"/>
                </a:ext>
              </a:extLst>
            </p:cNvPr>
            <p:cNvSpPr/>
            <p:nvPr/>
          </p:nvSpPr>
          <p:spPr>
            <a:xfrm>
              <a:off x="5600652" y="1889584"/>
              <a:ext cx="157402" cy="118138"/>
            </a:xfrm>
            <a:custGeom>
              <a:avLst/>
              <a:gdLst/>
              <a:ahLst/>
              <a:cxnLst/>
              <a:rect l="l" t="t" r="r" b="b"/>
              <a:pathLst>
                <a:path w="7272" h="5458" extrusionOk="0">
                  <a:moveTo>
                    <a:pt x="1969" y="0"/>
                  </a:moveTo>
                  <a:lnTo>
                    <a:pt x="1184" y="409"/>
                  </a:lnTo>
                  <a:lnTo>
                    <a:pt x="427" y="409"/>
                  </a:lnTo>
                  <a:lnTo>
                    <a:pt x="0" y="1207"/>
                  </a:lnTo>
                  <a:lnTo>
                    <a:pt x="1701" y="5457"/>
                  </a:lnTo>
                  <a:lnTo>
                    <a:pt x="7272" y="4701"/>
                  </a:lnTo>
                  <a:cubicBezTo>
                    <a:pt x="7272" y="4701"/>
                    <a:pt x="3337" y="1187"/>
                    <a:pt x="19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104">
              <a:extLst>
                <a:ext uri="{FF2B5EF4-FFF2-40B4-BE49-F238E27FC236}">
                  <a16:creationId xmlns:a16="http://schemas.microsoft.com/office/drawing/2014/main" id="{3C5B73FF-1A87-453F-66BE-6E00A36C9801}"/>
                </a:ext>
              </a:extLst>
            </p:cNvPr>
            <p:cNvSpPr/>
            <p:nvPr/>
          </p:nvSpPr>
          <p:spPr>
            <a:xfrm>
              <a:off x="5390631" y="1821922"/>
              <a:ext cx="382056" cy="187576"/>
            </a:xfrm>
            <a:custGeom>
              <a:avLst/>
              <a:gdLst/>
              <a:ahLst/>
              <a:cxnLst/>
              <a:rect l="l" t="t" r="r" b="b"/>
              <a:pathLst>
                <a:path w="17651" h="8666" extrusionOk="0">
                  <a:moveTo>
                    <a:pt x="0" y="1"/>
                  </a:moveTo>
                  <a:lnTo>
                    <a:pt x="0" y="8665"/>
                  </a:lnTo>
                  <a:lnTo>
                    <a:pt x="17651" y="8665"/>
                  </a:lnTo>
                  <a:lnTo>
                    <a:pt x="17651" y="7603"/>
                  </a:lnTo>
                  <a:lnTo>
                    <a:pt x="7742" y="7603"/>
                  </a:lnTo>
                  <a:lnTo>
                    <a:pt x="8408" y="4572"/>
                  </a:lnTo>
                  <a:lnTo>
                    <a:pt x="7482" y="3535"/>
                  </a:lnTo>
                  <a:lnTo>
                    <a:pt x="6722" y="3535"/>
                  </a:lnTo>
                  <a:lnTo>
                    <a:pt x="5966" y="3138"/>
                  </a:lnTo>
                  <a:cubicBezTo>
                    <a:pt x="4824" y="4145"/>
                    <a:pt x="2467" y="6220"/>
                    <a:pt x="1326" y="7232"/>
                  </a:cubicBezTo>
                  <a:lnTo>
                    <a:pt x="1326" y="697"/>
                  </a:ln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104">
              <a:extLst>
                <a:ext uri="{FF2B5EF4-FFF2-40B4-BE49-F238E27FC236}">
                  <a16:creationId xmlns:a16="http://schemas.microsoft.com/office/drawing/2014/main" id="{488F4A36-9398-3098-2AA0-566FF5E6F270}"/>
                </a:ext>
              </a:extLst>
            </p:cNvPr>
            <p:cNvSpPr/>
            <p:nvPr/>
          </p:nvSpPr>
          <p:spPr>
            <a:xfrm>
              <a:off x="5390631" y="1877441"/>
              <a:ext cx="382056" cy="132056"/>
            </a:xfrm>
            <a:custGeom>
              <a:avLst/>
              <a:gdLst/>
              <a:ahLst/>
              <a:cxnLst/>
              <a:rect l="l" t="t" r="r" b="b"/>
              <a:pathLst>
                <a:path w="17651" h="6101" extrusionOk="0">
                  <a:moveTo>
                    <a:pt x="8803" y="1"/>
                  </a:moveTo>
                  <a:cubicBezTo>
                    <a:pt x="8298" y="1"/>
                    <a:pt x="7794" y="161"/>
                    <a:pt x="7371" y="481"/>
                  </a:cubicBezTo>
                  <a:lnTo>
                    <a:pt x="6722" y="970"/>
                  </a:lnTo>
                  <a:lnTo>
                    <a:pt x="0" y="6048"/>
                  </a:lnTo>
                  <a:lnTo>
                    <a:pt x="0" y="6100"/>
                  </a:lnTo>
                  <a:lnTo>
                    <a:pt x="17651" y="6100"/>
                  </a:lnTo>
                  <a:lnTo>
                    <a:pt x="17651" y="6048"/>
                  </a:lnTo>
                  <a:lnTo>
                    <a:pt x="10887" y="970"/>
                  </a:lnTo>
                  <a:lnTo>
                    <a:pt x="10231" y="477"/>
                  </a:lnTo>
                  <a:cubicBezTo>
                    <a:pt x="9808" y="159"/>
                    <a:pt x="9305" y="1"/>
                    <a:pt x="880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104">
              <a:extLst>
                <a:ext uri="{FF2B5EF4-FFF2-40B4-BE49-F238E27FC236}">
                  <a16:creationId xmlns:a16="http://schemas.microsoft.com/office/drawing/2014/main" id="{F602662A-0AB8-6A80-9835-BA7B88D2D2A6}"/>
                </a:ext>
              </a:extLst>
            </p:cNvPr>
            <p:cNvSpPr/>
            <p:nvPr/>
          </p:nvSpPr>
          <p:spPr>
            <a:xfrm>
              <a:off x="5600652" y="1648740"/>
              <a:ext cx="32229" cy="17273"/>
            </a:xfrm>
            <a:custGeom>
              <a:avLst/>
              <a:gdLst/>
              <a:ahLst/>
              <a:cxnLst/>
              <a:rect l="l" t="t" r="r" b="b"/>
              <a:pathLst>
                <a:path w="1489" h="798" extrusionOk="0">
                  <a:moveTo>
                    <a:pt x="398" y="0"/>
                  </a:moveTo>
                  <a:cubicBezTo>
                    <a:pt x="178" y="0"/>
                    <a:pt x="0" y="179"/>
                    <a:pt x="0" y="400"/>
                  </a:cubicBezTo>
                  <a:cubicBezTo>
                    <a:pt x="0" y="619"/>
                    <a:pt x="178" y="798"/>
                    <a:pt x="398" y="798"/>
                  </a:cubicBezTo>
                  <a:lnTo>
                    <a:pt x="1089" y="798"/>
                  </a:lnTo>
                  <a:cubicBezTo>
                    <a:pt x="1310" y="798"/>
                    <a:pt x="1489" y="619"/>
                    <a:pt x="1489" y="400"/>
                  </a:cubicBezTo>
                  <a:cubicBezTo>
                    <a:pt x="1489" y="179"/>
                    <a:pt x="1310" y="0"/>
                    <a:pt x="10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104">
              <a:extLst>
                <a:ext uri="{FF2B5EF4-FFF2-40B4-BE49-F238E27FC236}">
                  <a16:creationId xmlns:a16="http://schemas.microsoft.com/office/drawing/2014/main" id="{0A526300-8729-CF38-21AD-2F9BF688E387}"/>
                </a:ext>
              </a:extLst>
            </p:cNvPr>
            <p:cNvSpPr/>
            <p:nvPr/>
          </p:nvSpPr>
          <p:spPr>
            <a:xfrm>
              <a:off x="5640912" y="1648740"/>
              <a:ext cx="57532" cy="17273"/>
            </a:xfrm>
            <a:custGeom>
              <a:avLst/>
              <a:gdLst/>
              <a:ahLst/>
              <a:cxnLst/>
              <a:rect l="l" t="t" r="r" b="b"/>
              <a:pathLst>
                <a:path w="2658" h="798" extrusionOk="0">
                  <a:moveTo>
                    <a:pt x="399" y="0"/>
                  </a:moveTo>
                  <a:cubicBezTo>
                    <a:pt x="178" y="0"/>
                    <a:pt x="1" y="179"/>
                    <a:pt x="1" y="400"/>
                  </a:cubicBezTo>
                  <a:cubicBezTo>
                    <a:pt x="1" y="619"/>
                    <a:pt x="178" y="798"/>
                    <a:pt x="399" y="798"/>
                  </a:cubicBezTo>
                  <a:lnTo>
                    <a:pt x="2260" y="798"/>
                  </a:lnTo>
                  <a:cubicBezTo>
                    <a:pt x="2480" y="798"/>
                    <a:pt x="2658" y="619"/>
                    <a:pt x="2658" y="400"/>
                  </a:cubicBezTo>
                  <a:cubicBezTo>
                    <a:pt x="2658" y="179"/>
                    <a:pt x="2480" y="0"/>
                    <a:pt x="22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104">
              <a:extLst>
                <a:ext uri="{FF2B5EF4-FFF2-40B4-BE49-F238E27FC236}">
                  <a16:creationId xmlns:a16="http://schemas.microsoft.com/office/drawing/2014/main" id="{81C1AD19-5D45-464B-53C4-C8ECD4863551}"/>
                </a:ext>
              </a:extLst>
            </p:cNvPr>
            <p:cNvSpPr/>
            <p:nvPr/>
          </p:nvSpPr>
          <p:spPr>
            <a:xfrm>
              <a:off x="5666388" y="1691294"/>
              <a:ext cx="31883" cy="17294"/>
            </a:xfrm>
            <a:custGeom>
              <a:avLst/>
              <a:gdLst/>
              <a:ahLst/>
              <a:cxnLst/>
              <a:rect l="l" t="t" r="r" b="b"/>
              <a:pathLst>
                <a:path w="1473" h="799" extrusionOk="0">
                  <a:moveTo>
                    <a:pt x="392" y="1"/>
                  </a:moveTo>
                  <a:cubicBezTo>
                    <a:pt x="174" y="4"/>
                    <a:pt x="0" y="182"/>
                    <a:pt x="0" y="400"/>
                  </a:cubicBezTo>
                  <a:cubicBezTo>
                    <a:pt x="0" y="617"/>
                    <a:pt x="174" y="794"/>
                    <a:pt x="392" y="798"/>
                  </a:cubicBezTo>
                  <a:lnTo>
                    <a:pt x="1083" y="798"/>
                  </a:lnTo>
                  <a:cubicBezTo>
                    <a:pt x="1299" y="794"/>
                    <a:pt x="1473" y="617"/>
                    <a:pt x="1473" y="400"/>
                  </a:cubicBezTo>
                  <a:cubicBezTo>
                    <a:pt x="1473" y="182"/>
                    <a:pt x="1299" y="4"/>
                    <a:pt x="10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104">
              <a:extLst>
                <a:ext uri="{FF2B5EF4-FFF2-40B4-BE49-F238E27FC236}">
                  <a16:creationId xmlns:a16="http://schemas.microsoft.com/office/drawing/2014/main" id="{8E2BB5AC-6CBC-8649-D87D-186036BA5C4F}"/>
                </a:ext>
              </a:extLst>
            </p:cNvPr>
            <p:cNvSpPr/>
            <p:nvPr/>
          </p:nvSpPr>
          <p:spPr>
            <a:xfrm>
              <a:off x="5615766" y="1691294"/>
              <a:ext cx="57208" cy="17294"/>
            </a:xfrm>
            <a:custGeom>
              <a:avLst/>
              <a:gdLst/>
              <a:ahLst/>
              <a:cxnLst/>
              <a:rect l="l" t="t" r="r" b="b"/>
              <a:pathLst>
                <a:path w="2643" h="799" extrusionOk="0">
                  <a:moveTo>
                    <a:pt x="391" y="1"/>
                  </a:moveTo>
                  <a:cubicBezTo>
                    <a:pt x="175" y="4"/>
                    <a:pt x="1" y="182"/>
                    <a:pt x="1" y="400"/>
                  </a:cubicBezTo>
                  <a:cubicBezTo>
                    <a:pt x="1" y="617"/>
                    <a:pt x="175" y="794"/>
                    <a:pt x="391" y="798"/>
                  </a:cubicBezTo>
                  <a:lnTo>
                    <a:pt x="2252" y="798"/>
                  </a:lnTo>
                  <a:cubicBezTo>
                    <a:pt x="2469" y="794"/>
                    <a:pt x="2642" y="617"/>
                    <a:pt x="2642" y="400"/>
                  </a:cubicBezTo>
                  <a:cubicBezTo>
                    <a:pt x="2642" y="182"/>
                    <a:pt x="2469" y="4"/>
                    <a:pt x="22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104">
              <a:extLst>
                <a:ext uri="{FF2B5EF4-FFF2-40B4-BE49-F238E27FC236}">
                  <a16:creationId xmlns:a16="http://schemas.microsoft.com/office/drawing/2014/main" id="{549C2B1D-B50E-9412-A39D-F59EB5189B3A}"/>
                </a:ext>
              </a:extLst>
            </p:cNvPr>
            <p:cNvSpPr/>
            <p:nvPr/>
          </p:nvSpPr>
          <p:spPr>
            <a:xfrm>
              <a:off x="5472909" y="1759216"/>
              <a:ext cx="171450" cy="17273"/>
            </a:xfrm>
            <a:custGeom>
              <a:avLst/>
              <a:gdLst/>
              <a:ahLst/>
              <a:cxnLst/>
              <a:rect l="l" t="t" r="r" b="b"/>
              <a:pathLst>
                <a:path w="7921" h="798" extrusionOk="0">
                  <a:moveTo>
                    <a:pt x="400" y="0"/>
                  </a:moveTo>
                  <a:cubicBezTo>
                    <a:pt x="179" y="0"/>
                    <a:pt x="0" y="179"/>
                    <a:pt x="0" y="398"/>
                  </a:cubicBezTo>
                  <a:cubicBezTo>
                    <a:pt x="0" y="619"/>
                    <a:pt x="179" y="798"/>
                    <a:pt x="400" y="798"/>
                  </a:cubicBezTo>
                  <a:lnTo>
                    <a:pt x="7523" y="798"/>
                  </a:lnTo>
                  <a:cubicBezTo>
                    <a:pt x="7743" y="798"/>
                    <a:pt x="7921" y="619"/>
                    <a:pt x="7921" y="398"/>
                  </a:cubicBezTo>
                  <a:cubicBezTo>
                    <a:pt x="7921" y="179"/>
                    <a:pt x="7743" y="0"/>
                    <a:pt x="75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104">
              <a:extLst>
                <a:ext uri="{FF2B5EF4-FFF2-40B4-BE49-F238E27FC236}">
                  <a16:creationId xmlns:a16="http://schemas.microsoft.com/office/drawing/2014/main" id="{59684A8A-4D4F-0B8A-4B9C-AA65D00CA7AC}"/>
                </a:ext>
              </a:extLst>
            </p:cNvPr>
            <p:cNvSpPr/>
            <p:nvPr/>
          </p:nvSpPr>
          <p:spPr>
            <a:xfrm>
              <a:off x="5652433" y="1759216"/>
              <a:ext cx="60974" cy="17273"/>
            </a:xfrm>
            <a:custGeom>
              <a:avLst/>
              <a:gdLst/>
              <a:ahLst/>
              <a:cxnLst/>
              <a:rect l="l" t="t" r="r" b="b"/>
              <a:pathLst>
                <a:path w="2817" h="798" extrusionOk="0">
                  <a:moveTo>
                    <a:pt x="399" y="0"/>
                  </a:moveTo>
                  <a:cubicBezTo>
                    <a:pt x="178" y="0"/>
                    <a:pt x="0" y="179"/>
                    <a:pt x="0" y="398"/>
                  </a:cubicBezTo>
                  <a:cubicBezTo>
                    <a:pt x="0" y="619"/>
                    <a:pt x="178" y="798"/>
                    <a:pt x="399" y="798"/>
                  </a:cubicBezTo>
                  <a:lnTo>
                    <a:pt x="2419" y="798"/>
                  </a:lnTo>
                  <a:cubicBezTo>
                    <a:pt x="2639" y="798"/>
                    <a:pt x="2817" y="619"/>
                    <a:pt x="2817" y="398"/>
                  </a:cubicBezTo>
                  <a:cubicBezTo>
                    <a:pt x="2817" y="179"/>
                    <a:pt x="2639" y="0"/>
                    <a:pt x="24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85" name="Google Shape;2885;p104">
            <a:extLst>
              <a:ext uri="{FF2B5EF4-FFF2-40B4-BE49-F238E27FC236}">
                <a16:creationId xmlns:a16="http://schemas.microsoft.com/office/drawing/2014/main" id="{23F20401-0DE4-FFFC-1C69-3D8483BC152A}"/>
              </a:ext>
            </a:extLst>
          </p:cNvPr>
          <p:cNvSpPr/>
          <p:nvPr/>
        </p:nvSpPr>
        <p:spPr>
          <a:xfrm>
            <a:off x="2157050" y="-148650"/>
            <a:ext cx="7041100" cy="823975"/>
          </a:xfrm>
          <a:custGeom>
            <a:avLst/>
            <a:gdLst/>
            <a:ahLst/>
            <a:cxnLst/>
            <a:rect l="l" t="t" r="r" b="b"/>
            <a:pathLst>
              <a:path w="281644" h="32959" extrusionOk="0">
                <a:moveTo>
                  <a:pt x="281644" y="0"/>
                </a:moveTo>
                <a:cubicBezTo>
                  <a:pt x="271525" y="15173"/>
                  <a:pt x="248946" y="19975"/>
                  <a:pt x="230708" y="19975"/>
                </a:cubicBezTo>
                <a:cubicBezTo>
                  <a:pt x="222591" y="19975"/>
                  <a:pt x="202738" y="20238"/>
                  <a:pt x="207238" y="13483"/>
                </a:cubicBezTo>
                <a:cubicBezTo>
                  <a:pt x="208718" y="11262"/>
                  <a:pt x="213341" y="11097"/>
                  <a:pt x="215228" y="12984"/>
                </a:cubicBezTo>
                <a:cubicBezTo>
                  <a:pt x="216798" y="14554"/>
                  <a:pt x="217265" y="17322"/>
                  <a:pt x="216726" y="19476"/>
                </a:cubicBezTo>
                <a:cubicBezTo>
                  <a:pt x="215442" y="24605"/>
                  <a:pt x="207928" y="25930"/>
                  <a:pt x="202743" y="26966"/>
                </a:cubicBezTo>
                <a:cubicBezTo>
                  <a:pt x="191926" y="29128"/>
                  <a:pt x="180602" y="26132"/>
                  <a:pt x="169785" y="23970"/>
                </a:cubicBezTo>
                <a:cubicBezTo>
                  <a:pt x="154086" y="20833"/>
                  <a:pt x="138043" y="28318"/>
                  <a:pt x="122345" y="31461"/>
                </a:cubicBezTo>
                <a:cubicBezTo>
                  <a:pt x="115653" y="32801"/>
                  <a:pt x="104028" y="33586"/>
                  <a:pt x="102370" y="26966"/>
                </a:cubicBezTo>
                <a:cubicBezTo>
                  <a:pt x="101477" y="23399"/>
                  <a:pt x="100769" y="18580"/>
                  <a:pt x="103369" y="15980"/>
                </a:cubicBezTo>
                <a:cubicBezTo>
                  <a:pt x="105654" y="13695"/>
                  <a:pt x="112144" y="18338"/>
                  <a:pt x="111359" y="21473"/>
                </a:cubicBezTo>
                <a:cubicBezTo>
                  <a:pt x="109014" y="30840"/>
                  <a:pt x="91555" y="24028"/>
                  <a:pt x="82395" y="20974"/>
                </a:cubicBezTo>
                <a:cubicBezTo>
                  <a:pt x="74033" y="18186"/>
                  <a:pt x="65071" y="17711"/>
                  <a:pt x="56428" y="15980"/>
                </a:cubicBezTo>
                <a:cubicBezTo>
                  <a:pt x="44005" y="13491"/>
                  <a:pt x="30741" y="17770"/>
                  <a:pt x="18976" y="22472"/>
                </a:cubicBezTo>
                <a:cubicBezTo>
                  <a:pt x="12265" y="25154"/>
                  <a:pt x="7227" y="32959"/>
                  <a:pt x="0" y="32959"/>
                </a:cubicBezTo>
              </a:path>
            </a:pathLst>
          </a:custGeom>
          <a:noFill/>
          <a:ln w="28575" cap="flat" cmpd="sng">
            <a:solidFill>
              <a:schemeClr val="accent1"/>
            </a:solidFill>
            <a:prstDash val="dash"/>
            <a:round/>
            <a:headEnd type="none" w="med" len="med"/>
            <a:tailEnd type="none" w="med" len="med"/>
          </a:ln>
        </p:spPr>
      </p:sp>
      <p:grpSp>
        <p:nvGrpSpPr>
          <p:cNvPr id="2" name="Google Shape;468;p51">
            <a:extLst>
              <a:ext uri="{FF2B5EF4-FFF2-40B4-BE49-F238E27FC236}">
                <a16:creationId xmlns:a16="http://schemas.microsoft.com/office/drawing/2014/main" id="{DD3FC98B-5E9E-BEE6-D1A8-B6A61A150BC3}"/>
              </a:ext>
            </a:extLst>
          </p:cNvPr>
          <p:cNvGrpSpPr/>
          <p:nvPr/>
        </p:nvGrpSpPr>
        <p:grpSpPr>
          <a:xfrm>
            <a:off x="6343597" y="717331"/>
            <a:ext cx="2038023" cy="3528212"/>
            <a:chOff x="263797" y="1235731"/>
            <a:chExt cx="2038023" cy="3528212"/>
          </a:xfrm>
        </p:grpSpPr>
        <p:sp>
          <p:nvSpPr>
            <p:cNvPr id="3" name="Google Shape;469;p51">
              <a:extLst>
                <a:ext uri="{FF2B5EF4-FFF2-40B4-BE49-F238E27FC236}">
                  <a16:creationId xmlns:a16="http://schemas.microsoft.com/office/drawing/2014/main" id="{D18C4323-73CD-7AED-1EA0-D2EF82A077E9}"/>
                </a:ext>
              </a:extLst>
            </p:cNvPr>
            <p:cNvSpPr/>
            <p:nvPr/>
          </p:nvSpPr>
          <p:spPr>
            <a:xfrm>
              <a:off x="263797" y="4546100"/>
              <a:ext cx="2035858" cy="217843"/>
            </a:xfrm>
            <a:custGeom>
              <a:avLst/>
              <a:gdLst/>
              <a:ahLst/>
              <a:cxnLst/>
              <a:rect l="l" t="t" r="r" b="b"/>
              <a:pathLst>
                <a:path w="55191" h="5906" extrusionOk="0">
                  <a:moveTo>
                    <a:pt x="27595" y="1"/>
                  </a:moveTo>
                  <a:cubicBezTo>
                    <a:pt x="20277" y="1"/>
                    <a:pt x="13258" y="312"/>
                    <a:pt x="8082" y="866"/>
                  </a:cubicBezTo>
                  <a:cubicBezTo>
                    <a:pt x="2908" y="1419"/>
                    <a:pt x="1" y="2170"/>
                    <a:pt x="1" y="2953"/>
                  </a:cubicBezTo>
                  <a:cubicBezTo>
                    <a:pt x="1" y="3736"/>
                    <a:pt x="2908" y="4486"/>
                    <a:pt x="8082" y="5041"/>
                  </a:cubicBezTo>
                  <a:cubicBezTo>
                    <a:pt x="13258" y="5594"/>
                    <a:pt x="20277" y="5905"/>
                    <a:pt x="27595" y="5905"/>
                  </a:cubicBezTo>
                  <a:cubicBezTo>
                    <a:pt x="34914" y="5905"/>
                    <a:pt x="41933" y="5594"/>
                    <a:pt x="47108" y="5041"/>
                  </a:cubicBezTo>
                  <a:cubicBezTo>
                    <a:pt x="52282" y="4486"/>
                    <a:pt x="55191" y="3736"/>
                    <a:pt x="55191" y="2953"/>
                  </a:cubicBezTo>
                  <a:cubicBezTo>
                    <a:pt x="55191" y="2170"/>
                    <a:pt x="52282" y="1419"/>
                    <a:pt x="47108" y="866"/>
                  </a:cubicBezTo>
                  <a:cubicBezTo>
                    <a:pt x="41933" y="312"/>
                    <a:pt x="34914" y="1"/>
                    <a:pt x="275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470;p51">
              <a:extLst>
                <a:ext uri="{FF2B5EF4-FFF2-40B4-BE49-F238E27FC236}">
                  <a16:creationId xmlns:a16="http://schemas.microsoft.com/office/drawing/2014/main" id="{180F016D-E3B4-312C-A29F-689E6548B0F4}"/>
                </a:ext>
              </a:extLst>
            </p:cNvPr>
            <p:cNvSpPr/>
            <p:nvPr/>
          </p:nvSpPr>
          <p:spPr>
            <a:xfrm flipH="1">
              <a:off x="1519555" y="4034349"/>
              <a:ext cx="199931" cy="555781"/>
            </a:xfrm>
            <a:custGeom>
              <a:avLst/>
              <a:gdLst/>
              <a:ahLst/>
              <a:cxnLst/>
              <a:rect l="l" t="t" r="r" b="b"/>
              <a:pathLst>
                <a:path w="6823" h="18967" extrusionOk="0">
                  <a:moveTo>
                    <a:pt x="560" y="0"/>
                  </a:moveTo>
                  <a:lnTo>
                    <a:pt x="0" y="16062"/>
                  </a:lnTo>
                  <a:lnTo>
                    <a:pt x="1679" y="18967"/>
                  </a:lnTo>
                  <a:lnTo>
                    <a:pt x="5751" y="17372"/>
                  </a:lnTo>
                  <a:lnTo>
                    <a:pt x="6823" y="1453"/>
                  </a:lnTo>
                  <a:lnTo>
                    <a:pt x="5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471;p51">
              <a:extLst>
                <a:ext uri="{FF2B5EF4-FFF2-40B4-BE49-F238E27FC236}">
                  <a16:creationId xmlns:a16="http://schemas.microsoft.com/office/drawing/2014/main" id="{43A60DB5-0149-B78A-5BF3-26A31103F5F9}"/>
                </a:ext>
              </a:extLst>
            </p:cNvPr>
            <p:cNvSpPr/>
            <p:nvPr/>
          </p:nvSpPr>
          <p:spPr>
            <a:xfrm flipH="1">
              <a:off x="1538764" y="4473620"/>
              <a:ext cx="447420" cy="175170"/>
            </a:xfrm>
            <a:custGeom>
              <a:avLst/>
              <a:gdLst/>
              <a:ahLst/>
              <a:cxnLst/>
              <a:rect l="l" t="t" r="r" b="b"/>
              <a:pathLst>
                <a:path w="15269" h="5978" extrusionOk="0">
                  <a:moveTo>
                    <a:pt x="9292" y="0"/>
                  </a:moveTo>
                  <a:lnTo>
                    <a:pt x="422" y="5144"/>
                  </a:lnTo>
                  <a:cubicBezTo>
                    <a:pt x="1" y="5354"/>
                    <a:pt x="165" y="5978"/>
                    <a:pt x="622" y="5978"/>
                  </a:cubicBezTo>
                  <a:cubicBezTo>
                    <a:pt x="631" y="5978"/>
                    <a:pt x="639" y="5978"/>
                    <a:pt x="648" y="5977"/>
                  </a:cubicBezTo>
                  <a:lnTo>
                    <a:pt x="15269" y="5977"/>
                  </a:lnTo>
                  <a:lnTo>
                    <a:pt x="14852" y="2382"/>
                  </a:lnTo>
                  <a:lnTo>
                    <a:pt x="10971" y="2382"/>
                  </a:lnTo>
                  <a:lnTo>
                    <a:pt x="929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72;p51">
              <a:extLst>
                <a:ext uri="{FF2B5EF4-FFF2-40B4-BE49-F238E27FC236}">
                  <a16:creationId xmlns:a16="http://schemas.microsoft.com/office/drawing/2014/main" id="{8201D0C2-5EF6-5F45-8FA2-47D9A66446BC}"/>
                </a:ext>
              </a:extLst>
            </p:cNvPr>
            <p:cNvSpPr/>
            <p:nvPr/>
          </p:nvSpPr>
          <p:spPr>
            <a:xfrm flipH="1">
              <a:off x="758239" y="4034349"/>
              <a:ext cx="333580" cy="555781"/>
            </a:xfrm>
            <a:custGeom>
              <a:avLst/>
              <a:gdLst/>
              <a:ahLst/>
              <a:cxnLst/>
              <a:rect l="l" t="t" r="r" b="b"/>
              <a:pathLst>
                <a:path w="11384" h="18967" extrusionOk="0">
                  <a:moveTo>
                    <a:pt x="6275" y="0"/>
                  </a:moveTo>
                  <a:lnTo>
                    <a:pt x="1" y="1453"/>
                  </a:lnTo>
                  <a:lnTo>
                    <a:pt x="5632" y="17372"/>
                  </a:lnTo>
                  <a:lnTo>
                    <a:pt x="9692" y="18967"/>
                  </a:lnTo>
                  <a:lnTo>
                    <a:pt x="11383" y="16062"/>
                  </a:lnTo>
                  <a:lnTo>
                    <a:pt x="627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73;p51">
              <a:extLst>
                <a:ext uri="{FF2B5EF4-FFF2-40B4-BE49-F238E27FC236}">
                  <a16:creationId xmlns:a16="http://schemas.microsoft.com/office/drawing/2014/main" id="{FC8295D4-6D5C-9C43-A959-B54E41551852}"/>
                </a:ext>
              </a:extLst>
            </p:cNvPr>
            <p:cNvSpPr/>
            <p:nvPr/>
          </p:nvSpPr>
          <p:spPr>
            <a:xfrm flipH="1">
              <a:off x="491226" y="4473620"/>
              <a:ext cx="447772" cy="175522"/>
            </a:xfrm>
            <a:custGeom>
              <a:avLst/>
              <a:gdLst/>
              <a:ahLst/>
              <a:cxnLst/>
              <a:rect l="l" t="t" r="r" b="b"/>
              <a:pathLst>
                <a:path w="15281" h="5990" extrusionOk="0">
                  <a:moveTo>
                    <a:pt x="5978" y="0"/>
                  </a:moveTo>
                  <a:lnTo>
                    <a:pt x="4299" y="2382"/>
                  </a:lnTo>
                  <a:lnTo>
                    <a:pt x="417" y="2382"/>
                  </a:lnTo>
                  <a:lnTo>
                    <a:pt x="1" y="5989"/>
                  </a:lnTo>
                  <a:lnTo>
                    <a:pt x="14621" y="5989"/>
                  </a:lnTo>
                  <a:cubicBezTo>
                    <a:pt x="14630" y="5990"/>
                    <a:pt x="14639" y="5990"/>
                    <a:pt x="14647" y="5990"/>
                  </a:cubicBezTo>
                  <a:cubicBezTo>
                    <a:pt x="15116" y="5990"/>
                    <a:pt x="15280" y="5354"/>
                    <a:pt x="14848" y="5144"/>
                  </a:cubicBezTo>
                  <a:lnTo>
                    <a:pt x="597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74;p51">
              <a:extLst>
                <a:ext uri="{FF2B5EF4-FFF2-40B4-BE49-F238E27FC236}">
                  <a16:creationId xmlns:a16="http://schemas.microsoft.com/office/drawing/2014/main" id="{247A72BC-1356-F1B6-4BCB-5EC80F1A9299}"/>
                </a:ext>
              </a:extLst>
            </p:cNvPr>
            <p:cNvSpPr/>
            <p:nvPr/>
          </p:nvSpPr>
          <p:spPr>
            <a:xfrm flipH="1">
              <a:off x="829454" y="2481369"/>
              <a:ext cx="920743" cy="1832373"/>
            </a:xfrm>
            <a:custGeom>
              <a:avLst/>
              <a:gdLst/>
              <a:ahLst/>
              <a:cxnLst/>
              <a:rect l="l" t="t" r="r" b="b"/>
              <a:pathLst>
                <a:path w="31422" h="62533" extrusionOk="0">
                  <a:moveTo>
                    <a:pt x="17955" y="1"/>
                  </a:moveTo>
                  <a:lnTo>
                    <a:pt x="2108" y="144"/>
                  </a:lnTo>
                  <a:lnTo>
                    <a:pt x="1" y="60770"/>
                  </a:lnTo>
                  <a:lnTo>
                    <a:pt x="8323" y="61377"/>
                  </a:lnTo>
                  <a:lnTo>
                    <a:pt x="11514" y="23468"/>
                  </a:lnTo>
                  <a:lnTo>
                    <a:pt x="24039" y="62532"/>
                  </a:lnTo>
                  <a:lnTo>
                    <a:pt x="31421" y="60211"/>
                  </a:lnTo>
                  <a:cubicBezTo>
                    <a:pt x="31421" y="60211"/>
                    <a:pt x="21408" y="18979"/>
                    <a:pt x="20289" y="13086"/>
                  </a:cubicBezTo>
                  <a:cubicBezTo>
                    <a:pt x="19170" y="7204"/>
                    <a:pt x="19729" y="4108"/>
                    <a:pt x="179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75;p51">
              <a:extLst>
                <a:ext uri="{FF2B5EF4-FFF2-40B4-BE49-F238E27FC236}">
                  <a16:creationId xmlns:a16="http://schemas.microsoft.com/office/drawing/2014/main" id="{5E4A92CF-DC31-9569-A3A8-354913CD3C7B}"/>
                </a:ext>
              </a:extLst>
            </p:cNvPr>
            <p:cNvSpPr/>
            <p:nvPr/>
          </p:nvSpPr>
          <p:spPr>
            <a:xfrm flipH="1">
              <a:off x="1048545" y="1235731"/>
              <a:ext cx="645475" cy="692301"/>
            </a:xfrm>
            <a:custGeom>
              <a:avLst/>
              <a:gdLst/>
              <a:ahLst/>
              <a:cxnLst/>
              <a:rect l="l" t="t" r="r" b="b"/>
              <a:pathLst>
                <a:path w="22028" h="23626" extrusionOk="0">
                  <a:moveTo>
                    <a:pt x="11658" y="1"/>
                  </a:moveTo>
                  <a:cubicBezTo>
                    <a:pt x="10277" y="1"/>
                    <a:pt x="8676" y="567"/>
                    <a:pt x="6847" y="1931"/>
                  </a:cubicBezTo>
                  <a:cubicBezTo>
                    <a:pt x="6651" y="1878"/>
                    <a:pt x="6460" y="1852"/>
                    <a:pt x="6273" y="1852"/>
                  </a:cubicBezTo>
                  <a:cubicBezTo>
                    <a:pt x="4161" y="1852"/>
                    <a:pt x="2665" y="5142"/>
                    <a:pt x="3179" y="9135"/>
                  </a:cubicBezTo>
                  <a:cubicBezTo>
                    <a:pt x="3751" y="13480"/>
                    <a:pt x="0" y="17636"/>
                    <a:pt x="429" y="19422"/>
                  </a:cubicBezTo>
                  <a:cubicBezTo>
                    <a:pt x="842" y="21179"/>
                    <a:pt x="9011" y="23625"/>
                    <a:pt x="14569" y="23625"/>
                  </a:cubicBezTo>
                  <a:cubicBezTo>
                    <a:pt x="14623" y="23625"/>
                    <a:pt x="14676" y="23625"/>
                    <a:pt x="14729" y="23624"/>
                  </a:cubicBezTo>
                  <a:cubicBezTo>
                    <a:pt x="20289" y="23577"/>
                    <a:pt x="22027" y="21148"/>
                    <a:pt x="20991" y="19422"/>
                  </a:cubicBezTo>
                  <a:cubicBezTo>
                    <a:pt x="19955" y="17683"/>
                    <a:pt x="18324" y="16004"/>
                    <a:pt x="18467" y="10790"/>
                  </a:cubicBezTo>
                  <a:cubicBezTo>
                    <a:pt x="18578" y="6755"/>
                    <a:pt x="16427" y="1"/>
                    <a:pt x="116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76;p51">
              <a:extLst>
                <a:ext uri="{FF2B5EF4-FFF2-40B4-BE49-F238E27FC236}">
                  <a16:creationId xmlns:a16="http://schemas.microsoft.com/office/drawing/2014/main" id="{38A9E9F2-9695-7C1C-57BC-71F63A3DA88C}"/>
                </a:ext>
              </a:extLst>
            </p:cNvPr>
            <p:cNvSpPr/>
            <p:nvPr/>
          </p:nvSpPr>
          <p:spPr>
            <a:xfrm flipH="1">
              <a:off x="1661238" y="1587002"/>
              <a:ext cx="640582" cy="830140"/>
            </a:xfrm>
            <a:custGeom>
              <a:avLst/>
              <a:gdLst/>
              <a:ahLst/>
              <a:cxnLst/>
              <a:rect l="l" t="t" r="r" b="b"/>
              <a:pathLst>
                <a:path w="21861" h="28330" extrusionOk="0">
                  <a:moveTo>
                    <a:pt x="1284" y="1"/>
                  </a:moveTo>
                  <a:cubicBezTo>
                    <a:pt x="761" y="1"/>
                    <a:pt x="253" y="821"/>
                    <a:pt x="132" y="2672"/>
                  </a:cubicBezTo>
                  <a:cubicBezTo>
                    <a:pt x="1" y="4839"/>
                    <a:pt x="4358" y="11173"/>
                    <a:pt x="4358" y="11173"/>
                  </a:cubicBezTo>
                  <a:lnTo>
                    <a:pt x="7561" y="26687"/>
                  </a:lnTo>
                  <a:lnTo>
                    <a:pt x="16539" y="28330"/>
                  </a:lnTo>
                  <a:lnTo>
                    <a:pt x="21861" y="19579"/>
                  </a:lnTo>
                  <a:lnTo>
                    <a:pt x="16122" y="14769"/>
                  </a:lnTo>
                  <a:lnTo>
                    <a:pt x="13038" y="21686"/>
                  </a:lnTo>
                  <a:lnTo>
                    <a:pt x="8276" y="10506"/>
                  </a:lnTo>
                  <a:cubicBezTo>
                    <a:pt x="8276" y="10506"/>
                    <a:pt x="7668" y="6684"/>
                    <a:pt x="7168" y="5613"/>
                  </a:cubicBezTo>
                  <a:cubicBezTo>
                    <a:pt x="6680" y="4529"/>
                    <a:pt x="6847" y="3101"/>
                    <a:pt x="6192" y="2898"/>
                  </a:cubicBezTo>
                  <a:cubicBezTo>
                    <a:pt x="6139" y="2881"/>
                    <a:pt x="6088" y="2873"/>
                    <a:pt x="6041" y="2873"/>
                  </a:cubicBezTo>
                  <a:cubicBezTo>
                    <a:pt x="5500" y="2873"/>
                    <a:pt x="5299" y="3933"/>
                    <a:pt x="5299" y="4863"/>
                  </a:cubicBezTo>
                  <a:cubicBezTo>
                    <a:pt x="5299" y="5518"/>
                    <a:pt x="5240" y="6173"/>
                    <a:pt x="5132" y="6827"/>
                  </a:cubicBezTo>
                  <a:cubicBezTo>
                    <a:pt x="5132" y="6827"/>
                    <a:pt x="2406" y="4446"/>
                    <a:pt x="2239" y="3696"/>
                  </a:cubicBezTo>
                  <a:cubicBezTo>
                    <a:pt x="2072" y="2958"/>
                    <a:pt x="2168" y="398"/>
                    <a:pt x="1561" y="77"/>
                  </a:cubicBezTo>
                  <a:cubicBezTo>
                    <a:pt x="1469" y="26"/>
                    <a:pt x="1376" y="1"/>
                    <a:pt x="12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77;p51">
              <a:extLst>
                <a:ext uri="{FF2B5EF4-FFF2-40B4-BE49-F238E27FC236}">
                  <a16:creationId xmlns:a16="http://schemas.microsoft.com/office/drawing/2014/main" id="{E2FC24B1-4CC9-E2E9-A9A4-31A5B18EF0B6}"/>
                </a:ext>
              </a:extLst>
            </p:cNvPr>
            <p:cNvSpPr/>
            <p:nvPr/>
          </p:nvSpPr>
          <p:spPr>
            <a:xfrm flipH="1">
              <a:off x="1024145" y="1786711"/>
              <a:ext cx="805614" cy="708271"/>
            </a:xfrm>
            <a:custGeom>
              <a:avLst/>
              <a:gdLst/>
              <a:ahLst/>
              <a:cxnLst/>
              <a:rect l="l" t="t" r="r" b="b"/>
              <a:pathLst>
                <a:path w="27493" h="24171" extrusionOk="0">
                  <a:moveTo>
                    <a:pt x="11348" y="0"/>
                  </a:moveTo>
                  <a:lnTo>
                    <a:pt x="10228" y="298"/>
                  </a:lnTo>
                  <a:lnTo>
                    <a:pt x="10097" y="334"/>
                  </a:lnTo>
                  <a:lnTo>
                    <a:pt x="9919" y="381"/>
                  </a:lnTo>
                  <a:lnTo>
                    <a:pt x="6633" y="1227"/>
                  </a:lnTo>
                  <a:cubicBezTo>
                    <a:pt x="6276" y="1310"/>
                    <a:pt x="5918" y="1429"/>
                    <a:pt x="5573" y="1584"/>
                  </a:cubicBezTo>
                  <a:cubicBezTo>
                    <a:pt x="5466" y="1632"/>
                    <a:pt x="5371" y="1679"/>
                    <a:pt x="5264" y="1727"/>
                  </a:cubicBezTo>
                  <a:cubicBezTo>
                    <a:pt x="4073" y="2310"/>
                    <a:pt x="3073" y="3203"/>
                    <a:pt x="2358" y="4311"/>
                  </a:cubicBezTo>
                  <a:lnTo>
                    <a:pt x="1" y="7966"/>
                  </a:lnTo>
                  <a:lnTo>
                    <a:pt x="4585" y="12109"/>
                  </a:lnTo>
                  <a:cubicBezTo>
                    <a:pt x="4585" y="12109"/>
                    <a:pt x="3609" y="14502"/>
                    <a:pt x="4311" y="17991"/>
                  </a:cubicBezTo>
                  <a:cubicBezTo>
                    <a:pt x="5013" y="21479"/>
                    <a:pt x="4823" y="23861"/>
                    <a:pt x="4823" y="23861"/>
                  </a:cubicBezTo>
                  <a:lnTo>
                    <a:pt x="5264" y="23861"/>
                  </a:lnTo>
                  <a:lnTo>
                    <a:pt x="5585" y="23872"/>
                  </a:lnTo>
                  <a:lnTo>
                    <a:pt x="9919" y="23956"/>
                  </a:lnTo>
                  <a:lnTo>
                    <a:pt x="10228" y="23956"/>
                  </a:lnTo>
                  <a:lnTo>
                    <a:pt x="14574" y="24051"/>
                  </a:lnTo>
                  <a:lnTo>
                    <a:pt x="14884" y="24051"/>
                  </a:lnTo>
                  <a:lnTo>
                    <a:pt x="19230" y="24134"/>
                  </a:lnTo>
                  <a:lnTo>
                    <a:pt x="19539" y="24146"/>
                  </a:lnTo>
                  <a:lnTo>
                    <a:pt x="21051" y="24170"/>
                  </a:lnTo>
                  <a:lnTo>
                    <a:pt x="21420" y="14407"/>
                  </a:lnTo>
                  <a:lnTo>
                    <a:pt x="23885" y="12621"/>
                  </a:lnTo>
                  <a:lnTo>
                    <a:pt x="24194" y="12395"/>
                  </a:lnTo>
                  <a:lnTo>
                    <a:pt x="27492" y="9990"/>
                  </a:lnTo>
                  <a:lnTo>
                    <a:pt x="25861" y="5894"/>
                  </a:lnTo>
                  <a:cubicBezTo>
                    <a:pt x="25480" y="4953"/>
                    <a:pt x="24909" y="4096"/>
                    <a:pt x="24183" y="3394"/>
                  </a:cubicBezTo>
                  <a:cubicBezTo>
                    <a:pt x="24087" y="3298"/>
                    <a:pt x="23980" y="3203"/>
                    <a:pt x="23873" y="3108"/>
                  </a:cubicBezTo>
                  <a:cubicBezTo>
                    <a:pt x="23456" y="2739"/>
                    <a:pt x="22992" y="2429"/>
                    <a:pt x="22492" y="2167"/>
                  </a:cubicBezTo>
                  <a:lnTo>
                    <a:pt x="19539" y="620"/>
                  </a:lnTo>
                  <a:lnTo>
                    <a:pt x="19230" y="453"/>
                  </a:lnTo>
                  <a:lnTo>
                    <a:pt x="18396" y="24"/>
                  </a:lnTo>
                  <a:lnTo>
                    <a:pt x="14884" y="12"/>
                  </a:lnTo>
                  <a:lnTo>
                    <a:pt x="14574" y="12"/>
                  </a:lnTo>
                  <a:lnTo>
                    <a:pt x="1134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78;p51">
              <a:extLst>
                <a:ext uri="{FF2B5EF4-FFF2-40B4-BE49-F238E27FC236}">
                  <a16:creationId xmlns:a16="http://schemas.microsoft.com/office/drawing/2014/main" id="{BB76EB90-7F3A-8010-A9AD-66830A29CF0F}"/>
                </a:ext>
              </a:extLst>
            </p:cNvPr>
            <p:cNvSpPr/>
            <p:nvPr/>
          </p:nvSpPr>
          <p:spPr>
            <a:xfrm flipH="1">
              <a:off x="1256848" y="1787062"/>
              <a:ext cx="280864" cy="104376"/>
            </a:xfrm>
            <a:custGeom>
              <a:avLst/>
              <a:gdLst/>
              <a:ahLst/>
              <a:cxnLst/>
              <a:rect l="l" t="t" r="r" b="b"/>
              <a:pathLst>
                <a:path w="9585" h="3562" extrusionOk="0">
                  <a:moveTo>
                    <a:pt x="1382" y="0"/>
                  </a:moveTo>
                  <a:lnTo>
                    <a:pt x="131" y="322"/>
                  </a:lnTo>
                  <a:cubicBezTo>
                    <a:pt x="0" y="1620"/>
                    <a:pt x="322" y="3358"/>
                    <a:pt x="2941" y="3537"/>
                  </a:cubicBezTo>
                  <a:cubicBezTo>
                    <a:pt x="3190" y="3554"/>
                    <a:pt x="3436" y="3562"/>
                    <a:pt x="3677" y="3562"/>
                  </a:cubicBezTo>
                  <a:cubicBezTo>
                    <a:pt x="6468" y="3562"/>
                    <a:pt x="8697" y="2440"/>
                    <a:pt x="9585" y="631"/>
                  </a:cubicBezTo>
                  <a:lnTo>
                    <a:pt x="8442" y="24"/>
                  </a:lnTo>
                  <a:lnTo>
                    <a:pt x="138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79;p51">
              <a:extLst>
                <a:ext uri="{FF2B5EF4-FFF2-40B4-BE49-F238E27FC236}">
                  <a16:creationId xmlns:a16="http://schemas.microsoft.com/office/drawing/2014/main" id="{179021EA-AE8D-BDEB-1D3E-F52B18638DA2}"/>
                </a:ext>
              </a:extLst>
            </p:cNvPr>
            <p:cNvSpPr/>
            <p:nvPr/>
          </p:nvSpPr>
          <p:spPr>
            <a:xfrm flipH="1">
              <a:off x="1290339" y="1612262"/>
              <a:ext cx="230962" cy="250536"/>
            </a:xfrm>
            <a:custGeom>
              <a:avLst/>
              <a:gdLst/>
              <a:ahLst/>
              <a:cxnLst/>
              <a:rect l="l" t="t" r="r" b="b"/>
              <a:pathLst>
                <a:path w="7882" h="8550" extrusionOk="0">
                  <a:moveTo>
                    <a:pt x="7227" y="0"/>
                  </a:moveTo>
                  <a:lnTo>
                    <a:pt x="1619" y="1715"/>
                  </a:lnTo>
                  <a:lnTo>
                    <a:pt x="1703" y="4048"/>
                  </a:lnTo>
                  <a:lnTo>
                    <a:pt x="1750" y="5668"/>
                  </a:lnTo>
                  <a:lnTo>
                    <a:pt x="822" y="5965"/>
                  </a:lnTo>
                  <a:cubicBezTo>
                    <a:pt x="822" y="5965"/>
                    <a:pt x="0" y="8549"/>
                    <a:pt x="3298" y="8549"/>
                  </a:cubicBezTo>
                  <a:cubicBezTo>
                    <a:pt x="6584" y="8549"/>
                    <a:pt x="7882" y="5977"/>
                    <a:pt x="7882" y="5977"/>
                  </a:cubicBezTo>
                  <a:lnTo>
                    <a:pt x="6989" y="5656"/>
                  </a:lnTo>
                  <a:cubicBezTo>
                    <a:pt x="6989" y="5656"/>
                    <a:pt x="6703" y="2739"/>
                    <a:pt x="6965" y="965"/>
                  </a:cubicBezTo>
                  <a:cubicBezTo>
                    <a:pt x="7001" y="631"/>
                    <a:pt x="7084" y="310"/>
                    <a:pt x="72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80;p51">
              <a:extLst>
                <a:ext uri="{FF2B5EF4-FFF2-40B4-BE49-F238E27FC236}">
                  <a16:creationId xmlns:a16="http://schemas.microsoft.com/office/drawing/2014/main" id="{AA18C426-976C-300E-1617-CF47EC8D435D}"/>
                </a:ext>
              </a:extLst>
            </p:cNvPr>
            <p:cNvSpPr/>
            <p:nvPr/>
          </p:nvSpPr>
          <p:spPr>
            <a:xfrm flipH="1">
              <a:off x="1309500" y="1612262"/>
              <a:ext cx="164358" cy="119613"/>
            </a:xfrm>
            <a:custGeom>
              <a:avLst/>
              <a:gdLst/>
              <a:ahLst/>
              <a:cxnLst/>
              <a:rect l="l" t="t" r="r" b="b"/>
              <a:pathLst>
                <a:path w="5609" h="4082" extrusionOk="0">
                  <a:moveTo>
                    <a:pt x="5608" y="0"/>
                  </a:moveTo>
                  <a:lnTo>
                    <a:pt x="0" y="1703"/>
                  </a:lnTo>
                  <a:lnTo>
                    <a:pt x="84" y="4048"/>
                  </a:lnTo>
                  <a:cubicBezTo>
                    <a:pt x="244" y="4067"/>
                    <a:pt x="443" y="4082"/>
                    <a:pt x="670" y="4082"/>
                  </a:cubicBezTo>
                  <a:cubicBezTo>
                    <a:pt x="1915" y="4082"/>
                    <a:pt x="4018" y="3642"/>
                    <a:pt x="5346" y="965"/>
                  </a:cubicBezTo>
                  <a:cubicBezTo>
                    <a:pt x="5382" y="631"/>
                    <a:pt x="5465" y="298"/>
                    <a:pt x="560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81;p51">
              <a:extLst>
                <a:ext uri="{FF2B5EF4-FFF2-40B4-BE49-F238E27FC236}">
                  <a16:creationId xmlns:a16="http://schemas.microsoft.com/office/drawing/2014/main" id="{3B311957-B226-9C53-9D9A-4387ACDDD588}"/>
                </a:ext>
              </a:extLst>
            </p:cNvPr>
            <p:cNvSpPr/>
            <p:nvPr/>
          </p:nvSpPr>
          <p:spPr>
            <a:xfrm flipH="1">
              <a:off x="1203635" y="1365227"/>
              <a:ext cx="337799" cy="327719"/>
            </a:xfrm>
            <a:custGeom>
              <a:avLst/>
              <a:gdLst/>
              <a:ahLst/>
              <a:cxnLst/>
              <a:rect l="l" t="t" r="r" b="b"/>
              <a:pathLst>
                <a:path w="11528" h="11184" extrusionOk="0">
                  <a:moveTo>
                    <a:pt x="1747" y="1"/>
                  </a:moveTo>
                  <a:cubicBezTo>
                    <a:pt x="1473" y="1334"/>
                    <a:pt x="187" y="2049"/>
                    <a:pt x="330" y="3073"/>
                  </a:cubicBezTo>
                  <a:cubicBezTo>
                    <a:pt x="473" y="4096"/>
                    <a:pt x="497" y="4966"/>
                    <a:pt x="247" y="6704"/>
                  </a:cubicBezTo>
                  <a:cubicBezTo>
                    <a:pt x="1" y="8414"/>
                    <a:pt x="711" y="11183"/>
                    <a:pt x="3906" y="11183"/>
                  </a:cubicBezTo>
                  <a:cubicBezTo>
                    <a:pt x="3959" y="11183"/>
                    <a:pt x="4014" y="11182"/>
                    <a:pt x="4068" y="11181"/>
                  </a:cubicBezTo>
                  <a:cubicBezTo>
                    <a:pt x="7414" y="11074"/>
                    <a:pt x="8867" y="7537"/>
                    <a:pt x="8867" y="7537"/>
                  </a:cubicBezTo>
                  <a:cubicBezTo>
                    <a:pt x="8867" y="7537"/>
                    <a:pt x="9344" y="7706"/>
                    <a:pt x="9866" y="7706"/>
                  </a:cubicBezTo>
                  <a:cubicBezTo>
                    <a:pt x="10354" y="7706"/>
                    <a:pt x="10880" y="7559"/>
                    <a:pt x="11093" y="6990"/>
                  </a:cubicBezTo>
                  <a:cubicBezTo>
                    <a:pt x="11527" y="5847"/>
                    <a:pt x="10854" y="4901"/>
                    <a:pt x="10104" y="4901"/>
                  </a:cubicBezTo>
                  <a:cubicBezTo>
                    <a:pt x="10072" y="4901"/>
                    <a:pt x="10041" y="4903"/>
                    <a:pt x="10010" y="4906"/>
                  </a:cubicBezTo>
                  <a:cubicBezTo>
                    <a:pt x="9510" y="4966"/>
                    <a:pt x="9212" y="5549"/>
                    <a:pt x="9057" y="5954"/>
                  </a:cubicBezTo>
                  <a:cubicBezTo>
                    <a:pt x="9047" y="5984"/>
                    <a:pt x="9025" y="5997"/>
                    <a:pt x="9002" y="5997"/>
                  </a:cubicBezTo>
                  <a:cubicBezTo>
                    <a:pt x="8970" y="5997"/>
                    <a:pt x="8938" y="5972"/>
                    <a:pt x="8938" y="5930"/>
                  </a:cubicBezTo>
                  <a:cubicBezTo>
                    <a:pt x="8914" y="5609"/>
                    <a:pt x="8831" y="5168"/>
                    <a:pt x="8581" y="4978"/>
                  </a:cubicBezTo>
                  <a:cubicBezTo>
                    <a:pt x="8164" y="4668"/>
                    <a:pt x="2271" y="2751"/>
                    <a:pt x="174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82;p51">
              <a:extLst>
                <a:ext uri="{FF2B5EF4-FFF2-40B4-BE49-F238E27FC236}">
                  <a16:creationId xmlns:a16="http://schemas.microsoft.com/office/drawing/2014/main" id="{89E24F6A-E82D-0633-DBE2-30D2D3E855FC}"/>
                </a:ext>
              </a:extLst>
            </p:cNvPr>
            <p:cNvSpPr/>
            <p:nvPr/>
          </p:nvSpPr>
          <p:spPr>
            <a:xfrm flipH="1">
              <a:off x="1237638" y="1526196"/>
              <a:ext cx="21655" cy="40730"/>
            </a:xfrm>
            <a:custGeom>
              <a:avLst/>
              <a:gdLst/>
              <a:ahLst/>
              <a:cxnLst/>
              <a:rect l="l" t="t" r="r" b="b"/>
              <a:pathLst>
                <a:path w="739" h="1390" extrusionOk="0">
                  <a:moveTo>
                    <a:pt x="639" y="1"/>
                  </a:moveTo>
                  <a:cubicBezTo>
                    <a:pt x="629" y="1"/>
                    <a:pt x="618" y="3"/>
                    <a:pt x="608" y="8"/>
                  </a:cubicBezTo>
                  <a:cubicBezTo>
                    <a:pt x="429" y="56"/>
                    <a:pt x="298" y="270"/>
                    <a:pt x="239" y="401"/>
                  </a:cubicBezTo>
                  <a:cubicBezTo>
                    <a:pt x="96" y="675"/>
                    <a:pt x="1" y="1068"/>
                    <a:pt x="84" y="1318"/>
                  </a:cubicBezTo>
                  <a:cubicBezTo>
                    <a:pt x="96" y="1354"/>
                    <a:pt x="132" y="1390"/>
                    <a:pt x="179" y="1390"/>
                  </a:cubicBezTo>
                  <a:cubicBezTo>
                    <a:pt x="179" y="1378"/>
                    <a:pt x="191" y="1378"/>
                    <a:pt x="191" y="1378"/>
                  </a:cubicBezTo>
                  <a:cubicBezTo>
                    <a:pt x="239" y="1354"/>
                    <a:pt x="263" y="1306"/>
                    <a:pt x="251" y="1259"/>
                  </a:cubicBezTo>
                  <a:cubicBezTo>
                    <a:pt x="191" y="1080"/>
                    <a:pt x="251" y="759"/>
                    <a:pt x="394" y="473"/>
                  </a:cubicBezTo>
                  <a:cubicBezTo>
                    <a:pt x="501" y="282"/>
                    <a:pt x="596" y="199"/>
                    <a:pt x="656" y="175"/>
                  </a:cubicBezTo>
                  <a:cubicBezTo>
                    <a:pt x="703" y="163"/>
                    <a:pt x="739" y="116"/>
                    <a:pt x="727" y="68"/>
                  </a:cubicBezTo>
                  <a:cubicBezTo>
                    <a:pt x="708" y="31"/>
                    <a:pt x="675" y="1"/>
                    <a:pt x="639" y="1"/>
                  </a:cubicBezTo>
                  <a:close/>
                </a:path>
              </a:pathLst>
            </a:custGeom>
            <a:solidFill>
              <a:srgbClr val="E45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83;p51">
              <a:extLst>
                <a:ext uri="{FF2B5EF4-FFF2-40B4-BE49-F238E27FC236}">
                  <a16:creationId xmlns:a16="http://schemas.microsoft.com/office/drawing/2014/main" id="{3F843EA1-0143-5FA8-E8EA-1F8E9CF3AB97}"/>
                </a:ext>
              </a:extLst>
            </p:cNvPr>
            <p:cNvSpPr/>
            <p:nvPr/>
          </p:nvSpPr>
          <p:spPr>
            <a:xfrm flipH="1">
              <a:off x="1720542" y="2135256"/>
              <a:ext cx="510098" cy="346150"/>
            </a:xfrm>
            <a:custGeom>
              <a:avLst/>
              <a:gdLst/>
              <a:ahLst/>
              <a:cxnLst/>
              <a:rect l="l" t="t" r="r" b="b"/>
              <a:pathLst>
                <a:path w="17408" h="11813" extrusionOk="0">
                  <a:moveTo>
                    <a:pt x="608" y="1"/>
                  </a:moveTo>
                  <a:lnTo>
                    <a:pt x="441" y="48"/>
                  </a:lnTo>
                  <a:cubicBezTo>
                    <a:pt x="167" y="120"/>
                    <a:pt x="1" y="406"/>
                    <a:pt x="84" y="668"/>
                  </a:cubicBezTo>
                  <a:lnTo>
                    <a:pt x="3061" y="11443"/>
                  </a:lnTo>
                  <a:cubicBezTo>
                    <a:pt x="3118" y="11661"/>
                    <a:pt x="3319" y="11812"/>
                    <a:pt x="3536" y="11812"/>
                  </a:cubicBezTo>
                  <a:cubicBezTo>
                    <a:pt x="3544" y="11812"/>
                    <a:pt x="3552" y="11812"/>
                    <a:pt x="3561" y="11812"/>
                  </a:cubicBezTo>
                  <a:lnTo>
                    <a:pt x="17408" y="11812"/>
                  </a:lnTo>
                  <a:lnTo>
                    <a:pt x="144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84;p51">
              <a:extLst>
                <a:ext uri="{FF2B5EF4-FFF2-40B4-BE49-F238E27FC236}">
                  <a16:creationId xmlns:a16="http://schemas.microsoft.com/office/drawing/2014/main" id="{333C5E42-EFE3-4877-15B8-38DEC8EF60A1}"/>
                </a:ext>
              </a:extLst>
            </p:cNvPr>
            <p:cNvSpPr/>
            <p:nvPr/>
          </p:nvSpPr>
          <p:spPr>
            <a:xfrm flipH="1">
              <a:off x="1962306" y="2292268"/>
              <a:ext cx="73637" cy="63088"/>
            </a:xfrm>
            <a:custGeom>
              <a:avLst/>
              <a:gdLst/>
              <a:ahLst/>
              <a:cxnLst/>
              <a:rect l="l" t="t" r="r" b="b"/>
              <a:pathLst>
                <a:path w="2513" h="2153" extrusionOk="0">
                  <a:moveTo>
                    <a:pt x="1429" y="1"/>
                  </a:moveTo>
                  <a:cubicBezTo>
                    <a:pt x="477" y="1"/>
                    <a:pt x="0" y="1155"/>
                    <a:pt x="667" y="1834"/>
                  </a:cubicBezTo>
                  <a:cubicBezTo>
                    <a:pt x="887" y="2054"/>
                    <a:pt x="1158" y="2153"/>
                    <a:pt x="1425" y="2153"/>
                  </a:cubicBezTo>
                  <a:cubicBezTo>
                    <a:pt x="1980" y="2153"/>
                    <a:pt x="2513" y="1724"/>
                    <a:pt x="2513" y="1072"/>
                  </a:cubicBezTo>
                  <a:cubicBezTo>
                    <a:pt x="2513" y="477"/>
                    <a:pt x="2024" y="1"/>
                    <a:pt x="142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85;p51">
              <a:extLst>
                <a:ext uri="{FF2B5EF4-FFF2-40B4-BE49-F238E27FC236}">
                  <a16:creationId xmlns:a16="http://schemas.microsoft.com/office/drawing/2014/main" id="{6CC630B4-09B7-25D3-3154-FEA32D706E1B}"/>
                </a:ext>
              </a:extLst>
            </p:cNvPr>
            <p:cNvSpPr/>
            <p:nvPr/>
          </p:nvSpPr>
          <p:spPr>
            <a:xfrm flipH="1">
              <a:off x="1383827" y="2446497"/>
              <a:ext cx="351718" cy="34899"/>
            </a:xfrm>
            <a:custGeom>
              <a:avLst/>
              <a:gdLst/>
              <a:ahLst/>
              <a:cxnLst/>
              <a:rect l="l" t="t" r="r" b="b"/>
              <a:pathLst>
                <a:path w="12003" h="1191" extrusionOk="0">
                  <a:moveTo>
                    <a:pt x="215" y="0"/>
                  </a:moveTo>
                  <a:cubicBezTo>
                    <a:pt x="96" y="0"/>
                    <a:pt x="1" y="95"/>
                    <a:pt x="1" y="214"/>
                  </a:cubicBezTo>
                  <a:lnTo>
                    <a:pt x="1" y="976"/>
                  </a:lnTo>
                  <a:cubicBezTo>
                    <a:pt x="1" y="1095"/>
                    <a:pt x="96" y="1191"/>
                    <a:pt x="215" y="1191"/>
                  </a:cubicBezTo>
                  <a:lnTo>
                    <a:pt x="11788" y="1191"/>
                  </a:lnTo>
                  <a:cubicBezTo>
                    <a:pt x="11907" y="1191"/>
                    <a:pt x="12002" y="1095"/>
                    <a:pt x="12002" y="976"/>
                  </a:cubicBezTo>
                  <a:lnTo>
                    <a:pt x="12002" y="214"/>
                  </a:lnTo>
                  <a:cubicBezTo>
                    <a:pt x="12002" y="95"/>
                    <a:pt x="11907" y="0"/>
                    <a:pt x="117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86;p51">
              <a:extLst>
                <a:ext uri="{FF2B5EF4-FFF2-40B4-BE49-F238E27FC236}">
                  <a16:creationId xmlns:a16="http://schemas.microsoft.com/office/drawing/2014/main" id="{97C7DB80-D85F-3C46-3783-BC8DDEA3D776}"/>
                </a:ext>
              </a:extLst>
            </p:cNvPr>
            <p:cNvSpPr/>
            <p:nvPr/>
          </p:nvSpPr>
          <p:spPr>
            <a:xfrm flipH="1">
              <a:off x="1699596" y="2132677"/>
              <a:ext cx="125620" cy="345359"/>
            </a:xfrm>
            <a:custGeom>
              <a:avLst/>
              <a:gdLst/>
              <a:ahLst/>
              <a:cxnLst/>
              <a:rect l="l" t="t" r="r" b="b"/>
              <a:pathLst>
                <a:path w="4287" h="11786" extrusionOk="0">
                  <a:moveTo>
                    <a:pt x="969" y="0"/>
                  </a:moveTo>
                  <a:cubicBezTo>
                    <a:pt x="952" y="0"/>
                    <a:pt x="935" y="2"/>
                    <a:pt x="918" y="5"/>
                  </a:cubicBezTo>
                  <a:lnTo>
                    <a:pt x="179" y="208"/>
                  </a:lnTo>
                  <a:cubicBezTo>
                    <a:pt x="72" y="244"/>
                    <a:pt x="1" y="363"/>
                    <a:pt x="36" y="470"/>
                  </a:cubicBezTo>
                  <a:lnTo>
                    <a:pt x="3108" y="11626"/>
                  </a:lnTo>
                  <a:cubicBezTo>
                    <a:pt x="3139" y="11728"/>
                    <a:pt x="3230" y="11786"/>
                    <a:pt x="3323" y="11786"/>
                  </a:cubicBezTo>
                  <a:cubicBezTo>
                    <a:pt x="3339" y="11786"/>
                    <a:pt x="3355" y="11784"/>
                    <a:pt x="3370" y="11781"/>
                  </a:cubicBezTo>
                  <a:lnTo>
                    <a:pt x="4108" y="11578"/>
                  </a:lnTo>
                  <a:cubicBezTo>
                    <a:pt x="4227" y="11543"/>
                    <a:pt x="4287" y="11424"/>
                    <a:pt x="4263" y="11304"/>
                  </a:cubicBezTo>
                  <a:lnTo>
                    <a:pt x="1179" y="160"/>
                  </a:lnTo>
                  <a:cubicBezTo>
                    <a:pt x="1159" y="59"/>
                    <a:pt x="1069" y="0"/>
                    <a:pt x="9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87;p51">
              <a:extLst>
                <a:ext uri="{FF2B5EF4-FFF2-40B4-BE49-F238E27FC236}">
                  <a16:creationId xmlns:a16="http://schemas.microsoft.com/office/drawing/2014/main" id="{FE529717-2CAD-583D-AC92-D41FA6067CB1}"/>
                </a:ext>
              </a:extLst>
            </p:cNvPr>
            <p:cNvSpPr/>
            <p:nvPr/>
          </p:nvSpPr>
          <p:spPr>
            <a:xfrm flipH="1">
              <a:off x="877590" y="2079431"/>
              <a:ext cx="729544" cy="627191"/>
            </a:xfrm>
            <a:custGeom>
              <a:avLst/>
              <a:gdLst/>
              <a:ahLst/>
              <a:cxnLst/>
              <a:rect l="l" t="t" r="r" b="b"/>
              <a:pathLst>
                <a:path w="24897" h="21404" extrusionOk="0">
                  <a:moveTo>
                    <a:pt x="19895" y="1"/>
                  </a:moveTo>
                  <a:lnTo>
                    <a:pt x="13811" y="4418"/>
                  </a:lnTo>
                  <a:lnTo>
                    <a:pt x="14407" y="6144"/>
                  </a:lnTo>
                  <a:lnTo>
                    <a:pt x="16597" y="12526"/>
                  </a:lnTo>
                  <a:lnTo>
                    <a:pt x="8906" y="11455"/>
                  </a:lnTo>
                  <a:cubicBezTo>
                    <a:pt x="8906" y="11455"/>
                    <a:pt x="7315" y="10827"/>
                    <a:pt x="5949" y="10827"/>
                  </a:cubicBezTo>
                  <a:cubicBezTo>
                    <a:pt x="5858" y="10827"/>
                    <a:pt x="5768" y="10829"/>
                    <a:pt x="5679" y="10835"/>
                  </a:cubicBezTo>
                  <a:cubicBezTo>
                    <a:pt x="4251" y="10931"/>
                    <a:pt x="3393" y="11181"/>
                    <a:pt x="3441" y="11907"/>
                  </a:cubicBezTo>
                  <a:cubicBezTo>
                    <a:pt x="3489" y="12645"/>
                    <a:pt x="6882" y="12681"/>
                    <a:pt x="7251" y="12979"/>
                  </a:cubicBezTo>
                  <a:cubicBezTo>
                    <a:pt x="7608" y="13288"/>
                    <a:pt x="0" y="14086"/>
                    <a:pt x="12" y="14479"/>
                  </a:cubicBezTo>
                  <a:cubicBezTo>
                    <a:pt x="36" y="14872"/>
                    <a:pt x="2048" y="15860"/>
                    <a:pt x="3929" y="16038"/>
                  </a:cubicBezTo>
                  <a:cubicBezTo>
                    <a:pt x="4086" y="16052"/>
                    <a:pt x="4259" y="16059"/>
                    <a:pt x="4444" y="16059"/>
                  </a:cubicBezTo>
                  <a:cubicBezTo>
                    <a:pt x="6480" y="16059"/>
                    <a:pt x="10001" y="15288"/>
                    <a:pt x="10001" y="15288"/>
                  </a:cubicBezTo>
                  <a:lnTo>
                    <a:pt x="17705" y="20587"/>
                  </a:lnTo>
                  <a:cubicBezTo>
                    <a:pt x="18522" y="21149"/>
                    <a:pt x="19419" y="21403"/>
                    <a:pt x="20293" y="21403"/>
                  </a:cubicBezTo>
                  <a:cubicBezTo>
                    <a:pt x="22678" y="21403"/>
                    <a:pt x="24896" y="19510"/>
                    <a:pt x="24896" y="16800"/>
                  </a:cubicBezTo>
                  <a:cubicBezTo>
                    <a:pt x="24896" y="16348"/>
                    <a:pt x="24813" y="15884"/>
                    <a:pt x="24682" y="15443"/>
                  </a:cubicBezTo>
                  <a:lnTo>
                    <a:pt x="20288" y="1287"/>
                  </a:lnTo>
                  <a:lnTo>
                    <a:pt x="198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88;p51">
              <a:extLst>
                <a:ext uri="{FF2B5EF4-FFF2-40B4-BE49-F238E27FC236}">
                  <a16:creationId xmlns:a16="http://schemas.microsoft.com/office/drawing/2014/main" id="{8344F37C-4C13-5FF8-4B61-3134CCE7E72D}"/>
                </a:ext>
              </a:extLst>
            </p:cNvPr>
            <p:cNvSpPr/>
            <p:nvPr/>
          </p:nvSpPr>
          <p:spPr>
            <a:xfrm flipH="1">
              <a:off x="1020264" y="2443683"/>
              <a:ext cx="103291" cy="18519"/>
            </a:xfrm>
            <a:custGeom>
              <a:avLst/>
              <a:gdLst/>
              <a:ahLst/>
              <a:cxnLst/>
              <a:rect l="l" t="t" r="r" b="b"/>
              <a:pathLst>
                <a:path w="3525" h="632" extrusionOk="0">
                  <a:moveTo>
                    <a:pt x="107" y="1"/>
                  </a:moveTo>
                  <a:cubicBezTo>
                    <a:pt x="60" y="1"/>
                    <a:pt x="12" y="25"/>
                    <a:pt x="12" y="84"/>
                  </a:cubicBezTo>
                  <a:cubicBezTo>
                    <a:pt x="0" y="132"/>
                    <a:pt x="36" y="179"/>
                    <a:pt x="84" y="179"/>
                  </a:cubicBezTo>
                  <a:lnTo>
                    <a:pt x="3382" y="632"/>
                  </a:lnTo>
                  <a:lnTo>
                    <a:pt x="3393" y="632"/>
                  </a:lnTo>
                  <a:cubicBezTo>
                    <a:pt x="3513" y="632"/>
                    <a:pt x="3524" y="453"/>
                    <a:pt x="3405" y="453"/>
                  </a:cubicBezTo>
                  <a:lnTo>
                    <a:pt x="10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89;p51">
              <a:extLst>
                <a:ext uri="{FF2B5EF4-FFF2-40B4-BE49-F238E27FC236}">
                  <a16:creationId xmlns:a16="http://schemas.microsoft.com/office/drawing/2014/main" id="{5B52B039-0623-C871-8C92-4E19CD914AFC}"/>
                </a:ext>
              </a:extLst>
            </p:cNvPr>
            <p:cNvSpPr/>
            <p:nvPr/>
          </p:nvSpPr>
          <p:spPr>
            <a:xfrm flipH="1">
              <a:off x="1655604" y="2458687"/>
              <a:ext cx="12600" cy="10608"/>
            </a:xfrm>
            <a:custGeom>
              <a:avLst/>
              <a:gdLst/>
              <a:ahLst/>
              <a:cxnLst/>
              <a:rect l="l" t="t" r="r" b="b"/>
              <a:pathLst>
                <a:path w="430" h="362" extrusionOk="0">
                  <a:moveTo>
                    <a:pt x="251" y="1"/>
                  </a:moveTo>
                  <a:cubicBezTo>
                    <a:pt x="84" y="1"/>
                    <a:pt x="1" y="191"/>
                    <a:pt x="120" y="310"/>
                  </a:cubicBezTo>
                  <a:cubicBezTo>
                    <a:pt x="154" y="345"/>
                    <a:pt x="199" y="361"/>
                    <a:pt x="244" y="361"/>
                  </a:cubicBezTo>
                  <a:cubicBezTo>
                    <a:pt x="337" y="361"/>
                    <a:pt x="429" y="292"/>
                    <a:pt x="429" y="179"/>
                  </a:cubicBezTo>
                  <a:cubicBezTo>
                    <a:pt x="429" y="84"/>
                    <a:pt x="346" y="1"/>
                    <a:pt x="2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90;p51">
              <a:extLst>
                <a:ext uri="{FF2B5EF4-FFF2-40B4-BE49-F238E27FC236}">
                  <a16:creationId xmlns:a16="http://schemas.microsoft.com/office/drawing/2014/main" id="{26E81342-5E62-448E-242E-091C910F2C73}"/>
                </a:ext>
              </a:extLst>
            </p:cNvPr>
            <p:cNvSpPr/>
            <p:nvPr/>
          </p:nvSpPr>
          <p:spPr>
            <a:xfrm flipH="1">
              <a:off x="1633977" y="2458687"/>
              <a:ext cx="12600" cy="10608"/>
            </a:xfrm>
            <a:custGeom>
              <a:avLst/>
              <a:gdLst/>
              <a:ahLst/>
              <a:cxnLst/>
              <a:rect l="l" t="t" r="r" b="b"/>
              <a:pathLst>
                <a:path w="430" h="362" extrusionOk="0">
                  <a:moveTo>
                    <a:pt x="239" y="1"/>
                  </a:moveTo>
                  <a:cubicBezTo>
                    <a:pt x="84" y="1"/>
                    <a:pt x="1" y="191"/>
                    <a:pt x="108" y="310"/>
                  </a:cubicBezTo>
                  <a:cubicBezTo>
                    <a:pt x="147" y="345"/>
                    <a:pt x="193" y="361"/>
                    <a:pt x="238" y="361"/>
                  </a:cubicBezTo>
                  <a:cubicBezTo>
                    <a:pt x="332" y="361"/>
                    <a:pt x="421" y="292"/>
                    <a:pt x="429" y="179"/>
                  </a:cubicBezTo>
                  <a:cubicBezTo>
                    <a:pt x="429" y="84"/>
                    <a:pt x="346" y="1"/>
                    <a:pt x="2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91;p51">
              <a:extLst>
                <a:ext uri="{FF2B5EF4-FFF2-40B4-BE49-F238E27FC236}">
                  <a16:creationId xmlns:a16="http://schemas.microsoft.com/office/drawing/2014/main" id="{24D3D755-2872-809C-541E-D4CA17DEFA58}"/>
                </a:ext>
              </a:extLst>
            </p:cNvPr>
            <p:cNvSpPr/>
            <p:nvPr/>
          </p:nvSpPr>
          <p:spPr>
            <a:xfrm flipH="1">
              <a:off x="1481876" y="4241589"/>
              <a:ext cx="293787" cy="103643"/>
            </a:xfrm>
            <a:custGeom>
              <a:avLst/>
              <a:gdLst/>
              <a:ahLst/>
              <a:cxnLst/>
              <a:rect l="l" t="t" r="r" b="b"/>
              <a:pathLst>
                <a:path w="10026" h="3537" extrusionOk="0">
                  <a:moveTo>
                    <a:pt x="502" y="0"/>
                  </a:moveTo>
                  <a:cubicBezTo>
                    <a:pt x="274" y="0"/>
                    <a:pt x="95" y="175"/>
                    <a:pt x="84" y="405"/>
                  </a:cubicBezTo>
                  <a:lnTo>
                    <a:pt x="0" y="2787"/>
                  </a:lnTo>
                  <a:cubicBezTo>
                    <a:pt x="0" y="3025"/>
                    <a:pt x="179" y="3215"/>
                    <a:pt x="405" y="3227"/>
                  </a:cubicBezTo>
                  <a:lnTo>
                    <a:pt x="9502" y="3537"/>
                  </a:lnTo>
                  <a:cubicBezTo>
                    <a:pt x="9728" y="3537"/>
                    <a:pt x="9918" y="3358"/>
                    <a:pt x="9930" y="3132"/>
                  </a:cubicBezTo>
                  <a:lnTo>
                    <a:pt x="10014" y="739"/>
                  </a:lnTo>
                  <a:cubicBezTo>
                    <a:pt x="10025" y="513"/>
                    <a:pt x="9835" y="322"/>
                    <a:pt x="9609" y="310"/>
                  </a:cubicBezTo>
                  <a:lnTo>
                    <a:pt x="524" y="1"/>
                  </a:lnTo>
                  <a:cubicBezTo>
                    <a:pt x="517" y="0"/>
                    <a:pt x="509" y="0"/>
                    <a:pt x="5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92;p51">
              <a:extLst>
                <a:ext uri="{FF2B5EF4-FFF2-40B4-BE49-F238E27FC236}">
                  <a16:creationId xmlns:a16="http://schemas.microsoft.com/office/drawing/2014/main" id="{6FCAC7E9-58CC-DAF3-966F-E844B1407898}"/>
                </a:ext>
              </a:extLst>
            </p:cNvPr>
            <p:cNvSpPr/>
            <p:nvPr/>
          </p:nvSpPr>
          <p:spPr>
            <a:xfrm flipH="1">
              <a:off x="785813" y="4195640"/>
              <a:ext cx="302871" cy="167962"/>
            </a:xfrm>
            <a:custGeom>
              <a:avLst/>
              <a:gdLst/>
              <a:ahLst/>
              <a:cxnLst/>
              <a:rect l="l" t="t" r="r" b="b"/>
              <a:pathLst>
                <a:path w="10336" h="5732" extrusionOk="0">
                  <a:moveTo>
                    <a:pt x="9193" y="0"/>
                  </a:moveTo>
                  <a:cubicBezTo>
                    <a:pt x="9150" y="0"/>
                    <a:pt x="9106" y="7"/>
                    <a:pt x="9061" y="21"/>
                  </a:cubicBezTo>
                  <a:lnTo>
                    <a:pt x="346" y="2628"/>
                  </a:lnTo>
                  <a:cubicBezTo>
                    <a:pt x="132" y="2688"/>
                    <a:pt x="1" y="2926"/>
                    <a:pt x="72" y="3152"/>
                  </a:cubicBezTo>
                  <a:lnTo>
                    <a:pt x="751" y="5438"/>
                  </a:lnTo>
                  <a:cubicBezTo>
                    <a:pt x="809" y="5612"/>
                    <a:pt x="969" y="5732"/>
                    <a:pt x="1149" y="5732"/>
                  </a:cubicBezTo>
                  <a:cubicBezTo>
                    <a:pt x="1190" y="5732"/>
                    <a:pt x="1233" y="5725"/>
                    <a:pt x="1275" y="5712"/>
                  </a:cubicBezTo>
                  <a:lnTo>
                    <a:pt x="9990" y="3105"/>
                  </a:lnTo>
                  <a:cubicBezTo>
                    <a:pt x="10204" y="3033"/>
                    <a:pt x="10335" y="2807"/>
                    <a:pt x="10264" y="2581"/>
                  </a:cubicBezTo>
                  <a:lnTo>
                    <a:pt x="9585" y="295"/>
                  </a:lnTo>
                  <a:cubicBezTo>
                    <a:pt x="9528" y="113"/>
                    <a:pt x="9370" y="0"/>
                    <a:pt x="919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93;p51">
              <a:extLst>
                <a:ext uri="{FF2B5EF4-FFF2-40B4-BE49-F238E27FC236}">
                  <a16:creationId xmlns:a16="http://schemas.microsoft.com/office/drawing/2014/main" id="{46BEAB95-F6E4-BF26-7FCA-E158CA54A8A4}"/>
                </a:ext>
              </a:extLst>
            </p:cNvPr>
            <p:cNvSpPr/>
            <p:nvPr/>
          </p:nvSpPr>
          <p:spPr>
            <a:xfrm flipH="1">
              <a:off x="1367432" y="2934032"/>
              <a:ext cx="119496" cy="371116"/>
            </a:xfrm>
            <a:custGeom>
              <a:avLst/>
              <a:gdLst/>
              <a:ahLst/>
              <a:cxnLst/>
              <a:rect l="l" t="t" r="r" b="b"/>
              <a:pathLst>
                <a:path w="4078" h="12665" extrusionOk="0">
                  <a:moveTo>
                    <a:pt x="123" y="0"/>
                  </a:moveTo>
                  <a:cubicBezTo>
                    <a:pt x="64" y="0"/>
                    <a:pt x="1" y="55"/>
                    <a:pt x="30" y="127"/>
                  </a:cubicBezTo>
                  <a:lnTo>
                    <a:pt x="3887" y="12593"/>
                  </a:lnTo>
                  <a:cubicBezTo>
                    <a:pt x="3899" y="12629"/>
                    <a:pt x="3935" y="12664"/>
                    <a:pt x="3982" y="12664"/>
                  </a:cubicBezTo>
                  <a:lnTo>
                    <a:pt x="4006" y="12652"/>
                  </a:lnTo>
                  <a:cubicBezTo>
                    <a:pt x="4054" y="12641"/>
                    <a:pt x="4078" y="12593"/>
                    <a:pt x="4066" y="12545"/>
                  </a:cubicBezTo>
                  <a:lnTo>
                    <a:pt x="208" y="79"/>
                  </a:lnTo>
                  <a:cubicBezTo>
                    <a:pt x="199" y="23"/>
                    <a:pt x="162" y="0"/>
                    <a:pt x="12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94;p51">
              <a:extLst>
                <a:ext uri="{FF2B5EF4-FFF2-40B4-BE49-F238E27FC236}">
                  <a16:creationId xmlns:a16="http://schemas.microsoft.com/office/drawing/2014/main" id="{4276C89A-52A0-04E0-2B6E-C925A7460589}"/>
                </a:ext>
              </a:extLst>
            </p:cNvPr>
            <p:cNvSpPr/>
            <p:nvPr/>
          </p:nvSpPr>
          <p:spPr>
            <a:xfrm flipH="1">
              <a:off x="1496872" y="2302642"/>
              <a:ext cx="172035" cy="69213"/>
            </a:xfrm>
            <a:custGeom>
              <a:avLst/>
              <a:gdLst/>
              <a:ahLst/>
              <a:cxnLst/>
              <a:rect l="l" t="t" r="r" b="b"/>
              <a:pathLst>
                <a:path w="5871" h="2362" extrusionOk="0">
                  <a:moveTo>
                    <a:pt x="102" y="1"/>
                  </a:moveTo>
                  <a:cubicBezTo>
                    <a:pt x="78" y="1"/>
                    <a:pt x="54" y="10"/>
                    <a:pt x="36" y="28"/>
                  </a:cubicBezTo>
                  <a:cubicBezTo>
                    <a:pt x="1" y="63"/>
                    <a:pt x="1" y="123"/>
                    <a:pt x="36" y="159"/>
                  </a:cubicBezTo>
                  <a:cubicBezTo>
                    <a:pt x="2084" y="2064"/>
                    <a:pt x="5728" y="2361"/>
                    <a:pt x="5763" y="2361"/>
                  </a:cubicBezTo>
                  <a:cubicBezTo>
                    <a:pt x="5811" y="2361"/>
                    <a:pt x="5859" y="2325"/>
                    <a:pt x="5871" y="2278"/>
                  </a:cubicBezTo>
                  <a:cubicBezTo>
                    <a:pt x="5871" y="2230"/>
                    <a:pt x="5835" y="2183"/>
                    <a:pt x="5787" y="2183"/>
                  </a:cubicBezTo>
                  <a:cubicBezTo>
                    <a:pt x="5751" y="2183"/>
                    <a:pt x="2168" y="1885"/>
                    <a:pt x="167" y="28"/>
                  </a:cubicBezTo>
                  <a:cubicBezTo>
                    <a:pt x="150" y="10"/>
                    <a:pt x="126" y="1"/>
                    <a:pt x="1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95;p51">
              <a:extLst>
                <a:ext uri="{FF2B5EF4-FFF2-40B4-BE49-F238E27FC236}">
                  <a16:creationId xmlns:a16="http://schemas.microsoft.com/office/drawing/2014/main" id="{9D4D7646-3E46-AF0C-DCBF-96E9C8B7E178}"/>
                </a:ext>
              </a:extLst>
            </p:cNvPr>
            <p:cNvSpPr/>
            <p:nvPr/>
          </p:nvSpPr>
          <p:spPr>
            <a:xfrm flipH="1">
              <a:off x="1198901" y="2077028"/>
              <a:ext cx="83366" cy="134323"/>
            </a:xfrm>
            <a:custGeom>
              <a:avLst/>
              <a:gdLst/>
              <a:ahLst/>
              <a:cxnLst/>
              <a:rect l="l" t="t" r="r" b="b"/>
              <a:pathLst>
                <a:path w="2845" h="4584" extrusionOk="0">
                  <a:moveTo>
                    <a:pt x="128" y="1"/>
                  </a:moveTo>
                  <a:cubicBezTo>
                    <a:pt x="63" y="1"/>
                    <a:pt x="1" y="63"/>
                    <a:pt x="35" y="130"/>
                  </a:cubicBezTo>
                  <a:lnTo>
                    <a:pt x="2654" y="4548"/>
                  </a:lnTo>
                  <a:cubicBezTo>
                    <a:pt x="2678" y="4571"/>
                    <a:pt x="2702" y="4583"/>
                    <a:pt x="2737" y="4583"/>
                  </a:cubicBezTo>
                  <a:cubicBezTo>
                    <a:pt x="2749" y="4583"/>
                    <a:pt x="2761" y="4583"/>
                    <a:pt x="2785" y="4571"/>
                  </a:cubicBezTo>
                  <a:cubicBezTo>
                    <a:pt x="2821" y="4548"/>
                    <a:pt x="2844" y="4500"/>
                    <a:pt x="2809" y="4452"/>
                  </a:cubicBezTo>
                  <a:lnTo>
                    <a:pt x="201" y="35"/>
                  </a:lnTo>
                  <a:cubicBezTo>
                    <a:pt x="181" y="11"/>
                    <a:pt x="154" y="1"/>
                    <a:pt x="1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96;p51">
              <a:extLst>
                <a:ext uri="{FF2B5EF4-FFF2-40B4-BE49-F238E27FC236}">
                  <a16:creationId xmlns:a16="http://schemas.microsoft.com/office/drawing/2014/main" id="{F3BAAFAF-A9CA-C04C-4667-845753A33C72}"/>
                </a:ext>
              </a:extLst>
            </p:cNvPr>
            <p:cNvSpPr/>
            <p:nvPr/>
          </p:nvSpPr>
          <p:spPr>
            <a:xfrm flipH="1">
              <a:off x="1652822" y="1988617"/>
              <a:ext cx="45390" cy="155391"/>
            </a:xfrm>
            <a:custGeom>
              <a:avLst/>
              <a:gdLst/>
              <a:ahLst/>
              <a:cxnLst/>
              <a:rect l="l" t="t" r="r" b="b"/>
              <a:pathLst>
                <a:path w="1549" h="5303" extrusionOk="0">
                  <a:moveTo>
                    <a:pt x="1450" y="1"/>
                  </a:moveTo>
                  <a:cubicBezTo>
                    <a:pt x="1410" y="1"/>
                    <a:pt x="1369" y="25"/>
                    <a:pt x="1358" y="76"/>
                  </a:cubicBezTo>
                  <a:cubicBezTo>
                    <a:pt x="1358" y="99"/>
                    <a:pt x="1120" y="2981"/>
                    <a:pt x="24" y="5171"/>
                  </a:cubicBezTo>
                  <a:cubicBezTo>
                    <a:pt x="1" y="5219"/>
                    <a:pt x="13" y="5267"/>
                    <a:pt x="60" y="5291"/>
                  </a:cubicBezTo>
                  <a:cubicBezTo>
                    <a:pt x="72" y="5302"/>
                    <a:pt x="84" y="5302"/>
                    <a:pt x="108" y="5302"/>
                  </a:cubicBezTo>
                  <a:cubicBezTo>
                    <a:pt x="132" y="5302"/>
                    <a:pt x="167" y="5279"/>
                    <a:pt x="179" y="5255"/>
                  </a:cubicBezTo>
                  <a:cubicBezTo>
                    <a:pt x="1298" y="3028"/>
                    <a:pt x="1548" y="111"/>
                    <a:pt x="1548" y="88"/>
                  </a:cubicBezTo>
                  <a:cubicBezTo>
                    <a:pt x="1542" y="31"/>
                    <a:pt x="1496" y="1"/>
                    <a:pt x="145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0522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885"/>
                                        </p:tgtEl>
                                        <p:attrNameLst>
                                          <p:attrName>style.visibility</p:attrName>
                                        </p:attrNameLst>
                                      </p:cBhvr>
                                      <p:to>
                                        <p:strVal val="visible"/>
                                      </p:to>
                                    </p:set>
                                    <p:animEffect transition="in" filter="fade">
                                      <p:cBhvr>
                                        <p:cTn id="7" dur="500"/>
                                        <p:tgtEl>
                                          <p:spTgt spid="288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819"/>
                                        </p:tgtEl>
                                        <p:attrNameLst>
                                          <p:attrName>style.visibility</p:attrName>
                                        </p:attrNameLst>
                                      </p:cBhvr>
                                      <p:to>
                                        <p:strVal val="visible"/>
                                      </p:to>
                                    </p:set>
                                    <p:animEffect transition="in" filter="fade">
                                      <p:cBhvr>
                                        <p:cTn id="11" dur="500"/>
                                        <p:tgtEl>
                                          <p:spTgt spid="28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851"/>
                                        </p:tgtEl>
                                        <p:attrNameLst>
                                          <p:attrName>style.visibility</p:attrName>
                                        </p:attrNameLst>
                                      </p:cBhvr>
                                      <p:to>
                                        <p:strVal val="visible"/>
                                      </p:to>
                                    </p:set>
                                    <p:animEffect transition="in" filter="fade">
                                      <p:cBhvr>
                                        <p:cTn id="15" dur="500"/>
                                        <p:tgtEl>
                                          <p:spTgt spid="2851"/>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842"/>
                                        </p:tgtEl>
                                        <p:attrNameLst>
                                          <p:attrName>style.visibility</p:attrName>
                                        </p:attrNameLst>
                                      </p:cBhvr>
                                      <p:to>
                                        <p:strVal val="visible"/>
                                      </p:to>
                                    </p:set>
                                    <p:animEffect transition="in" filter="fade">
                                      <p:cBhvr>
                                        <p:cTn id="19" dur="500"/>
                                        <p:tgtEl>
                                          <p:spTgt spid="2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13">
          <a:extLst>
            <a:ext uri="{FF2B5EF4-FFF2-40B4-BE49-F238E27FC236}">
              <a16:creationId xmlns:a16="http://schemas.microsoft.com/office/drawing/2014/main" id="{157BC9CC-1D95-F13A-F7F9-7A2BD7A7853F}"/>
            </a:ext>
          </a:extLst>
        </p:cNvPr>
        <p:cNvGrpSpPr/>
        <p:nvPr/>
      </p:nvGrpSpPr>
      <p:grpSpPr>
        <a:xfrm>
          <a:off x="0" y="0"/>
          <a:ext cx="0" cy="0"/>
          <a:chOff x="0" y="0"/>
          <a:chExt cx="0" cy="0"/>
        </a:xfrm>
      </p:grpSpPr>
      <p:sp>
        <p:nvSpPr>
          <p:cNvPr id="2214" name="Google Shape;2214;p90">
            <a:extLst>
              <a:ext uri="{FF2B5EF4-FFF2-40B4-BE49-F238E27FC236}">
                <a16:creationId xmlns:a16="http://schemas.microsoft.com/office/drawing/2014/main" id="{0C933A1A-4B1A-CE43-3B6A-27BD08515CB5}"/>
              </a:ext>
            </a:extLst>
          </p:cNvPr>
          <p:cNvSpPr txBox="1">
            <a:spLocks noGrp="1"/>
          </p:cNvSpPr>
          <p:nvPr>
            <p:ph type="title"/>
          </p:nvPr>
        </p:nvSpPr>
        <p:spPr>
          <a:xfrm>
            <a:off x="236784" y="-64296"/>
            <a:ext cx="7554000" cy="500214"/>
          </a:xfrm>
          <a:prstGeom prst="rect">
            <a:avLst/>
          </a:prstGeom>
        </p:spPr>
        <p:txBody>
          <a:bodyPr spcFirstLastPara="1" wrap="square" lIns="91425" tIns="91425" rIns="91425" bIns="91425" anchor="t" anchorCtr="0">
            <a:noAutofit/>
          </a:bodyPr>
          <a:lstStyle/>
          <a:p>
            <a:pPr lvl="0">
              <a:buClr>
                <a:schemeClr val="dk1"/>
              </a:buClr>
              <a:buSzPts val="1100"/>
            </a:pPr>
            <a:r>
              <a:rPr lang="en-US" sz="2400" dirty="0">
                <a:solidFill>
                  <a:schemeClr val="accent2"/>
                </a:solidFill>
              </a:rPr>
              <a:t>Compose Email </a:t>
            </a:r>
            <a:r>
              <a:rPr lang="en-US" sz="2400" dirty="0">
                <a:solidFill>
                  <a:schemeClr val="tx1"/>
                </a:solidFill>
              </a:rPr>
              <a:t>– How It Works</a:t>
            </a:r>
            <a:endParaRPr sz="2400" dirty="0">
              <a:solidFill>
                <a:schemeClr val="tx1"/>
              </a:solidFill>
            </a:endParaRPr>
          </a:p>
        </p:txBody>
      </p:sp>
      <p:sp>
        <p:nvSpPr>
          <p:cNvPr id="2215" name="Google Shape;2215;p90">
            <a:extLst>
              <a:ext uri="{FF2B5EF4-FFF2-40B4-BE49-F238E27FC236}">
                <a16:creationId xmlns:a16="http://schemas.microsoft.com/office/drawing/2014/main" id="{8143B51B-2C86-CE7C-8652-A19BD92CCC43}"/>
              </a:ext>
            </a:extLst>
          </p:cNvPr>
          <p:cNvSpPr txBox="1">
            <a:spLocks noGrp="1"/>
          </p:cNvSpPr>
          <p:nvPr>
            <p:ph type="title" idx="4294967295"/>
          </p:nvPr>
        </p:nvSpPr>
        <p:spPr>
          <a:xfrm>
            <a:off x="4921073" y="890764"/>
            <a:ext cx="2897100" cy="400200"/>
          </a:xfrm>
          <a:prstGeom prst="rect">
            <a:avLst/>
          </a:prstGeom>
          <a:solidFill>
            <a:schemeClr val="accent1"/>
          </a:solidFill>
        </p:spPr>
        <p:txBody>
          <a:bodyPr spcFirstLastPara="1" wrap="square" lIns="91425" tIns="91425" rIns="91425" bIns="91425" anchor="ctr" anchorCtr="0">
            <a:noAutofit/>
          </a:bodyPr>
          <a:lstStyle/>
          <a:p>
            <a:pPr lvl="0" algn="ctr"/>
            <a:r>
              <a:rPr lang="en-US" sz="1400" dirty="0"/>
              <a:t>3. Optional: Upload Images</a:t>
            </a:r>
            <a:endParaRPr sz="1400" dirty="0"/>
          </a:p>
        </p:txBody>
      </p:sp>
      <p:sp>
        <p:nvSpPr>
          <p:cNvPr id="2217" name="Google Shape;2217;p90">
            <a:extLst>
              <a:ext uri="{FF2B5EF4-FFF2-40B4-BE49-F238E27FC236}">
                <a16:creationId xmlns:a16="http://schemas.microsoft.com/office/drawing/2014/main" id="{075A4FB8-7065-357A-D4F2-2E02A138009A}"/>
              </a:ext>
            </a:extLst>
          </p:cNvPr>
          <p:cNvSpPr txBox="1">
            <a:spLocks noGrp="1"/>
          </p:cNvSpPr>
          <p:nvPr>
            <p:ph type="title" idx="4294967295"/>
          </p:nvPr>
        </p:nvSpPr>
        <p:spPr>
          <a:xfrm>
            <a:off x="4921073" y="2512109"/>
            <a:ext cx="2897100" cy="400200"/>
          </a:xfrm>
          <a:prstGeom prst="rect">
            <a:avLst/>
          </a:prstGeom>
          <a:solidFill>
            <a:schemeClr val="accent4"/>
          </a:solidFill>
        </p:spPr>
        <p:txBody>
          <a:bodyPr spcFirstLastPara="1" wrap="square" lIns="91425" tIns="91425" rIns="91425" bIns="91425" anchor="ctr" anchorCtr="0">
            <a:noAutofit/>
          </a:bodyPr>
          <a:lstStyle/>
          <a:p>
            <a:pPr lvl="0" algn="ctr"/>
            <a:r>
              <a:rPr lang="en-US" sz="1400" dirty="0"/>
              <a:t>4. Configure Redaction Settings</a:t>
            </a:r>
            <a:endParaRPr sz="1400" dirty="0"/>
          </a:p>
        </p:txBody>
      </p:sp>
      <p:sp>
        <p:nvSpPr>
          <p:cNvPr id="2219" name="Google Shape;2219;p90">
            <a:extLst>
              <a:ext uri="{FF2B5EF4-FFF2-40B4-BE49-F238E27FC236}">
                <a16:creationId xmlns:a16="http://schemas.microsoft.com/office/drawing/2014/main" id="{226D26FD-BD2E-6930-B2CA-8E0F29746634}"/>
              </a:ext>
            </a:extLst>
          </p:cNvPr>
          <p:cNvSpPr txBox="1">
            <a:spLocks noGrp="1"/>
          </p:cNvSpPr>
          <p:nvPr>
            <p:ph type="title" idx="4294967295"/>
          </p:nvPr>
        </p:nvSpPr>
        <p:spPr>
          <a:xfrm>
            <a:off x="973812" y="926479"/>
            <a:ext cx="2897100" cy="400200"/>
          </a:xfrm>
          <a:prstGeom prst="rect">
            <a:avLst/>
          </a:prstGeom>
          <a:solidFill>
            <a:schemeClr val="accent6"/>
          </a:solidFill>
        </p:spPr>
        <p:txBody>
          <a:bodyPr spcFirstLastPara="1" wrap="square" lIns="91425" tIns="91425" rIns="91425" bIns="91425" anchor="ctr" anchorCtr="0">
            <a:noAutofit/>
          </a:bodyPr>
          <a:lstStyle/>
          <a:p>
            <a:pPr lvl="0" algn="ctr"/>
            <a:r>
              <a:rPr lang="en-US" sz="1400" dirty="0">
                <a:solidFill>
                  <a:schemeClr val="lt1"/>
                </a:solidFill>
              </a:rPr>
              <a:t>1. Fill Email Details</a:t>
            </a:r>
            <a:endParaRPr sz="1400" dirty="0">
              <a:solidFill>
                <a:schemeClr val="lt1"/>
              </a:solidFill>
            </a:endParaRPr>
          </a:p>
        </p:txBody>
      </p:sp>
      <p:sp>
        <p:nvSpPr>
          <p:cNvPr id="2221" name="Google Shape;2221;p90">
            <a:extLst>
              <a:ext uri="{FF2B5EF4-FFF2-40B4-BE49-F238E27FC236}">
                <a16:creationId xmlns:a16="http://schemas.microsoft.com/office/drawing/2014/main" id="{6BFD08E3-9AF6-EE91-FAB5-BF85CDC4BF0B}"/>
              </a:ext>
            </a:extLst>
          </p:cNvPr>
          <p:cNvSpPr txBox="1">
            <a:spLocks noGrp="1"/>
          </p:cNvSpPr>
          <p:nvPr>
            <p:ph type="title" idx="4294967295"/>
          </p:nvPr>
        </p:nvSpPr>
        <p:spPr>
          <a:xfrm>
            <a:off x="973812" y="2562114"/>
            <a:ext cx="2897100" cy="400200"/>
          </a:xfrm>
          <a:prstGeom prst="rect">
            <a:avLst/>
          </a:prstGeom>
          <a:solidFill>
            <a:schemeClr val="accent2"/>
          </a:solidFill>
        </p:spPr>
        <p:txBody>
          <a:bodyPr spcFirstLastPara="1" wrap="square" lIns="91425" tIns="91425" rIns="91425" bIns="91425" anchor="ctr" anchorCtr="0">
            <a:noAutofit/>
          </a:bodyPr>
          <a:lstStyle/>
          <a:p>
            <a:pPr lvl="0" algn="ctr"/>
            <a:r>
              <a:rPr lang="en" sz="1400" dirty="0">
                <a:solidFill>
                  <a:schemeClr val="lt1"/>
                </a:solidFill>
              </a:rPr>
              <a:t>2. </a:t>
            </a:r>
            <a:r>
              <a:rPr lang="en-US" sz="1400" dirty="0">
                <a:solidFill>
                  <a:schemeClr val="lt1"/>
                </a:solidFill>
              </a:rPr>
              <a:t>Optional: Load Test Content</a:t>
            </a:r>
            <a:endParaRPr sz="1400" dirty="0">
              <a:solidFill>
                <a:schemeClr val="lt1"/>
              </a:solidFill>
            </a:endParaRPr>
          </a:p>
        </p:txBody>
      </p:sp>
      <p:sp>
        <p:nvSpPr>
          <p:cNvPr id="2222" name="Google Shape;2222;p90">
            <a:extLst>
              <a:ext uri="{FF2B5EF4-FFF2-40B4-BE49-F238E27FC236}">
                <a16:creationId xmlns:a16="http://schemas.microsoft.com/office/drawing/2014/main" id="{99628B59-2675-2202-8A05-064B10ACE9F3}"/>
              </a:ext>
            </a:extLst>
          </p:cNvPr>
          <p:cNvSpPr txBox="1">
            <a:spLocks noGrp="1"/>
          </p:cNvSpPr>
          <p:nvPr>
            <p:ph type="subTitle" idx="4294967295"/>
          </p:nvPr>
        </p:nvSpPr>
        <p:spPr>
          <a:xfrm>
            <a:off x="973812" y="2962314"/>
            <a:ext cx="2897100" cy="894300"/>
          </a:xfrm>
          <a:prstGeom prst="rect">
            <a:avLst/>
          </a:prstGeom>
          <a:solidFill>
            <a:schemeClr val="lt2"/>
          </a:solidFill>
        </p:spPr>
        <p:txBody>
          <a:bodyPr spcFirstLastPara="1" wrap="square" lIns="91425" tIns="91425" rIns="91425" bIns="91425" anchor="ctr" anchorCtr="0">
            <a:noAutofit/>
          </a:bodyPr>
          <a:lstStyle/>
          <a:p>
            <a:pPr marL="45720" lvl="0" indent="-134620">
              <a:buClr>
                <a:schemeClr val="accent6"/>
              </a:buClr>
              <a:buSzPts val="1400"/>
            </a:pPr>
            <a:r>
              <a:rPr lang="en-US" sz="1000" dirty="0"/>
              <a:t>Click the 📄 icon next to "Content:" label</a:t>
            </a:r>
          </a:p>
          <a:p>
            <a:pPr marL="45720" lvl="0" indent="-134620">
              <a:buClr>
                <a:schemeClr val="accent6"/>
              </a:buClr>
              <a:buSzPts val="1400"/>
            </a:pPr>
            <a:r>
              <a:rPr lang="en-US" sz="1000" dirty="0"/>
              <a:t>Select from predefined test files</a:t>
            </a:r>
          </a:p>
          <a:p>
            <a:pPr marL="45720" lvl="0" indent="-134620">
              <a:buClr>
                <a:schemeClr val="accent6"/>
              </a:buClr>
              <a:buSzPts val="1400"/>
            </a:pPr>
            <a:r>
              <a:rPr lang="en-US" sz="1000" dirty="0"/>
              <a:t>Content automatically populates the text area</a:t>
            </a:r>
            <a:endParaRPr sz="1000" dirty="0"/>
          </a:p>
        </p:txBody>
      </p:sp>
      <p:sp>
        <p:nvSpPr>
          <p:cNvPr id="2223" name="Google Shape;2223;p90">
            <a:extLst>
              <a:ext uri="{FF2B5EF4-FFF2-40B4-BE49-F238E27FC236}">
                <a16:creationId xmlns:a16="http://schemas.microsoft.com/office/drawing/2014/main" id="{CA2214FF-CABC-69B8-C735-0FA6D2FD26B6}"/>
              </a:ext>
            </a:extLst>
          </p:cNvPr>
          <p:cNvSpPr/>
          <p:nvPr/>
        </p:nvSpPr>
        <p:spPr>
          <a:xfrm>
            <a:off x="4333475" y="44275"/>
            <a:ext cx="5599175" cy="787275"/>
          </a:xfrm>
          <a:custGeom>
            <a:avLst/>
            <a:gdLst/>
            <a:ahLst/>
            <a:cxnLst/>
            <a:rect l="l" t="t" r="r" b="b"/>
            <a:pathLst>
              <a:path w="223967" h="31491" extrusionOk="0">
                <a:moveTo>
                  <a:pt x="223967" y="0"/>
                </a:moveTo>
                <a:cubicBezTo>
                  <a:pt x="221487" y="7446"/>
                  <a:pt x="217464" y="15437"/>
                  <a:pt x="210734" y="19475"/>
                </a:cubicBezTo>
                <a:cubicBezTo>
                  <a:pt x="203490" y="23821"/>
                  <a:pt x="188187" y="24992"/>
                  <a:pt x="185516" y="16978"/>
                </a:cubicBezTo>
                <a:cubicBezTo>
                  <a:pt x="184301" y="13332"/>
                  <a:pt x="185573" y="7710"/>
                  <a:pt x="189011" y="5992"/>
                </a:cubicBezTo>
                <a:cubicBezTo>
                  <a:pt x="192375" y="4311"/>
                  <a:pt x="197453" y="4475"/>
                  <a:pt x="200247" y="6991"/>
                </a:cubicBezTo>
                <a:cubicBezTo>
                  <a:pt x="206115" y="12274"/>
                  <a:pt x="200087" y="26529"/>
                  <a:pt x="192756" y="29462"/>
                </a:cubicBezTo>
                <a:cubicBezTo>
                  <a:pt x="170167" y="38499"/>
                  <a:pt x="146344" y="14234"/>
                  <a:pt x="122345" y="10237"/>
                </a:cubicBezTo>
                <a:cubicBezTo>
                  <a:pt x="103760" y="7142"/>
                  <a:pt x="86306" y="21383"/>
                  <a:pt x="67914" y="25467"/>
                </a:cubicBezTo>
                <a:cubicBezTo>
                  <a:pt x="62037" y="26772"/>
                  <a:pt x="55778" y="28675"/>
                  <a:pt x="49937" y="27215"/>
                </a:cubicBezTo>
                <a:cubicBezTo>
                  <a:pt x="41530" y="25113"/>
                  <a:pt x="33634" y="19974"/>
                  <a:pt x="24968" y="19974"/>
                </a:cubicBezTo>
                <a:cubicBezTo>
                  <a:pt x="21132" y="19974"/>
                  <a:pt x="17913" y="23002"/>
                  <a:pt x="14482" y="24718"/>
                </a:cubicBezTo>
                <a:cubicBezTo>
                  <a:pt x="10141" y="26888"/>
                  <a:pt x="4853" y="26216"/>
                  <a:pt x="0" y="26216"/>
                </a:cubicBezTo>
              </a:path>
            </a:pathLst>
          </a:custGeom>
          <a:noFill/>
          <a:ln w="28575" cap="flat" cmpd="sng">
            <a:solidFill>
              <a:srgbClr val="CAC5F9"/>
            </a:solidFill>
            <a:prstDash val="dash"/>
            <a:round/>
            <a:headEnd type="none" w="med" len="med"/>
            <a:tailEnd type="none" w="med" len="med"/>
          </a:ln>
        </p:spPr>
      </p:sp>
      <p:sp>
        <p:nvSpPr>
          <p:cNvPr id="2" name="Google Shape;2222;p90">
            <a:extLst>
              <a:ext uri="{FF2B5EF4-FFF2-40B4-BE49-F238E27FC236}">
                <a16:creationId xmlns:a16="http://schemas.microsoft.com/office/drawing/2014/main" id="{D51467DE-4D7B-34CB-39F8-D83AF813D00F}"/>
              </a:ext>
            </a:extLst>
          </p:cNvPr>
          <p:cNvSpPr txBox="1">
            <a:spLocks/>
          </p:cNvSpPr>
          <p:nvPr/>
        </p:nvSpPr>
        <p:spPr>
          <a:xfrm>
            <a:off x="969044" y="1335913"/>
            <a:ext cx="2897100" cy="8943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Fira Sans Condensed"/>
              <a:buChar char="●"/>
              <a:defRPr sz="1800" b="0" i="0" u="none" strike="noStrike" cap="none">
                <a:solidFill>
                  <a:schemeClr val="dk2"/>
                </a:solidFill>
                <a:latin typeface="Fira Sans Condensed"/>
                <a:ea typeface="Fira Sans Condensed"/>
                <a:cs typeface="Fira Sans Condensed"/>
                <a:sym typeface="Fira Sans Condensed"/>
              </a:defRPr>
            </a:lvl1pPr>
            <a:lvl2pPr marL="914400" marR="0" lvl="1"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2pPr>
            <a:lvl3pPr marL="1371600" marR="0" lvl="2"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3pPr>
            <a:lvl4pPr marL="1828800" marR="0" lvl="3"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4pPr>
            <a:lvl5pPr marL="2286000" marR="0" lvl="4"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5pPr>
            <a:lvl6pPr marL="2743200" marR="0" lvl="5"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6pPr>
            <a:lvl7pPr marL="3200400" marR="0" lvl="6"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7pPr>
            <a:lvl8pPr marL="3657600" marR="0" lvl="7"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8pPr>
            <a:lvl9pPr marL="4114800" marR="0" lvl="8" indent="-317500" algn="l" rtl="0">
              <a:lnSpc>
                <a:spcPct val="100000"/>
              </a:lnSpc>
              <a:spcBef>
                <a:spcPts val="1600"/>
              </a:spcBef>
              <a:spcAft>
                <a:spcPts val="160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9pPr>
          </a:lstStyle>
          <a:p>
            <a:pPr marL="45720" indent="-134620">
              <a:buClr>
                <a:schemeClr val="accent6"/>
              </a:buClr>
              <a:buSzPts val="1400"/>
            </a:pPr>
            <a:r>
              <a:rPr lang="en-US" sz="1000" dirty="0"/>
              <a:t>Enter recipient(s) in "To" field</a:t>
            </a:r>
          </a:p>
          <a:p>
            <a:pPr marL="45720" indent="-134620">
              <a:buClr>
                <a:schemeClr val="accent6"/>
              </a:buClr>
              <a:buSzPts val="1400"/>
            </a:pPr>
            <a:r>
              <a:rPr lang="en-US" sz="1000" dirty="0"/>
              <a:t>Optionally add CC recipients</a:t>
            </a:r>
          </a:p>
          <a:p>
            <a:pPr marL="45720" indent="-134620">
              <a:buClr>
                <a:schemeClr val="accent6"/>
              </a:buClr>
              <a:buSzPts val="1400"/>
            </a:pPr>
            <a:r>
              <a:rPr lang="en-US" sz="1000" dirty="0"/>
              <a:t>Enter email subject</a:t>
            </a:r>
          </a:p>
          <a:p>
            <a:pPr marL="45720" indent="-134620">
              <a:buClr>
                <a:schemeClr val="accent6"/>
              </a:buClr>
              <a:buSzPts val="1400"/>
            </a:pPr>
            <a:r>
              <a:rPr lang="en-US" sz="1000" dirty="0"/>
              <a:t>Type or paste email content in the Content area</a:t>
            </a:r>
          </a:p>
          <a:p>
            <a:pPr marL="45720" indent="-134620" algn="ctr">
              <a:buClr>
                <a:schemeClr val="accent6"/>
              </a:buClr>
              <a:buSzPts val="1400"/>
            </a:pPr>
            <a:endParaRPr lang="en-US" sz="1000" dirty="0"/>
          </a:p>
        </p:txBody>
      </p:sp>
      <p:sp>
        <p:nvSpPr>
          <p:cNvPr id="3" name="Google Shape;2222;p90">
            <a:extLst>
              <a:ext uri="{FF2B5EF4-FFF2-40B4-BE49-F238E27FC236}">
                <a16:creationId xmlns:a16="http://schemas.microsoft.com/office/drawing/2014/main" id="{37C72C55-D339-968E-F271-84C6F3309B83}"/>
              </a:ext>
            </a:extLst>
          </p:cNvPr>
          <p:cNvSpPr txBox="1">
            <a:spLocks/>
          </p:cNvSpPr>
          <p:nvPr/>
        </p:nvSpPr>
        <p:spPr>
          <a:xfrm>
            <a:off x="4919567" y="1300193"/>
            <a:ext cx="2897100" cy="8943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Fira Sans Condensed"/>
              <a:buChar char="●"/>
              <a:defRPr sz="1800" b="0" i="0" u="none" strike="noStrike" cap="none">
                <a:solidFill>
                  <a:schemeClr val="dk2"/>
                </a:solidFill>
                <a:latin typeface="Fira Sans Condensed"/>
                <a:ea typeface="Fira Sans Condensed"/>
                <a:cs typeface="Fira Sans Condensed"/>
                <a:sym typeface="Fira Sans Condensed"/>
              </a:defRPr>
            </a:lvl1pPr>
            <a:lvl2pPr marL="914400" marR="0" lvl="1"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2pPr>
            <a:lvl3pPr marL="1371600" marR="0" lvl="2"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3pPr>
            <a:lvl4pPr marL="1828800" marR="0" lvl="3"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4pPr>
            <a:lvl5pPr marL="2286000" marR="0" lvl="4"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5pPr>
            <a:lvl6pPr marL="2743200" marR="0" lvl="5"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6pPr>
            <a:lvl7pPr marL="3200400" marR="0" lvl="6"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7pPr>
            <a:lvl8pPr marL="3657600" marR="0" lvl="7"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8pPr>
            <a:lvl9pPr marL="4114800" marR="0" lvl="8" indent="-317500" algn="l" rtl="0">
              <a:lnSpc>
                <a:spcPct val="100000"/>
              </a:lnSpc>
              <a:spcBef>
                <a:spcPts val="1600"/>
              </a:spcBef>
              <a:spcAft>
                <a:spcPts val="160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9pPr>
          </a:lstStyle>
          <a:p>
            <a:pPr marL="45720" indent="-134620">
              <a:buClr>
                <a:schemeClr val="accent6"/>
              </a:buClr>
              <a:buSzPts val="1400"/>
            </a:pPr>
            <a:r>
              <a:rPr lang="en-US" sz="1000" dirty="0"/>
              <a:t>Click "Upload Images" button or drag-and-drop</a:t>
            </a:r>
          </a:p>
          <a:p>
            <a:pPr marL="45720" indent="-134620">
              <a:buClr>
                <a:schemeClr val="accent6"/>
              </a:buClr>
              <a:buSzPts val="1400"/>
            </a:pPr>
            <a:r>
              <a:rPr lang="en-US" sz="1000" dirty="0"/>
              <a:t>Or click the 🖼️ icon to load sample test images</a:t>
            </a:r>
          </a:p>
          <a:p>
            <a:pPr marL="45720" indent="-134620">
              <a:buClr>
                <a:schemeClr val="accent6"/>
              </a:buClr>
              <a:buSzPts val="1400"/>
            </a:pPr>
            <a:r>
              <a:rPr lang="en-US" sz="1000" dirty="0"/>
              <a:t>Upload up to 4 images (max 5 MB total)</a:t>
            </a:r>
          </a:p>
          <a:p>
            <a:pPr marL="45720" indent="-134620">
              <a:buClr>
                <a:schemeClr val="accent6"/>
              </a:buClr>
              <a:buSzPts val="1400"/>
            </a:pPr>
            <a:r>
              <a:rPr lang="en-US" sz="1000" dirty="0"/>
              <a:t>Images appear as thumbnails; click to view full-  </a:t>
            </a:r>
          </a:p>
          <a:p>
            <a:pPr marL="0" indent="0">
              <a:buClr>
                <a:schemeClr val="accent6"/>
              </a:buClr>
              <a:buSzPts val="1400"/>
              <a:buNone/>
            </a:pPr>
            <a:r>
              <a:rPr lang="en-US" sz="1000" dirty="0"/>
              <a:t>    size</a:t>
            </a:r>
          </a:p>
        </p:txBody>
      </p:sp>
      <p:sp>
        <p:nvSpPr>
          <p:cNvPr id="4" name="Google Shape;2222;p90">
            <a:extLst>
              <a:ext uri="{FF2B5EF4-FFF2-40B4-BE49-F238E27FC236}">
                <a16:creationId xmlns:a16="http://schemas.microsoft.com/office/drawing/2014/main" id="{530EB490-A74C-918D-0750-FA5A65D96939}"/>
              </a:ext>
            </a:extLst>
          </p:cNvPr>
          <p:cNvSpPr txBox="1">
            <a:spLocks/>
          </p:cNvSpPr>
          <p:nvPr/>
        </p:nvSpPr>
        <p:spPr>
          <a:xfrm>
            <a:off x="4919567" y="2912309"/>
            <a:ext cx="2897100" cy="110248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Fira Sans Condensed"/>
              <a:buChar char="●"/>
              <a:defRPr sz="1800" b="0" i="0" u="none" strike="noStrike" cap="none">
                <a:solidFill>
                  <a:schemeClr val="dk2"/>
                </a:solidFill>
                <a:latin typeface="Fira Sans Condensed"/>
                <a:ea typeface="Fira Sans Condensed"/>
                <a:cs typeface="Fira Sans Condensed"/>
                <a:sym typeface="Fira Sans Condensed"/>
              </a:defRPr>
            </a:lvl1pPr>
            <a:lvl2pPr marL="914400" marR="0" lvl="1"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2pPr>
            <a:lvl3pPr marL="1371600" marR="0" lvl="2"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3pPr>
            <a:lvl4pPr marL="1828800" marR="0" lvl="3"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4pPr>
            <a:lvl5pPr marL="2286000" marR="0" lvl="4"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5pPr>
            <a:lvl6pPr marL="2743200" marR="0" lvl="5"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6pPr>
            <a:lvl7pPr marL="3200400" marR="0" lvl="6"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7pPr>
            <a:lvl8pPr marL="3657600" marR="0" lvl="7"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8pPr>
            <a:lvl9pPr marL="4114800" marR="0" lvl="8" indent="-317500" algn="l" rtl="0">
              <a:lnSpc>
                <a:spcPct val="100000"/>
              </a:lnSpc>
              <a:spcBef>
                <a:spcPts val="1600"/>
              </a:spcBef>
              <a:spcAft>
                <a:spcPts val="160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9pPr>
          </a:lstStyle>
          <a:p>
            <a:pPr marL="45720" indent="-134620">
              <a:buClr>
                <a:schemeClr val="accent6"/>
              </a:buClr>
              <a:buSzPts val="1400"/>
            </a:pPr>
            <a:r>
              <a:rPr lang="en-US" sz="1000" dirty="0"/>
              <a:t>Each redaction type has a checkbox (enabled by </a:t>
            </a:r>
          </a:p>
          <a:p>
            <a:pPr marL="0" indent="0">
              <a:buClr>
                <a:schemeClr val="accent6"/>
              </a:buClr>
              <a:buSzPts val="1400"/>
              <a:buNone/>
            </a:pPr>
            <a:r>
              <a:rPr lang="en-US" sz="1000" dirty="0"/>
              <a:t>     default) and customizable placeholder</a:t>
            </a:r>
          </a:p>
          <a:p>
            <a:pPr marL="45720" indent="-134620">
              <a:buClr>
                <a:schemeClr val="accent6"/>
              </a:buClr>
              <a:buSzPts val="1400"/>
            </a:pPr>
            <a:r>
              <a:rPr lang="en-US" sz="1000" dirty="0"/>
              <a:t>Check/uncheck types you want to redact or skip</a:t>
            </a:r>
          </a:p>
          <a:p>
            <a:pPr marL="45720" indent="-134620">
              <a:buClr>
                <a:schemeClr val="accent6"/>
              </a:buClr>
              <a:buSzPts val="1400"/>
            </a:pPr>
            <a:r>
              <a:rPr lang="en-US" sz="1000" dirty="0"/>
              <a:t>Edit placeholder text (e.g., change [NAME] to </a:t>
            </a:r>
          </a:p>
          <a:p>
            <a:pPr marL="0" indent="0">
              <a:buClr>
                <a:schemeClr val="accent6"/>
              </a:buClr>
              <a:buSzPts val="1400"/>
              <a:buNone/>
            </a:pPr>
            <a:r>
              <a:rPr lang="en-US" sz="1000" dirty="0"/>
              <a:t>     [REDACTED NAME]) </a:t>
            </a:r>
          </a:p>
          <a:p>
            <a:pPr marL="45720" indent="-134620">
              <a:buClr>
                <a:schemeClr val="accent6"/>
              </a:buClr>
              <a:buSzPts val="1400"/>
            </a:pPr>
            <a:r>
              <a:rPr lang="en-US" sz="1000" dirty="0"/>
              <a:t>Click "Preview Redacted Email“ button</a:t>
            </a:r>
          </a:p>
        </p:txBody>
      </p:sp>
    </p:spTree>
    <p:extLst>
      <p:ext uri="{BB962C8B-B14F-4D97-AF65-F5344CB8AC3E}">
        <p14:creationId xmlns:p14="http://schemas.microsoft.com/office/powerpoint/2010/main" val="3297460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223"/>
                                        </p:tgtEl>
                                        <p:attrNameLst>
                                          <p:attrName>style.visibility</p:attrName>
                                        </p:attrNameLst>
                                      </p:cBhvr>
                                      <p:to>
                                        <p:strVal val="visible"/>
                                      </p:to>
                                    </p:set>
                                    <p:animEffect transition="in" filter="fade">
                                      <p:cBhvr>
                                        <p:cTn id="7" dur="500"/>
                                        <p:tgtEl>
                                          <p:spTgt spid="2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25">
          <a:extLst>
            <a:ext uri="{FF2B5EF4-FFF2-40B4-BE49-F238E27FC236}">
              <a16:creationId xmlns:a16="http://schemas.microsoft.com/office/drawing/2014/main" id="{BE7C0F66-E0C9-7121-8FD5-42DD2545AACA}"/>
            </a:ext>
          </a:extLst>
        </p:cNvPr>
        <p:cNvGrpSpPr/>
        <p:nvPr/>
      </p:nvGrpSpPr>
      <p:grpSpPr>
        <a:xfrm>
          <a:off x="0" y="0"/>
          <a:ext cx="0" cy="0"/>
          <a:chOff x="0" y="0"/>
          <a:chExt cx="0" cy="0"/>
        </a:xfrm>
      </p:grpSpPr>
      <p:sp>
        <p:nvSpPr>
          <p:cNvPr id="526" name="Google Shape;526;p52">
            <a:extLst>
              <a:ext uri="{FF2B5EF4-FFF2-40B4-BE49-F238E27FC236}">
                <a16:creationId xmlns:a16="http://schemas.microsoft.com/office/drawing/2014/main" id="{CD8A33D5-4FF0-8F2C-EBB0-5C496FCCF353}"/>
              </a:ext>
            </a:extLst>
          </p:cNvPr>
          <p:cNvSpPr/>
          <p:nvPr/>
        </p:nvSpPr>
        <p:spPr>
          <a:xfrm>
            <a:off x="18422" y="541905"/>
            <a:ext cx="2277900" cy="22779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537" name="Google Shape;537;p52">
            <a:extLst>
              <a:ext uri="{FF2B5EF4-FFF2-40B4-BE49-F238E27FC236}">
                <a16:creationId xmlns:a16="http://schemas.microsoft.com/office/drawing/2014/main" id="{F7C9736A-9106-7591-5D36-E72E9EFC89B7}"/>
              </a:ext>
            </a:extLst>
          </p:cNvPr>
          <p:cNvSpPr/>
          <p:nvPr/>
        </p:nvSpPr>
        <p:spPr>
          <a:xfrm>
            <a:off x="2192925" y="393814"/>
            <a:ext cx="6941225" cy="426650"/>
          </a:xfrm>
          <a:custGeom>
            <a:avLst/>
            <a:gdLst/>
            <a:ahLst/>
            <a:cxnLst/>
            <a:rect l="l" t="t" r="r" b="b"/>
            <a:pathLst>
              <a:path w="277649" h="17066" extrusionOk="0">
                <a:moveTo>
                  <a:pt x="277649" y="2182"/>
                </a:moveTo>
                <a:cubicBezTo>
                  <a:pt x="253641" y="10185"/>
                  <a:pt x="226797" y="4261"/>
                  <a:pt x="201745" y="684"/>
                </a:cubicBezTo>
                <a:cubicBezTo>
                  <a:pt x="183544" y="-1915"/>
                  <a:pt x="165058" y="7959"/>
                  <a:pt x="146814" y="5678"/>
                </a:cubicBezTo>
                <a:cubicBezTo>
                  <a:pt x="134644" y="4156"/>
                  <a:pt x="122387" y="-1719"/>
                  <a:pt x="110360" y="684"/>
                </a:cubicBezTo>
                <a:cubicBezTo>
                  <a:pt x="105063" y="1743"/>
                  <a:pt x="101842" y="7545"/>
                  <a:pt x="96877" y="9673"/>
                </a:cubicBezTo>
                <a:cubicBezTo>
                  <a:pt x="91197" y="12107"/>
                  <a:pt x="84579" y="11171"/>
                  <a:pt x="78400" y="11171"/>
                </a:cubicBezTo>
                <a:cubicBezTo>
                  <a:pt x="73434" y="11171"/>
                  <a:pt x="66140" y="12116"/>
                  <a:pt x="63919" y="7675"/>
                </a:cubicBezTo>
                <a:cubicBezTo>
                  <a:pt x="62054" y="3944"/>
                  <a:pt x="71568" y="-819"/>
                  <a:pt x="74905" y="1683"/>
                </a:cubicBezTo>
                <a:cubicBezTo>
                  <a:pt x="78245" y="4187"/>
                  <a:pt x="77246" y="11663"/>
                  <a:pt x="73906" y="14167"/>
                </a:cubicBezTo>
                <a:cubicBezTo>
                  <a:pt x="63283" y="22131"/>
                  <a:pt x="47475" y="11276"/>
                  <a:pt x="34456" y="8674"/>
                </a:cubicBezTo>
                <a:cubicBezTo>
                  <a:pt x="23118" y="6408"/>
                  <a:pt x="11562" y="12669"/>
                  <a:pt x="0" y="12669"/>
                </a:cubicBezTo>
              </a:path>
            </a:pathLst>
          </a:custGeom>
          <a:noFill/>
          <a:ln w="28575" cap="flat" cmpd="sng">
            <a:solidFill>
              <a:schemeClr val="accent1"/>
            </a:solidFill>
            <a:prstDash val="dash"/>
            <a:round/>
            <a:headEnd type="none" w="med" len="med"/>
            <a:tailEnd type="none" w="med" len="med"/>
          </a:ln>
        </p:spPr>
      </p:sp>
      <p:sp>
        <p:nvSpPr>
          <p:cNvPr id="18" name="Google Shape;2797;p104">
            <a:extLst>
              <a:ext uri="{FF2B5EF4-FFF2-40B4-BE49-F238E27FC236}">
                <a16:creationId xmlns:a16="http://schemas.microsoft.com/office/drawing/2014/main" id="{A1C73C14-6F17-5579-F8AE-8E1F12356E3C}"/>
              </a:ext>
            </a:extLst>
          </p:cNvPr>
          <p:cNvSpPr txBox="1">
            <a:spLocks noGrp="1"/>
          </p:cNvSpPr>
          <p:nvPr>
            <p:ph type="title"/>
          </p:nvPr>
        </p:nvSpPr>
        <p:spPr>
          <a:xfrm>
            <a:off x="17525" y="-66600"/>
            <a:ext cx="2771000" cy="572700"/>
          </a:xfrm>
          <a:prstGeom prst="rect">
            <a:avLst/>
          </a:prstGeom>
        </p:spPr>
        <p:txBody>
          <a:bodyPr spcFirstLastPara="1" wrap="square" lIns="91425" tIns="91425" rIns="91425" bIns="91425" anchor="t" anchorCtr="0">
            <a:noAutofit/>
          </a:bodyPr>
          <a:lstStyle/>
          <a:p>
            <a:r>
              <a:rPr lang="en-US" sz="1800" dirty="0">
                <a:solidFill>
                  <a:schemeClr val="accent2"/>
                </a:solidFill>
              </a:rPr>
              <a:t>Compose Email</a:t>
            </a:r>
            <a:br>
              <a:rPr lang="en-US" sz="1800" dirty="0">
                <a:solidFill>
                  <a:schemeClr val="accent2"/>
                </a:solidFill>
              </a:rPr>
            </a:br>
            <a:r>
              <a:rPr lang="en" sz="1800" dirty="0"/>
              <a:t>Features</a:t>
            </a:r>
            <a:endParaRPr sz="1800" dirty="0"/>
          </a:p>
        </p:txBody>
      </p:sp>
      <p:pic>
        <p:nvPicPr>
          <p:cNvPr id="22" name="Picture 21">
            <a:extLst>
              <a:ext uri="{FF2B5EF4-FFF2-40B4-BE49-F238E27FC236}">
                <a16:creationId xmlns:a16="http://schemas.microsoft.com/office/drawing/2014/main" id="{D5A64C2C-ABB3-1052-5DE3-571CCB5C0EFE}"/>
              </a:ext>
            </a:extLst>
          </p:cNvPr>
          <p:cNvPicPr>
            <a:picLocks noChangeAspect="1"/>
          </p:cNvPicPr>
          <p:nvPr/>
        </p:nvPicPr>
        <p:blipFill>
          <a:blip r:embed="rId3"/>
          <a:stretch>
            <a:fillRect/>
          </a:stretch>
        </p:blipFill>
        <p:spPr>
          <a:xfrm>
            <a:off x="2425901" y="0"/>
            <a:ext cx="4205797" cy="5143500"/>
          </a:xfrm>
          <a:prstGeom prst="rect">
            <a:avLst/>
          </a:prstGeom>
        </p:spPr>
      </p:pic>
      <p:grpSp>
        <p:nvGrpSpPr>
          <p:cNvPr id="28" name="Google Shape;2058;p84">
            <a:extLst>
              <a:ext uri="{FF2B5EF4-FFF2-40B4-BE49-F238E27FC236}">
                <a16:creationId xmlns:a16="http://schemas.microsoft.com/office/drawing/2014/main" id="{E08CCAE4-FFAC-5391-9FBF-1CEEBF82C598}"/>
              </a:ext>
            </a:extLst>
          </p:cNvPr>
          <p:cNvGrpSpPr/>
          <p:nvPr/>
        </p:nvGrpSpPr>
        <p:grpSpPr>
          <a:xfrm>
            <a:off x="5070718" y="1584792"/>
            <a:ext cx="3007682" cy="3100591"/>
            <a:chOff x="2412475" y="238125"/>
            <a:chExt cx="2794400" cy="5238125"/>
          </a:xfrm>
        </p:grpSpPr>
        <p:sp>
          <p:nvSpPr>
            <p:cNvPr id="29" name="Google Shape;2059;p84">
              <a:extLst>
                <a:ext uri="{FF2B5EF4-FFF2-40B4-BE49-F238E27FC236}">
                  <a16:creationId xmlns:a16="http://schemas.microsoft.com/office/drawing/2014/main" id="{3FB1C5AC-75FE-A6E5-43A0-F180798EF781}"/>
                </a:ext>
              </a:extLst>
            </p:cNvPr>
            <p:cNvSpPr/>
            <p:nvPr/>
          </p:nvSpPr>
          <p:spPr>
            <a:xfrm>
              <a:off x="2412475" y="238125"/>
              <a:ext cx="2794400" cy="5238125"/>
            </a:xfrm>
            <a:custGeom>
              <a:avLst/>
              <a:gdLst/>
              <a:ahLst/>
              <a:cxnLst/>
              <a:rect l="l" t="t" r="r" b="b"/>
              <a:pathLst>
                <a:path w="111776" h="209525" extrusionOk="0">
                  <a:moveTo>
                    <a:pt x="11446" y="0"/>
                  </a:moveTo>
                  <a:cubicBezTo>
                    <a:pt x="5105" y="0"/>
                    <a:pt x="0" y="5105"/>
                    <a:pt x="0" y="11446"/>
                  </a:cubicBezTo>
                  <a:lnTo>
                    <a:pt x="0" y="198079"/>
                  </a:lnTo>
                  <a:cubicBezTo>
                    <a:pt x="0" y="204420"/>
                    <a:pt x="5105" y="209524"/>
                    <a:pt x="11446" y="209524"/>
                  </a:cubicBezTo>
                  <a:lnTo>
                    <a:pt x="100330" y="209524"/>
                  </a:lnTo>
                  <a:cubicBezTo>
                    <a:pt x="106671" y="209524"/>
                    <a:pt x="111775" y="204420"/>
                    <a:pt x="111775" y="198079"/>
                  </a:cubicBezTo>
                  <a:lnTo>
                    <a:pt x="111775" y="11446"/>
                  </a:lnTo>
                  <a:cubicBezTo>
                    <a:pt x="111775" y="5105"/>
                    <a:pt x="106671" y="0"/>
                    <a:pt x="1003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060;p84">
              <a:extLst>
                <a:ext uri="{FF2B5EF4-FFF2-40B4-BE49-F238E27FC236}">
                  <a16:creationId xmlns:a16="http://schemas.microsoft.com/office/drawing/2014/main" id="{B80DB55D-B31D-B24A-516E-20CE8DB22121}"/>
                </a:ext>
              </a:extLst>
            </p:cNvPr>
            <p:cNvSpPr/>
            <p:nvPr/>
          </p:nvSpPr>
          <p:spPr>
            <a:xfrm>
              <a:off x="2412475" y="2135150"/>
              <a:ext cx="2794375" cy="3341100"/>
            </a:xfrm>
            <a:custGeom>
              <a:avLst/>
              <a:gdLst/>
              <a:ahLst/>
              <a:cxnLst/>
              <a:rect l="l" t="t" r="r" b="b"/>
              <a:pathLst>
                <a:path w="111775" h="133644" extrusionOk="0">
                  <a:moveTo>
                    <a:pt x="28107" y="1"/>
                  </a:moveTo>
                  <a:cubicBezTo>
                    <a:pt x="14328" y="1"/>
                    <a:pt x="3536" y="6853"/>
                    <a:pt x="0" y="9400"/>
                  </a:cubicBezTo>
                  <a:lnTo>
                    <a:pt x="0" y="122199"/>
                  </a:lnTo>
                  <a:cubicBezTo>
                    <a:pt x="0" y="128520"/>
                    <a:pt x="5125" y="133643"/>
                    <a:pt x="11446" y="133643"/>
                  </a:cubicBezTo>
                  <a:lnTo>
                    <a:pt x="100330" y="133643"/>
                  </a:lnTo>
                  <a:cubicBezTo>
                    <a:pt x="106651" y="133643"/>
                    <a:pt x="111774" y="128520"/>
                    <a:pt x="111774" y="122199"/>
                  </a:cubicBezTo>
                  <a:lnTo>
                    <a:pt x="111774" y="10340"/>
                  </a:lnTo>
                  <a:cubicBezTo>
                    <a:pt x="111774" y="10340"/>
                    <a:pt x="99907" y="20678"/>
                    <a:pt x="83348" y="20678"/>
                  </a:cubicBezTo>
                  <a:cubicBezTo>
                    <a:pt x="75068" y="20678"/>
                    <a:pt x="65616" y="18094"/>
                    <a:pt x="55888" y="10340"/>
                  </a:cubicBezTo>
                  <a:cubicBezTo>
                    <a:pt x="46159" y="2585"/>
                    <a:pt x="36570" y="1"/>
                    <a:pt x="281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 name="Google Shape;2062;p84">
            <a:extLst>
              <a:ext uri="{FF2B5EF4-FFF2-40B4-BE49-F238E27FC236}">
                <a16:creationId xmlns:a16="http://schemas.microsoft.com/office/drawing/2014/main" id="{47DE1228-5C2C-ED63-C1EC-0FED779E86BB}"/>
              </a:ext>
            </a:extLst>
          </p:cNvPr>
          <p:cNvSpPr txBox="1">
            <a:spLocks/>
          </p:cNvSpPr>
          <p:nvPr/>
        </p:nvSpPr>
        <p:spPr>
          <a:xfrm>
            <a:off x="5141286" y="1619816"/>
            <a:ext cx="2814714" cy="10654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1pPr>
            <a:lvl2pPr marR="0" lvl="1"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2pPr>
            <a:lvl3pPr marR="0" lvl="2"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3pPr>
            <a:lvl4pPr marR="0" lvl="3"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4pPr>
            <a:lvl5pPr marR="0" lvl="4"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5pPr>
            <a:lvl6pPr marR="0" lvl="5"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6pPr>
            <a:lvl7pPr marR="0" lvl="6"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7pPr>
            <a:lvl8pPr marR="0" lvl="7"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8pPr>
            <a:lvl9pPr marR="0" lvl="8"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9pPr>
          </a:lstStyle>
          <a:p>
            <a:r>
              <a:rPr lang="en-US" sz="1200" dirty="0">
                <a:solidFill>
                  <a:schemeClr val="lt1"/>
                </a:solidFill>
              </a:rPr>
              <a:t>Custom Placeholders: </a:t>
            </a:r>
            <a:r>
              <a:rPr lang="en-US" sz="1200" dirty="0">
                <a:solidFill>
                  <a:schemeClr val="lt1"/>
                </a:solidFill>
                <a:latin typeface="Fira Sans Condensed" panose="020B0503050000020004" pitchFamily="34" charset="0"/>
              </a:rPr>
              <a:t>edit replacement text for each redaction type</a:t>
            </a:r>
          </a:p>
          <a:p>
            <a:endParaRPr lang="en-US" sz="1200" dirty="0">
              <a:solidFill>
                <a:schemeClr val="lt1"/>
              </a:solidFill>
              <a:latin typeface="Fira Sans Condensed" panose="020B0503050000020004" pitchFamily="34" charset="0"/>
            </a:endParaRPr>
          </a:p>
          <a:p>
            <a:r>
              <a:rPr lang="en-US" sz="1200" dirty="0">
                <a:solidFill>
                  <a:schemeClr val="lt1"/>
                </a:solidFill>
              </a:rPr>
              <a:t>Enable/Disable Controls: </a:t>
            </a:r>
            <a:r>
              <a:rPr lang="en-US" sz="1200" dirty="0">
                <a:solidFill>
                  <a:schemeClr val="lt1"/>
                </a:solidFill>
                <a:latin typeface="Fira Sans Condensed" panose="020B0503050000020004" pitchFamily="34" charset="0"/>
              </a:rPr>
              <a:t>checkbox-based control for each redaction type</a:t>
            </a:r>
          </a:p>
        </p:txBody>
      </p:sp>
      <p:sp>
        <p:nvSpPr>
          <p:cNvPr id="33" name="Google Shape;2063;p84">
            <a:extLst>
              <a:ext uri="{FF2B5EF4-FFF2-40B4-BE49-F238E27FC236}">
                <a16:creationId xmlns:a16="http://schemas.microsoft.com/office/drawing/2014/main" id="{0A924D78-EEEF-9F3C-E51D-5A7D76AC3116}"/>
              </a:ext>
            </a:extLst>
          </p:cNvPr>
          <p:cNvSpPr txBox="1">
            <a:spLocks/>
          </p:cNvSpPr>
          <p:nvPr/>
        </p:nvSpPr>
        <p:spPr>
          <a:xfrm>
            <a:off x="4869118" y="2909737"/>
            <a:ext cx="3295682" cy="15884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Fira Sans Condensed"/>
              <a:buChar char="●"/>
              <a:defRPr sz="1800" b="0" i="0" u="none" strike="noStrike" cap="none">
                <a:solidFill>
                  <a:schemeClr val="dk2"/>
                </a:solidFill>
                <a:latin typeface="Fira Sans Condensed"/>
                <a:ea typeface="Fira Sans Condensed"/>
                <a:cs typeface="Fira Sans Condensed"/>
                <a:sym typeface="Fira Sans Condensed"/>
              </a:defRPr>
            </a:lvl1pPr>
            <a:lvl2pPr marL="914400" marR="0" lvl="1"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2pPr>
            <a:lvl3pPr marL="1371600" marR="0" lvl="2"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3pPr>
            <a:lvl4pPr marL="1828800" marR="0" lvl="3"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4pPr>
            <a:lvl5pPr marL="2286000" marR="0" lvl="4"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5pPr>
            <a:lvl6pPr marL="2743200" marR="0" lvl="5"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6pPr>
            <a:lvl7pPr marL="3200400" marR="0" lvl="6"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7pPr>
            <a:lvl8pPr marL="3657600" marR="0" lvl="7"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8pPr>
            <a:lvl9pPr marL="4114800" marR="0" lvl="8" indent="-317500" algn="l" rtl="0">
              <a:lnSpc>
                <a:spcPct val="100000"/>
              </a:lnSpc>
              <a:spcBef>
                <a:spcPts val="1600"/>
              </a:spcBef>
              <a:spcAft>
                <a:spcPts val="160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9pPr>
          </a:lstStyle>
          <a:p>
            <a:pPr marL="139700" indent="0">
              <a:buSzPts val="1400"/>
              <a:buNone/>
            </a:pPr>
            <a:r>
              <a:rPr lang="en-US" sz="800" dirty="0"/>
              <a:t>✅ Names (First names, last names, full names)</a:t>
            </a:r>
          </a:p>
          <a:p>
            <a:pPr marL="139700" indent="0">
              <a:buSzPts val="1400"/>
              <a:buNone/>
            </a:pPr>
            <a:r>
              <a:rPr lang="en-US" sz="800" dirty="0"/>
              <a:t>✅ Email Addresses (Any email format)</a:t>
            </a:r>
          </a:p>
          <a:p>
            <a:pPr marL="139700" indent="0">
              <a:buSzPts val="1400"/>
              <a:buNone/>
            </a:pPr>
            <a:r>
              <a:rPr lang="en-US" sz="800" dirty="0"/>
              <a:t>✅ Phone Numbers (All international formats)</a:t>
            </a:r>
          </a:p>
          <a:p>
            <a:pPr marL="139700" indent="0">
              <a:buSzPts val="1400"/>
              <a:buNone/>
            </a:pPr>
            <a:r>
              <a:rPr lang="en-US" sz="800" dirty="0"/>
              <a:t>✅ Physical Addresses (Street, city, state, zip)</a:t>
            </a:r>
          </a:p>
          <a:p>
            <a:pPr marL="139700" indent="0">
              <a:buSzPts val="1400"/>
              <a:buNone/>
            </a:pPr>
            <a:r>
              <a:rPr lang="en-US" sz="800" dirty="0"/>
              <a:t>✅ Social Security Numbers (SSN formats)</a:t>
            </a:r>
          </a:p>
          <a:p>
            <a:pPr marL="139700" indent="0">
              <a:buSzPts val="1400"/>
              <a:buNone/>
            </a:pPr>
            <a:r>
              <a:rPr lang="en-US" sz="800" dirty="0"/>
              <a:t>✅ Credit Card Numbers (Including masked formats like Visa **** 9901)</a:t>
            </a:r>
          </a:p>
          <a:p>
            <a:pPr marL="139700" indent="0">
              <a:buSzPts val="1400"/>
              <a:buNone/>
            </a:pPr>
            <a:r>
              <a:rPr lang="en-US" sz="800" dirty="0"/>
              <a:t>✅ API Keys (Various key formats)</a:t>
            </a:r>
          </a:p>
          <a:p>
            <a:pPr marL="139700" indent="0">
              <a:buSzPts val="1400"/>
              <a:buNone/>
            </a:pPr>
            <a:r>
              <a:rPr lang="en-US" sz="800" dirty="0"/>
              <a:t>✅ Passwords (Password values, not labels)</a:t>
            </a:r>
          </a:p>
          <a:p>
            <a:pPr marL="139700" indent="0">
              <a:buSzPts val="1400"/>
              <a:buNone/>
            </a:pPr>
            <a:r>
              <a:rPr lang="en-US" sz="800" dirty="0"/>
              <a:t>✅ Tokens (JWT, API tokens, session tokens)</a:t>
            </a:r>
          </a:p>
          <a:p>
            <a:pPr marL="139700" indent="0">
              <a:buSzPts val="1400"/>
              <a:buNone/>
            </a:pPr>
            <a:r>
              <a:rPr lang="en-US" sz="800" dirty="0"/>
              <a:t>✅ ID Numbers (Document IDs, verification IDs like HC-9920-ALPHA)</a:t>
            </a:r>
          </a:p>
          <a:p>
            <a:pPr marL="139700" indent="0">
              <a:buSzPts val="1400"/>
              <a:buNone/>
            </a:pPr>
            <a:r>
              <a:rPr lang="en-US" sz="800" dirty="0"/>
              <a:t>✅ Dollar Amounts (Prices, salaries, costs)</a:t>
            </a:r>
          </a:p>
          <a:p>
            <a:pPr marL="139700" indent="0">
              <a:buSzPts val="1400"/>
              <a:buNone/>
            </a:pPr>
            <a:r>
              <a:rPr lang="en-US" sz="800" dirty="0"/>
              <a:t>✅ Account Numbers (Bank accounts, customer accounts)</a:t>
            </a:r>
          </a:p>
        </p:txBody>
      </p:sp>
      <p:pic>
        <p:nvPicPr>
          <p:cNvPr id="49" name="Picture 48">
            <a:extLst>
              <a:ext uri="{FF2B5EF4-FFF2-40B4-BE49-F238E27FC236}">
                <a16:creationId xmlns:a16="http://schemas.microsoft.com/office/drawing/2014/main" id="{FD07CEF1-58D2-A406-3B88-46A639206F5E}"/>
              </a:ext>
            </a:extLst>
          </p:cNvPr>
          <p:cNvPicPr>
            <a:picLocks noChangeAspect="1"/>
          </p:cNvPicPr>
          <p:nvPr/>
        </p:nvPicPr>
        <p:blipFill>
          <a:blip r:embed="rId4"/>
          <a:stretch>
            <a:fillRect/>
          </a:stretch>
        </p:blipFill>
        <p:spPr>
          <a:xfrm>
            <a:off x="3555562" y="3097533"/>
            <a:ext cx="1241805" cy="636707"/>
          </a:xfrm>
          <a:prstGeom prst="rect">
            <a:avLst/>
          </a:prstGeom>
        </p:spPr>
      </p:pic>
      <p:pic>
        <p:nvPicPr>
          <p:cNvPr id="51" name="Picture 50">
            <a:extLst>
              <a:ext uri="{FF2B5EF4-FFF2-40B4-BE49-F238E27FC236}">
                <a16:creationId xmlns:a16="http://schemas.microsoft.com/office/drawing/2014/main" id="{8869F14A-B48D-364D-3A67-00CD08A24D0C}"/>
              </a:ext>
            </a:extLst>
          </p:cNvPr>
          <p:cNvPicPr>
            <a:picLocks noChangeAspect="1"/>
          </p:cNvPicPr>
          <p:nvPr/>
        </p:nvPicPr>
        <p:blipFill>
          <a:blip r:embed="rId5"/>
          <a:stretch>
            <a:fillRect/>
          </a:stretch>
        </p:blipFill>
        <p:spPr>
          <a:xfrm>
            <a:off x="2831741" y="1658440"/>
            <a:ext cx="1025537" cy="556720"/>
          </a:xfrm>
          <a:prstGeom prst="rect">
            <a:avLst/>
          </a:prstGeom>
        </p:spPr>
      </p:pic>
      <p:sp>
        <p:nvSpPr>
          <p:cNvPr id="52" name="Google Shape;530;p52">
            <a:extLst>
              <a:ext uri="{FF2B5EF4-FFF2-40B4-BE49-F238E27FC236}">
                <a16:creationId xmlns:a16="http://schemas.microsoft.com/office/drawing/2014/main" id="{70EE32FB-4042-8936-8C88-8A2021780717}"/>
              </a:ext>
            </a:extLst>
          </p:cNvPr>
          <p:cNvSpPr/>
          <p:nvPr/>
        </p:nvSpPr>
        <p:spPr>
          <a:xfrm>
            <a:off x="3265152" y="1230903"/>
            <a:ext cx="1090903" cy="636707"/>
          </a:xfrm>
          <a:custGeom>
            <a:avLst/>
            <a:gdLst/>
            <a:ahLst/>
            <a:cxnLst/>
            <a:rect l="l" t="t" r="r" b="b"/>
            <a:pathLst>
              <a:path w="8775" h="8397" extrusionOk="0">
                <a:moveTo>
                  <a:pt x="6790" y="0"/>
                </a:moveTo>
                <a:cubicBezTo>
                  <a:pt x="6786" y="0"/>
                  <a:pt x="6781" y="0"/>
                  <a:pt x="6777" y="0"/>
                </a:cubicBezTo>
                <a:lnTo>
                  <a:pt x="1942" y="35"/>
                </a:lnTo>
                <a:cubicBezTo>
                  <a:pt x="867" y="49"/>
                  <a:pt x="0" y="923"/>
                  <a:pt x="7" y="1998"/>
                </a:cubicBezTo>
                <a:lnTo>
                  <a:pt x="35" y="4939"/>
                </a:lnTo>
                <a:cubicBezTo>
                  <a:pt x="42" y="6017"/>
                  <a:pt x="916" y="6874"/>
                  <a:pt x="1985" y="6874"/>
                </a:cubicBezTo>
                <a:cubicBezTo>
                  <a:pt x="1989" y="6874"/>
                  <a:pt x="1994" y="6874"/>
                  <a:pt x="1998" y="6874"/>
                </a:cubicBezTo>
                <a:lnTo>
                  <a:pt x="4474" y="6860"/>
                </a:lnTo>
                <a:cubicBezTo>
                  <a:pt x="4478" y="6860"/>
                  <a:pt x="4481" y="6859"/>
                  <a:pt x="4485" y="6859"/>
                </a:cubicBezTo>
                <a:cubicBezTo>
                  <a:pt x="4522" y="6859"/>
                  <a:pt x="4551" y="6892"/>
                  <a:pt x="4557" y="6930"/>
                </a:cubicBezTo>
                <a:cubicBezTo>
                  <a:pt x="4613" y="7172"/>
                  <a:pt x="4738" y="8005"/>
                  <a:pt x="3982" y="8248"/>
                </a:cubicBezTo>
                <a:cubicBezTo>
                  <a:pt x="3919" y="8261"/>
                  <a:pt x="3919" y="8352"/>
                  <a:pt x="3989" y="8359"/>
                </a:cubicBezTo>
                <a:cubicBezTo>
                  <a:pt x="4102" y="8379"/>
                  <a:pt x="4244" y="8397"/>
                  <a:pt x="4399" y="8397"/>
                </a:cubicBezTo>
                <a:cubicBezTo>
                  <a:pt x="4974" y="8397"/>
                  <a:pt x="5715" y="8155"/>
                  <a:pt x="5737" y="6937"/>
                </a:cubicBezTo>
                <a:cubicBezTo>
                  <a:pt x="5737" y="6888"/>
                  <a:pt x="5771" y="6846"/>
                  <a:pt x="5820" y="6846"/>
                </a:cubicBezTo>
                <a:lnTo>
                  <a:pt x="6832" y="6839"/>
                </a:lnTo>
                <a:cubicBezTo>
                  <a:pt x="7908" y="6826"/>
                  <a:pt x="8775" y="5952"/>
                  <a:pt x="8768" y="4877"/>
                </a:cubicBezTo>
                <a:lnTo>
                  <a:pt x="8747" y="1936"/>
                </a:lnTo>
                <a:cubicBezTo>
                  <a:pt x="8733" y="858"/>
                  <a:pt x="7859" y="0"/>
                  <a:pt x="6790" y="0"/>
                </a:cubicBezTo>
                <a:close/>
              </a:path>
            </a:pathLst>
          </a:custGeom>
          <a:solidFill>
            <a:schemeClr val="accent2"/>
          </a:solidFill>
          <a:ln>
            <a:noFill/>
          </a:ln>
        </p:spPr>
        <p:txBody>
          <a:bodyPr spcFirstLastPara="1" wrap="square" lIns="91425" tIns="91425" rIns="91425" bIns="91425" anchor="ctr" anchorCtr="0">
            <a:noAutofit/>
          </a:bodyPr>
          <a:lstStyle/>
          <a:p>
            <a:pPr lvl="0"/>
            <a:endParaRPr sz="900" dirty="0">
              <a:solidFill>
                <a:schemeClr val="bg1"/>
              </a:solidFill>
            </a:endParaRPr>
          </a:p>
        </p:txBody>
      </p:sp>
      <p:sp>
        <p:nvSpPr>
          <p:cNvPr id="53" name="Google Shape;531;p52">
            <a:extLst>
              <a:ext uri="{FF2B5EF4-FFF2-40B4-BE49-F238E27FC236}">
                <a16:creationId xmlns:a16="http://schemas.microsoft.com/office/drawing/2014/main" id="{C5439DBE-F1E2-3DCF-6A77-EE618DF455D8}"/>
              </a:ext>
            </a:extLst>
          </p:cNvPr>
          <p:cNvSpPr/>
          <p:nvPr/>
        </p:nvSpPr>
        <p:spPr>
          <a:xfrm>
            <a:off x="4096658" y="1230903"/>
            <a:ext cx="322446" cy="520114"/>
          </a:xfrm>
          <a:custGeom>
            <a:avLst/>
            <a:gdLst/>
            <a:ahLst/>
            <a:cxnLst/>
            <a:rect l="l" t="t" r="r" b="b"/>
            <a:pathLst>
              <a:path w="2838" h="6840" extrusionOk="0">
                <a:moveTo>
                  <a:pt x="1" y="0"/>
                </a:moveTo>
                <a:cubicBezTo>
                  <a:pt x="1076" y="7"/>
                  <a:pt x="1943" y="881"/>
                  <a:pt x="1950" y="1956"/>
                </a:cubicBezTo>
                <a:lnTo>
                  <a:pt x="1950" y="4890"/>
                </a:lnTo>
                <a:cubicBezTo>
                  <a:pt x="1943" y="5965"/>
                  <a:pt x="1076" y="6839"/>
                  <a:pt x="1" y="6839"/>
                </a:cubicBezTo>
                <a:lnTo>
                  <a:pt x="889" y="6839"/>
                </a:lnTo>
                <a:cubicBezTo>
                  <a:pt x="1964" y="6839"/>
                  <a:pt x="2838" y="5965"/>
                  <a:pt x="2838" y="4890"/>
                </a:cubicBezTo>
                <a:lnTo>
                  <a:pt x="2838" y="1956"/>
                </a:lnTo>
                <a:cubicBezTo>
                  <a:pt x="2838" y="881"/>
                  <a:pt x="1964" y="7"/>
                  <a:pt x="889" y="0"/>
                </a:cubicBezTo>
                <a:close/>
              </a:path>
            </a:pathLst>
          </a:custGeom>
          <a:solidFill>
            <a:srgbClr val="D457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54" name="Google Shape;447;p50">
            <a:extLst>
              <a:ext uri="{FF2B5EF4-FFF2-40B4-BE49-F238E27FC236}">
                <a16:creationId xmlns:a16="http://schemas.microsoft.com/office/drawing/2014/main" id="{431EFAD3-CDCD-9BFA-7189-5992F321E108}"/>
              </a:ext>
            </a:extLst>
          </p:cNvPr>
          <p:cNvSpPr txBox="1">
            <a:spLocks/>
          </p:cNvSpPr>
          <p:nvPr/>
        </p:nvSpPr>
        <p:spPr>
          <a:xfrm>
            <a:off x="3263400" y="1206051"/>
            <a:ext cx="1090902" cy="43618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800" dirty="0">
                <a:solidFill>
                  <a:schemeClr val="bg1"/>
                </a:solidFill>
              </a:rPr>
              <a:t>Quick-load sample emails from predefined test files</a:t>
            </a:r>
          </a:p>
        </p:txBody>
      </p:sp>
      <p:grpSp>
        <p:nvGrpSpPr>
          <p:cNvPr id="516" name="Google Shape;529;p52">
            <a:extLst>
              <a:ext uri="{FF2B5EF4-FFF2-40B4-BE49-F238E27FC236}">
                <a16:creationId xmlns:a16="http://schemas.microsoft.com/office/drawing/2014/main" id="{EF1B5A74-E95B-2F4A-6313-5CC728EFE430}"/>
              </a:ext>
            </a:extLst>
          </p:cNvPr>
          <p:cNvGrpSpPr/>
          <p:nvPr/>
        </p:nvGrpSpPr>
        <p:grpSpPr>
          <a:xfrm>
            <a:off x="2537374" y="2570877"/>
            <a:ext cx="1462505" cy="641523"/>
            <a:chOff x="7435376" y="4164419"/>
            <a:chExt cx="360263" cy="281011"/>
          </a:xfrm>
        </p:grpSpPr>
        <p:sp>
          <p:nvSpPr>
            <p:cNvPr id="517" name="Google Shape;532;p52">
              <a:extLst>
                <a:ext uri="{FF2B5EF4-FFF2-40B4-BE49-F238E27FC236}">
                  <a16:creationId xmlns:a16="http://schemas.microsoft.com/office/drawing/2014/main" id="{CD3573D5-ECDD-91F0-C6E4-301B84541B3B}"/>
                </a:ext>
              </a:extLst>
            </p:cNvPr>
            <p:cNvSpPr/>
            <p:nvPr/>
          </p:nvSpPr>
          <p:spPr>
            <a:xfrm>
              <a:off x="7435376" y="4164419"/>
              <a:ext cx="338994" cy="281011"/>
            </a:xfrm>
            <a:custGeom>
              <a:avLst/>
              <a:gdLst/>
              <a:ahLst/>
              <a:cxnLst/>
              <a:rect l="l" t="t" r="r" b="b"/>
              <a:pathLst>
                <a:path w="12903" h="10696" extrusionOk="0">
                  <a:moveTo>
                    <a:pt x="1908" y="1"/>
                  </a:moveTo>
                  <a:cubicBezTo>
                    <a:pt x="854" y="1"/>
                    <a:pt x="1" y="854"/>
                    <a:pt x="1" y="1908"/>
                  </a:cubicBezTo>
                  <a:lnTo>
                    <a:pt x="1" y="6285"/>
                  </a:lnTo>
                  <a:cubicBezTo>
                    <a:pt x="1" y="7339"/>
                    <a:pt x="854" y="8192"/>
                    <a:pt x="1908" y="8192"/>
                  </a:cubicBezTo>
                  <a:lnTo>
                    <a:pt x="7797" y="8192"/>
                  </a:lnTo>
                  <a:cubicBezTo>
                    <a:pt x="7922" y="8192"/>
                    <a:pt x="8019" y="8303"/>
                    <a:pt x="8005" y="8428"/>
                  </a:cubicBezTo>
                  <a:cubicBezTo>
                    <a:pt x="7926" y="9062"/>
                    <a:pt x="7891" y="10695"/>
                    <a:pt x="9647" y="10695"/>
                  </a:cubicBezTo>
                  <a:cubicBezTo>
                    <a:pt x="9735" y="10695"/>
                    <a:pt x="9829" y="10691"/>
                    <a:pt x="9927" y="10682"/>
                  </a:cubicBezTo>
                  <a:cubicBezTo>
                    <a:pt x="9996" y="10675"/>
                    <a:pt x="10017" y="10585"/>
                    <a:pt x="9961" y="10551"/>
                  </a:cubicBezTo>
                  <a:cubicBezTo>
                    <a:pt x="9559" y="10322"/>
                    <a:pt x="8796" y="9684"/>
                    <a:pt x="9344" y="8331"/>
                  </a:cubicBezTo>
                  <a:cubicBezTo>
                    <a:pt x="9379" y="8255"/>
                    <a:pt x="9455" y="8206"/>
                    <a:pt x="9538" y="8206"/>
                  </a:cubicBezTo>
                  <a:lnTo>
                    <a:pt x="10995" y="8206"/>
                  </a:lnTo>
                  <a:cubicBezTo>
                    <a:pt x="12049" y="8206"/>
                    <a:pt x="12902" y="7353"/>
                    <a:pt x="12902" y="6299"/>
                  </a:cubicBezTo>
                  <a:lnTo>
                    <a:pt x="12902" y="1908"/>
                  </a:lnTo>
                  <a:cubicBezTo>
                    <a:pt x="12902" y="854"/>
                    <a:pt x="12049" y="1"/>
                    <a:pt x="109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
          <p:nvSpPr>
            <p:cNvPr id="518" name="Google Shape;533;p52">
              <a:extLst>
                <a:ext uri="{FF2B5EF4-FFF2-40B4-BE49-F238E27FC236}">
                  <a16:creationId xmlns:a16="http://schemas.microsoft.com/office/drawing/2014/main" id="{AB9E0838-2F44-28BA-B27D-1449D88F302C}"/>
                </a:ext>
              </a:extLst>
            </p:cNvPr>
            <p:cNvSpPr/>
            <p:nvPr/>
          </p:nvSpPr>
          <p:spPr>
            <a:xfrm>
              <a:off x="7722155" y="4164419"/>
              <a:ext cx="73484" cy="215618"/>
            </a:xfrm>
            <a:custGeom>
              <a:avLst/>
              <a:gdLst/>
              <a:ahLst/>
              <a:cxnLst/>
              <a:rect l="l" t="t" r="r" b="b"/>
              <a:pathLst>
                <a:path w="2797" h="8207" extrusionOk="0">
                  <a:moveTo>
                    <a:pt x="889" y="1"/>
                  </a:moveTo>
                  <a:lnTo>
                    <a:pt x="889" y="8"/>
                  </a:lnTo>
                  <a:lnTo>
                    <a:pt x="1" y="8"/>
                  </a:lnTo>
                  <a:cubicBezTo>
                    <a:pt x="1048" y="8"/>
                    <a:pt x="1908" y="861"/>
                    <a:pt x="1908" y="1915"/>
                  </a:cubicBezTo>
                  <a:lnTo>
                    <a:pt x="1908" y="6299"/>
                  </a:lnTo>
                  <a:cubicBezTo>
                    <a:pt x="1908" y="7353"/>
                    <a:pt x="1048" y="8206"/>
                    <a:pt x="1" y="8206"/>
                  </a:cubicBezTo>
                  <a:lnTo>
                    <a:pt x="889" y="8206"/>
                  </a:lnTo>
                  <a:cubicBezTo>
                    <a:pt x="1943" y="8206"/>
                    <a:pt x="2796" y="7353"/>
                    <a:pt x="2796" y="6299"/>
                  </a:cubicBezTo>
                  <a:lnTo>
                    <a:pt x="2796" y="1908"/>
                  </a:lnTo>
                  <a:cubicBezTo>
                    <a:pt x="2796" y="854"/>
                    <a:pt x="1943" y="1"/>
                    <a:pt x="8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519" name="Google Shape;447;p50">
            <a:extLst>
              <a:ext uri="{FF2B5EF4-FFF2-40B4-BE49-F238E27FC236}">
                <a16:creationId xmlns:a16="http://schemas.microsoft.com/office/drawing/2014/main" id="{610E5DA9-F8A9-A10D-A207-7D0AD3D50E86}"/>
              </a:ext>
            </a:extLst>
          </p:cNvPr>
          <p:cNvSpPr txBox="1">
            <a:spLocks/>
          </p:cNvSpPr>
          <p:nvPr/>
        </p:nvSpPr>
        <p:spPr>
          <a:xfrm>
            <a:off x="2567434" y="2567210"/>
            <a:ext cx="1289844" cy="43618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800" dirty="0">
                <a:solidFill>
                  <a:schemeClr val="bg1"/>
                </a:solidFill>
              </a:rPr>
              <a:t>Quick-load sample images from predefined test files</a:t>
            </a:r>
          </a:p>
        </p:txBody>
      </p:sp>
      <p:grpSp>
        <p:nvGrpSpPr>
          <p:cNvPr id="520" name="Google Shape;529;p52">
            <a:extLst>
              <a:ext uri="{FF2B5EF4-FFF2-40B4-BE49-F238E27FC236}">
                <a16:creationId xmlns:a16="http://schemas.microsoft.com/office/drawing/2014/main" id="{31FEC73F-E9F3-6589-09CE-52D832F9C655}"/>
              </a:ext>
            </a:extLst>
          </p:cNvPr>
          <p:cNvGrpSpPr/>
          <p:nvPr/>
        </p:nvGrpSpPr>
        <p:grpSpPr>
          <a:xfrm>
            <a:off x="3239343" y="3997735"/>
            <a:ext cx="1317621" cy="598063"/>
            <a:chOff x="7435376" y="4164419"/>
            <a:chExt cx="360263" cy="281011"/>
          </a:xfrm>
        </p:grpSpPr>
        <p:sp>
          <p:nvSpPr>
            <p:cNvPr id="521" name="Google Shape;532;p52">
              <a:extLst>
                <a:ext uri="{FF2B5EF4-FFF2-40B4-BE49-F238E27FC236}">
                  <a16:creationId xmlns:a16="http://schemas.microsoft.com/office/drawing/2014/main" id="{D3631160-C080-F3E9-86B6-AF96453BF1E2}"/>
                </a:ext>
              </a:extLst>
            </p:cNvPr>
            <p:cNvSpPr/>
            <p:nvPr/>
          </p:nvSpPr>
          <p:spPr>
            <a:xfrm>
              <a:off x="7435376" y="4164419"/>
              <a:ext cx="338994" cy="281011"/>
            </a:xfrm>
            <a:custGeom>
              <a:avLst/>
              <a:gdLst/>
              <a:ahLst/>
              <a:cxnLst/>
              <a:rect l="l" t="t" r="r" b="b"/>
              <a:pathLst>
                <a:path w="12903" h="10696" extrusionOk="0">
                  <a:moveTo>
                    <a:pt x="1908" y="1"/>
                  </a:moveTo>
                  <a:cubicBezTo>
                    <a:pt x="854" y="1"/>
                    <a:pt x="1" y="854"/>
                    <a:pt x="1" y="1908"/>
                  </a:cubicBezTo>
                  <a:lnTo>
                    <a:pt x="1" y="6285"/>
                  </a:lnTo>
                  <a:cubicBezTo>
                    <a:pt x="1" y="7339"/>
                    <a:pt x="854" y="8192"/>
                    <a:pt x="1908" y="8192"/>
                  </a:cubicBezTo>
                  <a:lnTo>
                    <a:pt x="7797" y="8192"/>
                  </a:lnTo>
                  <a:cubicBezTo>
                    <a:pt x="7922" y="8192"/>
                    <a:pt x="8019" y="8303"/>
                    <a:pt x="8005" y="8428"/>
                  </a:cubicBezTo>
                  <a:cubicBezTo>
                    <a:pt x="7926" y="9062"/>
                    <a:pt x="7891" y="10695"/>
                    <a:pt x="9647" y="10695"/>
                  </a:cubicBezTo>
                  <a:cubicBezTo>
                    <a:pt x="9735" y="10695"/>
                    <a:pt x="9829" y="10691"/>
                    <a:pt x="9927" y="10682"/>
                  </a:cubicBezTo>
                  <a:cubicBezTo>
                    <a:pt x="9996" y="10675"/>
                    <a:pt x="10017" y="10585"/>
                    <a:pt x="9961" y="10551"/>
                  </a:cubicBezTo>
                  <a:cubicBezTo>
                    <a:pt x="9559" y="10322"/>
                    <a:pt x="8796" y="9684"/>
                    <a:pt x="9344" y="8331"/>
                  </a:cubicBezTo>
                  <a:cubicBezTo>
                    <a:pt x="9379" y="8255"/>
                    <a:pt x="9455" y="8206"/>
                    <a:pt x="9538" y="8206"/>
                  </a:cubicBezTo>
                  <a:lnTo>
                    <a:pt x="10995" y="8206"/>
                  </a:lnTo>
                  <a:cubicBezTo>
                    <a:pt x="12049" y="8206"/>
                    <a:pt x="12902" y="7353"/>
                    <a:pt x="12902" y="6299"/>
                  </a:cubicBezTo>
                  <a:lnTo>
                    <a:pt x="12902" y="1908"/>
                  </a:lnTo>
                  <a:cubicBezTo>
                    <a:pt x="12902" y="854"/>
                    <a:pt x="12049" y="1"/>
                    <a:pt x="109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
          <p:nvSpPr>
            <p:cNvPr id="522" name="Google Shape;533;p52">
              <a:extLst>
                <a:ext uri="{FF2B5EF4-FFF2-40B4-BE49-F238E27FC236}">
                  <a16:creationId xmlns:a16="http://schemas.microsoft.com/office/drawing/2014/main" id="{A674C3EB-B22B-4523-B1E5-201BCCE903D9}"/>
                </a:ext>
              </a:extLst>
            </p:cNvPr>
            <p:cNvSpPr/>
            <p:nvPr/>
          </p:nvSpPr>
          <p:spPr>
            <a:xfrm>
              <a:off x="7722155" y="4164419"/>
              <a:ext cx="73484" cy="215618"/>
            </a:xfrm>
            <a:custGeom>
              <a:avLst/>
              <a:gdLst/>
              <a:ahLst/>
              <a:cxnLst/>
              <a:rect l="l" t="t" r="r" b="b"/>
              <a:pathLst>
                <a:path w="2797" h="8207" extrusionOk="0">
                  <a:moveTo>
                    <a:pt x="889" y="1"/>
                  </a:moveTo>
                  <a:lnTo>
                    <a:pt x="889" y="8"/>
                  </a:lnTo>
                  <a:lnTo>
                    <a:pt x="1" y="8"/>
                  </a:lnTo>
                  <a:cubicBezTo>
                    <a:pt x="1048" y="8"/>
                    <a:pt x="1908" y="861"/>
                    <a:pt x="1908" y="1915"/>
                  </a:cubicBezTo>
                  <a:lnTo>
                    <a:pt x="1908" y="6299"/>
                  </a:lnTo>
                  <a:cubicBezTo>
                    <a:pt x="1908" y="7353"/>
                    <a:pt x="1048" y="8206"/>
                    <a:pt x="1" y="8206"/>
                  </a:cubicBezTo>
                  <a:lnTo>
                    <a:pt x="889" y="8206"/>
                  </a:lnTo>
                  <a:cubicBezTo>
                    <a:pt x="1943" y="8206"/>
                    <a:pt x="2796" y="7353"/>
                    <a:pt x="2796" y="6299"/>
                  </a:cubicBezTo>
                  <a:lnTo>
                    <a:pt x="2796" y="1908"/>
                  </a:lnTo>
                  <a:cubicBezTo>
                    <a:pt x="2796" y="854"/>
                    <a:pt x="1943" y="1"/>
                    <a:pt x="8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523" name="Google Shape;447;p50">
            <a:extLst>
              <a:ext uri="{FF2B5EF4-FFF2-40B4-BE49-F238E27FC236}">
                <a16:creationId xmlns:a16="http://schemas.microsoft.com/office/drawing/2014/main" id="{04E62D54-70F8-DF44-F1AF-EB59CABA5DB6}"/>
              </a:ext>
            </a:extLst>
          </p:cNvPr>
          <p:cNvSpPr txBox="1">
            <a:spLocks/>
          </p:cNvSpPr>
          <p:nvPr/>
        </p:nvSpPr>
        <p:spPr>
          <a:xfrm>
            <a:off x="3219635" y="3953740"/>
            <a:ext cx="1331540" cy="53405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800" dirty="0">
                <a:solidFill>
                  <a:schemeClr val="bg1"/>
                </a:solidFill>
              </a:rPr>
              <a:t>Multiple images support (</a:t>
            </a:r>
            <a:r>
              <a:rPr lang="fr-FR" sz="800" dirty="0">
                <a:solidFill>
                  <a:schemeClr val="bg1"/>
                </a:solidFill>
              </a:rPr>
              <a:t>max 4 images, 5 MB total)</a:t>
            </a:r>
            <a:endParaRPr lang="en-US" sz="800" dirty="0">
              <a:solidFill>
                <a:schemeClr val="bg1"/>
              </a:solidFill>
            </a:endParaRPr>
          </a:p>
        </p:txBody>
      </p:sp>
      <p:sp>
        <p:nvSpPr>
          <p:cNvPr id="524" name="Google Shape;530;p52">
            <a:extLst>
              <a:ext uri="{FF2B5EF4-FFF2-40B4-BE49-F238E27FC236}">
                <a16:creationId xmlns:a16="http://schemas.microsoft.com/office/drawing/2014/main" id="{A6877072-D31B-B506-A1F5-9201B3D02A7D}"/>
              </a:ext>
            </a:extLst>
          </p:cNvPr>
          <p:cNvSpPr/>
          <p:nvPr/>
        </p:nvSpPr>
        <p:spPr>
          <a:xfrm>
            <a:off x="3071952" y="497703"/>
            <a:ext cx="1090903" cy="636707"/>
          </a:xfrm>
          <a:custGeom>
            <a:avLst/>
            <a:gdLst/>
            <a:ahLst/>
            <a:cxnLst/>
            <a:rect l="l" t="t" r="r" b="b"/>
            <a:pathLst>
              <a:path w="8775" h="8397" extrusionOk="0">
                <a:moveTo>
                  <a:pt x="6790" y="0"/>
                </a:moveTo>
                <a:cubicBezTo>
                  <a:pt x="6786" y="0"/>
                  <a:pt x="6781" y="0"/>
                  <a:pt x="6777" y="0"/>
                </a:cubicBezTo>
                <a:lnTo>
                  <a:pt x="1942" y="35"/>
                </a:lnTo>
                <a:cubicBezTo>
                  <a:pt x="867" y="49"/>
                  <a:pt x="0" y="923"/>
                  <a:pt x="7" y="1998"/>
                </a:cubicBezTo>
                <a:lnTo>
                  <a:pt x="35" y="4939"/>
                </a:lnTo>
                <a:cubicBezTo>
                  <a:pt x="42" y="6017"/>
                  <a:pt x="916" y="6874"/>
                  <a:pt x="1985" y="6874"/>
                </a:cubicBezTo>
                <a:cubicBezTo>
                  <a:pt x="1989" y="6874"/>
                  <a:pt x="1994" y="6874"/>
                  <a:pt x="1998" y="6874"/>
                </a:cubicBezTo>
                <a:lnTo>
                  <a:pt x="4474" y="6860"/>
                </a:lnTo>
                <a:cubicBezTo>
                  <a:pt x="4478" y="6860"/>
                  <a:pt x="4481" y="6859"/>
                  <a:pt x="4485" y="6859"/>
                </a:cubicBezTo>
                <a:cubicBezTo>
                  <a:pt x="4522" y="6859"/>
                  <a:pt x="4551" y="6892"/>
                  <a:pt x="4557" y="6930"/>
                </a:cubicBezTo>
                <a:cubicBezTo>
                  <a:pt x="4613" y="7172"/>
                  <a:pt x="4738" y="8005"/>
                  <a:pt x="3982" y="8248"/>
                </a:cubicBezTo>
                <a:cubicBezTo>
                  <a:pt x="3919" y="8261"/>
                  <a:pt x="3919" y="8352"/>
                  <a:pt x="3989" y="8359"/>
                </a:cubicBezTo>
                <a:cubicBezTo>
                  <a:pt x="4102" y="8379"/>
                  <a:pt x="4244" y="8397"/>
                  <a:pt x="4399" y="8397"/>
                </a:cubicBezTo>
                <a:cubicBezTo>
                  <a:pt x="4974" y="8397"/>
                  <a:pt x="5715" y="8155"/>
                  <a:pt x="5737" y="6937"/>
                </a:cubicBezTo>
                <a:cubicBezTo>
                  <a:pt x="5737" y="6888"/>
                  <a:pt x="5771" y="6846"/>
                  <a:pt x="5820" y="6846"/>
                </a:cubicBezTo>
                <a:lnTo>
                  <a:pt x="6832" y="6839"/>
                </a:lnTo>
                <a:cubicBezTo>
                  <a:pt x="7908" y="6826"/>
                  <a:pt x="8775" y="5952"/>
                  <a:pt x="8768" y="4877"/>
                </a:cubicBezTo>
                <a:lnTo>
                  <a:pt x="8747" y="1936"/>
                </a:lnTo>
                <a:cubicBezTo>
                  <a:pt x="8733" y="858"/>
                  <a:pt x="7859" y="0"/>
                  <a:pt x="6790" y="0"/>
                </a:cubicBezTo>
                <a:close/>
              </a:path>
            </a:pathLst>
          </a:custGeom>
          <a:solidFill>
            <a:schemeClr val="accent2"/>
          </a:solidFill>
          <a:ln>
            <a:noFill/>
          </a:ln>
        </p:spPr>
        <p:txBody>
          <a:bodyPr spcFirstLastPara="1" wrap="square" lIns="91425" tIns="91425" rIns="91425" bIns="91425" anchor="ctr" anchorCtr="0">
            <a:noAutofit/>
          </a:bodyPr>
          <a:lstStyle/>
          <a:p>
            <a:pPr lvl="0"/>
            <a:endParaRPr sz="900" dirty="0">
              <a:solidFill>
                <a:schemeClr val="bg1"/>
              </a:solidFill>
            </a:endParaRPr>
          </a:p>
        </p:txBody>
      </p:sp>
      <p:sp>
        <p:nvSpPr>
          <p:cNvPr id="525" name="Google Shape;531;p52">
            <a:extLst>
              <a:ext uri="{FF2B5EF4-FFF2-40B4-BE49-F238E27FC236}">
                <a16:creationId xmlns:a16="http://schemas.microsoft.com/office/drawing/2014/main" id="{7C5D76E6-59BE-05BB-A194-AD7078E657C1}"/>
              </a:ext>
            </a:extLst>
          </p:cNvPr>
          <p:cNvSpPr/>
          <p:nvPr/>
        </p:nvSpPr>
        <p:spPr>
          <a:xfrm>
            <a:off x="3903458" y="497703"/>
            <a:ext cx="322446" cy="520114"/>
          </a:xfrm>
          <a:custGeom>
            <a:avLst/>
            <a:gdLst/>
            <a:ahLst/>
            <a:cxnLst/>
            <a:rect l="l" t="t" r="r" b="b"/>
            <a:pathLst>
              <a:path w="2838" h="6840" extrusionOk="0">
                <a:moveTo>
                  <a:pt x="1" y="0"/>
                </a:moveTo>
                <a:cubicBezTo>
                  <a:pt x="1076" y="7"/>
                  <a:pt x="1943" y="881"/>
                  <a:pt x="1950" y="1956"/>
                </a:cubicBezTo>
                <a:lnTo>
                  <a:pt x="1950" y="4890"/>
                </a:lnTo>
                <a:cubicBezTo>
                  <a:pt x="1943" y="5965"/>
                  <a:pt x="1076" y="6839"/>
                  <a:pt x="1" y="6839"/>
                </a:cubicBezTo>
                <a:lnTo>
                  <a:pt x="889" y="6839"/>
                </a:lnTo>
                <a:cubicBezTo>
                  <a:pt x="1964" y="6839"/>
                  <a:pt x="2838" y="5965"/>
                  <a:pt x="2838" y="4890"/>
                </a:cubicBezTo>
                <a:lnTo>
                  <a:pt x="2838" y="1956"/>
                </a:lnTo>
                <a:cubicBezTo>
                  <a:pt x="2838" y="881"/>
                  <a:pt x="1964" y="7"/>
                  <a:pt x="889" y="0"/>
                </a:cubicBezTo>
                <a:close/>
              </a:path>
            </a:pathLst>
          </a:custGeom>
          <a:solidFill>
            <a:srgbClr val="D457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538" name="Google Shape;447;p50">
            <a:extLst>
              <a:ext uri="{FF2B5EF4-FFF2-40B4-BE49-F238E27FC236}">
                <a16:creationId xmlns:a16="http://schemas.microsoft.com/office/drawing/2014/main" id="{A7599E6C-2A72-3239-038A-5E9F4B35B4C3}"/>
              </a:ext>
            </a:extLst>
          </p:cNvPr>
          <p:cNvSpPr txBox="1">
            <a:spLocks/>
          </p:cNvSpPr>
          <p:nvPr/>
        </p:nvSpPr>
        <p:spPr>
          <a:xfrm>
            <a:off x="3070200" y="523251"/>
            <a:ext cx="1090902" cy="43618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800" dirty="0">
                <a:solidFill>
                  <a:schemeClr val="bg1"/>
                </a:solidFill>
              </a:rPr>
              <a:t>Real-time validation for To and CC fields</a:t>
            </a:r>
          </a:p>
        </p:txBody>
      </p:sp>
      <p:grpSp>
        <p:nvGrpSpPr>
          <p:cNvPr id="539" name="Google Shape;624;p54">
            <a:extLst>
              <a:ext uri="{FF2B5EF4-FFF2-40B4-BE49-F238E27FC236}">
                <a16:creationId xmlns:a16="http://schemas.microsoft.com/office/drawing/2014/main" id="{3E55EF6D-E74C-C836-0D4E-F6EF0F0A90AD}"/>
              </a:ext>
            </a:extLst>
          </p:cNvPr>
          <p:cNvGrpSpPr/>
          <p:nvPr/>
        </p:nvGrpSpPr>
        <p:grpSpPr>
          <a:xfrm>
            <a:off x="524251" y="1034988"/>
            <a:ext cx="1757059" cy="3434826"/>
            <a:chOff x="4908275" y="1425543"/>
            <a:chExt cx="1757059" cy="3434826"/>
          </a:xfrm>
        </p:grpSpPr>
        <p:sp>
          <p:nvSpPr>
            <p:cNvPr id="540" name="Google Shape;625;p54">
              <a:extLst>
                <a:ext uri="{FF2B5EF4-FFF2-40B4-BE49-F238E27FC236}">
                  <a16:creationId xmlns:a16="http://schemas.microsoft.com/office/drawing/2014/main" id="{EC2602B7-5DF7-9628-3013-B8A01442FC95}"/>
                </a:ext>
              </a:extLst>
            </p:cNvPr>
            <p:cNvSpPr/>
            <p:nvPr/>
          </p:nvSpPr>
          <p:spPr>
            <a:xfrm>
              <a:off x="5057565" y="4736078"/>
              <a:ext cx="1161495" cy="124292"/>
            </a:xfrm>
            <a:custGeom>
              <a:avLst/>
              <a:gdLst/>
              <a:ahLst/>
              <a:cxnLst/>
              <a:rect l="l" t="t" r="r" b="b"/>
              <a:pathLst>
                <a:path w="55191" h="5906" extrusionOk="0">
                  <a:moveTo>
                    <a:pt x="27595" y="1"/>
                  </a:moveTo>
                  <a:cubicBezTo>
                    <a:pt x="20277" y="1"/>
                    <a:pt x="13258" y="312"/>
                    <a:pt x="8082" y="866"/>
                  </a:cubicBezTo>
                  <a:cubicBezTo>
                    <a:pt x="2908" y="1419"/>
                    <a:pt x="1" y="2170"/>
                    <a:pt x="1" y="2953"/>
                  </a:cubicBezTo>
                  <a:cubicBezTo>
                    <a:pt x="1" y="3736"/>
                    <a:pt x="2908" y="4486"/>
                    <a:pt x="8082" y="5041"/>
                  </a:cubicBezTo>
                  <a:cubicBezTo>
                    <a:pt x="13258" y="5594"/>
                    <a:pt x="20277" y="5905"/>
                    <a:pt x="27595" y="5905"/>
                  </a:cubicBezTo>
                  <a:cubicBezTo>
                    <a:pt x="34914" y="5905"/>
                    <a:pt x="41933" y="5594"/>
                    <a:pt x="47108" y="5041"/>
                  </a:cubicBezTo>
                  <a:cubicBezTo>
                    <a:pt x="52282" y="4486"/>
                    <a:pt x="55191" y="3736"/>
                    <a:pt x="55191" y="2953"/>
                  </a:cubicBezTo>
                  <a:cubicBezTo>
                    <a:pt x="55191" y="2170"/>
                    <a:pt x="52282" y="1419"/>
                    <a:pt x="47108" y="866"/>
                  </a:cubicBezTo>
                  <a:cubicBezTo>
                    <a:pt x="41933" y="312"/>
                    <a:pt x="34914" y="1"/>
                    <a:pt x="275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626;p54">
              <a:extLst>
                <a:ext uri="{FF2B5EF4-FFF2-40B4-BE49-F238E27FC236}">
                  <a16:creationId xmlns:a16="http://schemas.microsoft.com/office/drawing/2014/main" id="{8F2152D2-1C70-C413-13C4-5C0B67588EE0}"/>
                </a:ext>
              </a:extLst>
            </p:cNvPr>
            <p:cNvSpPr/>
            <p:nvPr/>
          </p:nvSpPr>
          <p:spPr>
            <a:xfrm>
              <a:off x="4908275" y="1462013"/>
              <a:ext cx="557503" cy="633707"/>
            </a:xfrm>
            <a:custGeom>
              <a:avLst/>
              <a:gdLst/>
              <a:ahLst/>
              <a:cxnLst/>
              <a:rect l="l" t="t" r="r" b="b"/>
              <a:pathLst>
                <a:path w="26491" h="30112" extrusionOk="0">
                  <a:moveTo>
                    <a:pt x="18517" y="1"/>
                  </a:moveTo>
                  <a:cubicBezTo>
                    <a:pt x="15034" y="1"/>
                    <a:pt x="12927" y="2566"/>
                    <a:pt x="11643" y="5682"/>
                  </a:cubicBezTo>
                  <a:cubicBezTo>
                    <a:pt x="11147" y="6889"/>
                    <a:pt x="10049" y="7045"/>
                    <a:pt x="8765" y="7045"/>
                  </a:cubicBezTo>
                  <a:cubicBezTo>
                    <a:pt x="8316" y="7045"/>
                    <a:pt x="7845" y="7026"/>
                    <a:pt x="7369" y="7026"/>
                  </a:cubicBezTo>
                  <a:cubicBezTo>
                    <a:pt x="5837" y="7026"/>
                    <a:pt x="4254" y="7223"/>
                    <a:pt x="3213" y="8890"/>
                  </a:cubicBezTo>
                  <a:cubicBezTo>
                    <a:pt x="921" y="12555"/>
                    <a:pt x="5412" y="12555"/>
                    <a:pt x="3396" y="15305"/>
                  </a:cubicBezTo>
                  <a:cubicBezTo>
                    <a:pt x="1379" y="18053"/>
                    <a:pt x="0" y="19819"/>
                    <a:pt x="2479" y="23095"/>
                  </a:cubicBezTo>
                  <a:cubicBezTo>
                    <a:pt x="3382" y="24288"/>
                    <a:pt x="4240" y="24505"/>
                    <a:pt x="5068" y="24505"/>
                  </a:cubicBezTo>
                  <a:cubicBezTo>
                    <a:pt x="5542" y="24505"/>
                    <a:pt x="6006" y="24434"/>
                    <a:pt x="6464" y="24434"/>
                  </a:cubicBezTo>
                  <a:cubicBezTo>
                    <a:pt x="7479" y="24434"/>
                    <a:pt x="8461" y="24784"/>
                    <a:pt x="9444" y="27036"/>
                  </a:cubicBezTo>
                  <a:cubicBezTo>
                    <a:pt x="10371" y="29159"/>
                    <a:pt x="12014" y="30112"/>
                    <a:pt x="13927" y="30112"/>
                  </a:cubicBezTo>
                  <a:cubicBezTo>
                    <a:pt x="16554" y="30112"/>
                    <a:pt x="19691" y="28316"/>
                    <a:pt x="22183" y="25294"/>
                  </a:cubicBezTo>
                  <a:cubicBezTo>
                    <a:pt x="26491" y="20070"/>
                    <a:pt x="24382" y="4766"/>
                    <a:pt x="24382" y="4766"/>
                  </a:cubicBezTo>
                  <a:cubicBezTo>
                    <a:pt x="24382" y="4766"/>
                    <a:pt x="24019" y="1"/>
                    <a:pt x="185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627;p54">
              <a:extLst>
                <a:ext uri="{FF2B5EF4-FFF2-40B4-BE49-F238E27FC236}">
                  <a16:creationId xmlns:a16="http://schemas.microsoft.com/office/drawing/2014/main" id="{1B6B5B7C-A93E-A1F8-50E2-0888C33AC7AC}"/>
                </a:ext>
              </a:extLst>
            </p:cNvPr>
            <p:cNvSpPr/>
            <p:nvPr/>
          </p:nvSpPr>
          <p:spPr>
            <a:xfrm>
              <a:off x="4908275" y="1610420"/>
              <a:ext cx="450216" cy="485277"/>
            </a:xfrm>
            <a:custGeom>
              <a:avLst/>
              <a:gdLst/>
              <a:ahLst/>
              <a:cxnLst/>
              <a:rect l="l" t="t" r="r" b="b"/>
              <a:pathLst>
                <a:path w="21393" h="23059" extrusionOk="0">
                  <a:moveTo>
                    <a:pt x="6528" y="1"/>
                  </a:moveTo>
                  <a:lnTo>
                    <a:pt x="6528" y="1"/>
                  </a:lnTo>
                  <a:cubicBezTo>
                    <a:pt x="5276" y="95"/>
                    <a:pt x="4064" y="474"/>
                    <a:pt x="3213" y="1838"/>
                  </a:cubicBezTo>
                  <a:cubicBezTo>
                    <a:pt x="921" y="5503"/>
                    <a:pt x="5412" y="5503"/>
                    <a:pt x="3396" y="8252"/>
                  </a:cubicBezTo>
                  <a:cubicBezTo>
                    <a:pt x="1379" y="11001"/>
                    <a:pt x="0" y="12767"/>
                    <a:pt x="2479" y="16041"/>
                  </a:cubicBezTo>
                  <a:cubicBezTo>
                    <a:pt x="3382" y="17235"/>
                    <a:pt x="4240" y="17452"/>
                    <a:pt x="5069" y="17452"/>
                  </a:cubicBezTo>
                  <a:cubicBezTo>
                    <a:pt x="5542" y="17452"/>
                    <a:pt x="6006" y="17381"/>
                    <a:pt x="6463" y="17381"/>
                  </a:cubicBezTo>
                  <a:cubicBezTo>
                    <a:pt x="7478" y="17381"/>
                    <a:pt x="8461" y="17731"/>
                    <a:pt x="9444" y="19982"/>
                  </a:cubicBezTo>
                  <a:cubicBezTo>
                    <a:pt x="10371" y="22107"/>
                    <a:pt x="12014" y="23059"/>
                    <a:pt x="13927" y="23059"/>
                  </a:cubicBezTo>
                  <a:cubicBezTo>
                    <a:pt x="16283" y="23059"/>
                    <a:pt x="19049" y="21614"/>
                    <a:pt x="21392" y="19136"/>
                  </a:cubicBezTo>
                  <a:cubicBezTo>
                    <a:pt x="21076" y="18314"/>
                    <a:pt x="20378" y="18083"/>
                    <a:pt x="19512" y="18083"/>
                  </a:cubicBezTo>
                  <a:cubicBezTo>
                    <a:pt x="18405" y="18083"/>
                    <a:pt x="17023" y="18459"/>
                    <a:pt x="15812" y="18459"/>
                  </a:cubicBezTo>
                  <a:cubicBezTo>
                    <a:pt x="14733" y="18459"/>
                    <a:pt x="13788" y="18160"/>
                    <a:pt x="13296" y="17030"/>
                  </a:cubicBezTo>
                  <a:cubicBezTo>
                    <a:pt x="12313" y="14779"/>
                    <a:pt x="11331" y="14429"/>
                    <a:pt x="10316" y="14429"/>
                  </a:cubicBezTo>
                  <a:cubicBezTo>
                    <a:pt x="9858" y="14429"/>
                    <a:pt x="9393" y="14501"/>
                    <a:pt x="8919" y="14501"/>
                  </a:cubicBezTo>
                  <a:cubicBezTo>
                    <a:pt x="8090" y="14501"/>
                    <a:pt x="7233" y="14283"/>
                    <a:pt x="6330" y="13091"/>
                  </a:cubicBezTo>
                  <a:cubicBezTo>
                    <a:pt x="3851" y="9815"/>
                    <a:pt x="5231" y="8049"/>
                    <a:pt x="7246" y="5301"/>
                  </a:cubicBezTo>
                  <a:cubicBezTo>
                    <a:pt x="9033" y="2864"/>
                    <a:pt x="5713" y="2584"/>
                    <a:pt x="65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628;p54">
              <a:extLst>
                <a:ext uri="{FF2B5EF4-FFF2-40B4-BE49-F238E27FC236}">
                  <a16:creationId xmlns:a16="http://schemas.microsoft.com/office/drawing/2014/main" id="{42E94907-181E-95E8-4D85-48415A9B9015}"/>
                </a:ext>
              </a:extLst>
            </p:cNvPr>
            <p:cNvSpPr/>
            <p:nvPr/>
          </p:nvSpPr>
          <p:spPr>
            <a:xfrm>
              <a:off x="5394362" y="1778314"/>
              <a:ext cx="455203" cy="287348"/>
            </a:xfrm>
            <a:custGeom>
              <a:avLst/>
              <a:gdLst/>
              <a:ahLst/>
              <a:cxnLst/>
              <a:rect l="l" t="t" r="r" b="b"/>
              <a:pathLst>
                <a:path w="21630" h="13654" extrusionOk="0">
                  <a:moveTo>
                    <a:pt x="11092" y="0"/>
                  </a:moveTo>
                  <a:cubicBezTo>
                    <a:pt x="11092" y="0"/>
                    <a:pt x="1" y="12098"/>
                    <a:pt x="7150" y="13472"/>
                  </a:cubicBezTo>
                  <a:cubicBezTo>
                    <a:pt x="7796" y="13596"/>
                    <a:pt x="8365" y="13653"/>
                    <a:pt x="8868" y="13653"/>
                  </a:cubicBezTo>
                  <a:cubicBezTo>
                    <a:pt x="13926" y="13653"/>
                    <a:pt x="12355" y="7914"/>
                    <a:pt x="16773" y="7330"/>
                  </a:cubicBezTo>
                  <a:cubicBezTo>
                    <a:pt x="21630" y="6689"/>
                    <a:pt x="11092" y="0"/>
                    <a:pt x="110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629;p54">
              <a:extLst>
                <a:ext uri="{FF2B5EF4-FFF2-40B4-BE49-F238E27FC236}">
                  <a16:creationId xmlns:a16="http://schemas.microsoft.com/office/drawing/2014/main" id="{AA342301-7E03-D863-7D3E-BC8A48F093D9}"/>
                </a:ext>
              </a:extLst>
            </p:cNvPr>
            <p:cNvSpPr/>
            <p:nvPr/>
          </p:nvSpPr>
          <p:spPr>
            <a:xfrm>
              <a:off x="5053251" y="1866997"/>
              <a:ext cx="603444" cy="393689"/>
            </a:xfrm>
            <a:custGeom>
              <a:avLst/>
              <a:gdLst/>
              <a:ahLst/>
              <a:cxnLst/>
              <a:rect l="l" t="t" r="r" b="b"/>
              <a:pathLst>
                <a:path w="28674" h="18707" extrusionOk="0">
                  <a:moveTo>
                    <a:pt x="8787" y="1"/>
                  </a:moveTo>
                  <a:lnTo>
                    <a:pt x="8787" y="1"/>
                  </a:lnTo>
                  <a:cubicBezTo>
                    <a:pt x="8787" y="1"/>
                    <a:pt x="11170" y="10998"/>
                    <a:pt x="10071" y="12374"/>
                  </a:cubicBezTo>
                  <a:cubicBezTo>
                    <a:pt x="8970" y="13748"/>
                    <a:pt x="2830" y="11916"/>
                    <a:pt x="906" y="15947"/>
                  </a:cubicBezTo>
                  <a:cubicBezTo>
                    <a:pt x="0" y="17844"/>
                    <a:pt x="4916" y="18706"/>
                    <a:pt x="10652" y="18706"/>
                  </a:cubicBezTo>
                  <a:cubicBezTo>
                    <a:pt x="17110" y="18706"/>
                    <a:pt x="24609" y="17613"/>
                    <a:pt x="26016" y="15672"/>
                  </a:cubicBezTo>
                  <a:cubicBezTo>
                    <a:pt x="28674" y="12006"/>
                    <a:pt x="23083" y="13565"/>
                    <a:pt x="19693" y="12832"/>
                  </a:cubicBezTo>
                  <a:cubicBezTo>
                    <a:pt x="16302" y="12098"/>
                    <a:pt x="17861" y="5591"/>
                    <a:pt x="17861" y="5591"/>
                  </a:cubicBezTo>
                  <a:lnTo>
                    <a:pt x="87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630;p54">
              <a:extLst>
                <a:ext uri="{FF2B5EF4-FFF2-40B4-BE49-F238E27FC236}">
                  <a16:creationId xmlns:a16="http://schemas.microsoft.com/office/drawing/2014/main" id="{4AB355F4-946D-0A1E-ED9C-C8896D8B0FED}"/>
                </a:ext>
              </a:extLst>
            </p:cNvPr>
            <p:cNvSpPr/>
            <p:nvPr/>
          </p:nvSpPr>
          <p:spPr>
            <a:xfrm>
              <a:off x="5238170" y="1866997"/>
              <a:ext cx="196918" cy="246248"/>
            </a:xfrm>
            <a:custGeom>
              <a:avLst/>
              <a:gdLst/>
              <a:ahLst/>
              <a:cxnLst/>
              <a:rect l="l" t="t" r="r" b="b"/>
              <a:pathLst>
                <a:path w="9357" h="11701" extrusionOk="0">
                  <a:moveTo>
                    <a:pt x="0" y="1"/>
                  </a:moveTo>
                  <a:lnTo>
                    <a:pt x="0" y="1"/>
                  </a:lnTo>
                  <a:cubicBezTo>
                    <a:pt x="0" y="1"/>
                    <a:pt x="1438" y="6638"/>
                    <a:pt x="1563" y="10244"/>
                  </a:cubicBezTo>
                  <a:cubicBezTo>
                    <a:pt x="3938" y="11353"/>
                    <a:pt x="6761" y="11575"/>
                    <a:pt x="9356" y="11701"/>
                  </a:cubicBezTo>
                  <a:cubicBezTo>
                    <a:pt x="8108" y="9628"/>
                    <a:pt x="9072" y="5591"/>
                    <a:pt x="9072" y="5591"/>
                  </a:cubicBezTo>
                  <a:lnTo>
                    <a:pt x="0"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631;p54">
              <a:extLst>
                <a:ext uri="{FF2B5EF4-FFF2-40B4-BE49-F238E27FC236}">
                  <a16:creationId xmlns:a16="http://schemas.microsoft.com/office/drawing/2014/main" id="{3950741F-A0A4-42DA-FE57-85F0A16703EF}"/>
                </a:ext>
              </a:extLst>
            </p:cNvPr>
            <p:cNvSpPr/>
            <p:nvPr/>
          </p:nvSpPr>
          <p:spPr>
            <a:xfrm>
              <a:off x="5181623" y="1571803"/>
              <a:ext cx="497420" cy="522947"/>
            </a:xfrm>
            <a:custGeom>
              <a:avLst/>
              <a:gdLst/>
              <a:ahLst/>
              <a:cxnLst/>
              <a:rect l="l" t="t" r="r" b="b"/>
              <a:pathLst>
                <a:path w="23636" h="24849" extrusionOk="0">
                  <a:moveTo>
                    <a:pt x="12006" y="0"/>
                  </a:moveTo>
                  <a:cubicBezTo>
                    <a:pt x="11790" y="0"/>
                    <a:pt x="11668" y="7"/>
                    <a:pt x="11668" y="7"/>
                  </a:cubicBezTo>
                  <a:cubicBezTo>
                    <a:pt x="11573" y="3"/>
                    <a:pt x="11480" y="1"/>
                    <a:pt x="11387" y="1"/>
                  </a:cubicBezTo>
                  <a:cubicBezTo>
                    <a:pt x="5212" y="1"/>
                    <a:pt x="3879" y="8895"/>
                    <a:pt x="3879" y="8897"/>
                  </a:cubicBezTo>
                  <a:cubicBezTo>
                    <a:pt x="3285" y="8437"/>
                    <a:pt x="2764" y="8241"/>
                    <a:pt x="2317" y="8241"/>
                  </a:cubicBezTo>
                  <a:cubicBezTo>
                    <a:pt x="628" y="8241"/>
                    <a:pt x="0" y="11040"/>
                    <a:pt x="488" y="12929"/>
                  </a:cubicBezTo>
                  <a:cubicBezTo>
                    <a:pt x="873" y="14422"/>
                    <a:pt x="1562" y="14776"/>
                    <a:pt x="2129" y="14776"/>
                  </a:cubicBezTo>
                  <a:cubicBezTo>
                    <a:pt x="2641" y="14776"/>
                    <a:pt x="3053" y="14487"/>
                    <a:pt x="3053" y="14487"/>
                  </a:cubicBezTo>
                  <a:cubicBezTo>
                    <a:pt x="3603" y="19069"/>
                    <a:pt x="6536" y="24575"/>
                    <a:pt x="12767" y="24842"/>
                  </a:cubicBezTo>
                  <a:cubicBezTo>
                    <a:pt x="12871" y="24847"/>
                    <a:pt x="12973" y="24849"/>
                    <a:pt x="13075" y="24849"/>
                  </a:cubicBezTo>
                  <a:cubicBezTo>
                    <a:pt x="21349" y="24849"/>
                    <a:pt x="23636" y="10288"/>
                    <a:pt x="20649" y="4314"/>
                  </a:cubicBezTo>
                  <a:cubicBezTo>
                    <a:pt x="18629" y="274"/>
                    <a:pt x="13388" y="0"/>
                    <a:pt x="120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632;p54">
              <a:extLst>
                <a:ext uri="{FF2B5EF4-FFF2-40B4-BE49-F238E27FC236}">
                  <a16:creationId xmlns:a16="http://schemas.microsoft.com/office/drawing/2014/main" id="{EFAA12C1-09D9-2804-5701-30391B7BD0D2}"/>
                </a:ext>
              </a:extLst>
            </p:cNvPr>
            <p:cNvSpPr/>
            <p:nvPr/>
          </p:nvSpPr>
          <p:spPr>
            <a:xfrm>
              <a:off x="5377821" y="1425543"/>
              <a:ext cx="685246" cy="616156"/>
            </a:xfrm>
            <a:custGeom>
              <a:avLst/>
              <a:gdLst/>
              <a:ahLst/>
              <a:cxnLst/>
              <a:rect l="l" t="t" r="r" b="b"/>
              <a:pathLst>
                <a:path w="32561" h="29278" extrusionOk="0">
                  <a:moveTo>
                    <a:pt x="13190" y="0"/>
                  </a:moveTo>
                  <a:cubicBezTo>
                    <a:pt x="11271" y="0"/>
                    <a:pt x="9529" y="1114"/>
                    <a:pt x="8321" y="2794"/>
                  </a:cubicBezTo>
                  <a:cubicBezTo>
                    <a:pt x="7745" y="3595"/>
                    <a:pt x="7005" y="3780"/>
                    <a:pt x="6210" y="3780"/>
                  </a:cubicBezTo>
                  <a:cubicBezTo>
                    <a:pt x="5523" y="3780"/>
                    <a:pt x="4795" y="3641"/>
                    <a:pt x="4098" y="3641"/>
                  </a:cubicBezTo>
                  <a:cubicBezTo>
                    <a:pt x="2782" y="3641"/>
                    <a:pt x="1578" y="4137"/>
                    <a:pt x="964" y="6999"/>
                  </a:cubicBezTo>
                  <a:cubicBezTo>
                    <a:pt x="964" y="6999"/>
                    <a:pt x="1" y="10589"/>
                    <a:pt x="2979" y="10940"/>
                  </a:cubicBezTo>
                  <a:cubicBezTo>
                    <a:pt x="5957" y="11291"/>
                    <a:pt x="6776" y="11366"/>
                    <a:pt x="7477" y="15570"/>
                  </a:cubicBezTo>
                  <a:cubicBezTo>
                    <a:pt x="8179" y="19776"/>
                    <a:pt x="12505" y="16849"/>
                    <a:pt x="12427" y="20887"/>
                  </a:cubicBezTo>
                  <a:cubicBezTo>
                    <a:pt x="12336" y="25460"/>
                    <a:pt x="12336" y="28203"/>
                    <a:pt x="15994" y="29118"/>
                  </a:cubicBezTo>
                  <a:cubicBezTo>
                    <a:pt x="16437" y="29229"/>
                    <a:pt x="16837" y="29278"/>
                    <a:pt x="17200" y="29278"/>
                  </a:cubicBezTo>
                  <a:cubicBezTo>
                    <a:pt x="20025" y="29278"/>
                    <a:pt x="20693" y="26313"/>
                    <a:pt x="23100" y="26313"/>
                  </a:cubicBezTo>
                  <a:cubicBezTo>
                    <a:pt x="23438" y="26313"/>
                    <a:pt x="23810" y="26371"/>
                    <a:pt x="24227" y="26504"/>
                  </a:cubicBezTo>
                  <a:cubicBezTo>
                    <a:pt x="25043" y="26765"/>
                    <a:pt x="25792" y="26883"/>
                    <a:pt x="26475" y="26883"/>
                  </a:cubicBezTo>
                  <a:cubicBezTo>
                    <a:pt x="30932" y="26883"/>
                    <a:pt x="32560" y="21869"/>
                    <a:pt x="31412" y="18795"/>
                  </a:cubicBezTo>
                  <a:cubicBezTo>
                    <a:pt x="30246" y="15678"/>
                    <a:pt x="26188" y="14969"/>
                    <a:pt x="26801" y="12254"/>
                  </a:cubicBezTo>
                  <a:cubicBezTo>
                    <a:pt x="27356" y="9799"/>
                    <a:pt x="27123" y="5624"/>
                    <a:pt x="23575" y="5624"/>
                  </a:cubicBezTo>
                  <a:cubicBezTo>
                    <a:pt x="23200" y="5624"/>
                    <a:pt x="22787" y="5671"/>
                    <a:pt x="22334" y="5772"/>
                  </a:cubicBezTo>
                  <a:cubicBezTo>
                    <a:pt x="21532" y="5950"/>
                    <a:pt x="20949" y="6032"/>
                    <a:pt x="20518" y="6032"/>
                  </a:cubicBezTo>
                  <a:cubicBezTo>
                    <a:pt x="18407" y="6032"/>
                    <a:pt x="19931" y="4055"/>
                    <a:pt x="17167" y="1655"/>
                  </a:cubicBezTo>
                  <a:cubicBezTo>
                    <a:pt x="15834" y="498"/>
                    <a:pt x="14473" y="0"/>
                    <a:pt x="13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633;p54">
              <a:extLst>
                <a:ext uri="{FF2B5EF4-FFF2-40B4-BE49-F238E27FC236}">
                  <a16:creationId xmlns:a16="http://schemas.microsoft.com/office/drawing/2014/main" id="{147EA517-FFBB-2875-1923-A1EC2929910F}"/>
                </a:ext>
              </a:extLst>
            </p:cNvPr>
            <p:cNvSpPr/>
            <p:nvPr/>
          </p:nvSpPr>
          <p:spPr>
            <a:xfrm>
              <a:off x="5189935" y="1519192"/>
              <a:ext cx="222930" cy="326618"/>
            </a:xfrm>
            <a:custGeom>
              <a:avLst/>
              <a:gdLst/>
              <a:ahLst/>
              <a:cxnLst/>
              <a:rect l="l" t="t" r="r" b="b"/>
              <a:pathLst>
                <a:path w="10593" h="15520" extrusionOk="0">
                  <a:moveTo>
                    <a:pt x="6409" y="1"/>
                  </a:moveTo>
                  <a:cubicBezTo>
                    <a:pt x="5627" y="1"/>
                    <a:pt x="4761" y="85"/>
                    <a:pt x="3849" y="215"/>
                  </a:cubicBezTo>
                  <a:cubicBezTo>
                    <a:pt x="1" y="765"/>
                    <a:pt x="734" y="10481"/>
                    <a:pt x="2383" y="10847"/>
                  </a:cubicBezTo>
                  <a:cubicBezTo>
                    <a:pt x="4034" y="11211"/>
                    <a:pt x="2841" y="15519"/>
                    <a:pt x="3942" y="15519"/>
                  </a:cubicBezTo>
                  <a:cubicBezTo>
                    <a:pt x="5042" y="15519"/>
                    <a:pt x="4400" y="12221"/>
                    <a:pt x="4400" y="12221"/>
                  </a:cubicBezTo>
                  <a:cubicBezTo>
                    <a:pt x="9074" y="11305"/>
                    <a:pt x="10173" y="3881"/>
                    <a:pt x="10173" y="3881"/>
                  </a:cubicBezTo>
                  <a:cubicBezTo>
                    <a:pt x="10593" y="873"/>
                    <a:pt x="8931" y="1"/>
                    <a:pt x="64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634;p54">
              <a:extLst>
                <a:ext uri="{FF2B5EF4-FFF2-40B4-BE49-F238E27FC236}">
                  <a16:creationId xmlns:a16="http://schemas.microsoft.com/office/drawing/2014/main" id="{8578A686-45C2-CF59-1583-189451414A33}"/>
                </a:ext>
              </a:extLst>
            </p:cNvPr>
            <p:cNvSpPr/>
            <p:nvPr/>
          </p:nvSpPr>
          <p:spPr>
            <a:xfrm>
              <a:off x="5646897" y="3699250"/>
              <a:ext cx="627625" cy="1024660"/>
            </a:xfrm>
            <a:custGeom>
              <a:avLst/>
              <a:gdLst/>
              <a:ahLst/>
              <a:cxnLst/>
              <a:rect l="l" t="t" r="r" b="b"/>
              <a:pathLst>
                <a:path w="29823" h="48689" extrusionOk="0">
                  <a:moveTo>
                    <a:pt x="7133" y="0"/>
                  </a:moveTo>
                  <a:cubicBezTo>
                    <a:pt x="3630" y="0"/>
                    <a:pt x="0" y="3639"/>
                    <a:pt x="0" y="3639"/>
                  </a:cubicBezTo>
                  <a:cubicBezTo>
                    <a:pt x="0" y="3639"/>
                    <a:pt x="4601" y="27318"/>
                    <a:pt x="17515" y="48688"/>
                  </a:cubicBezTo>
                  <a:cubicBezTo>
                    <a:pt x="17515" y="48688"/>
                    <a:pt x="29823" y="45715"/>
                    <a:pt x="24549" y="45715"/>
                  </a:cubicBezTo>
                  <a:cubicBezTo>
                    <a:pt x="23812" y="45715"/>
                    <a:pt x="22732" y="45773"/>
                    <a:pt x="21228" y="45905"/>
                  </a:cubicBezTo>
                  <a:cubicBezTo>
                    <a:pt x="21228" y="45905"/>
                    <a:pt x="15515" y="12246"/>
                    <a:pt x="11893" y="3798"/>
                  </a:cubicBezTo>
                  <a:cubicBezTo>
                    <a:pt x="10670" y="945"/>
                    <a:pt x="8918" y="0"/>
                    <a:pt x="7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635;p54">
              <a:extLst>
                <a:ext uri="{FF2B5EF4-FFF2-40B4-BE49-F238E27FC236}">
                  <a16:creationId xmlns:a16="http://schemas.microsoft.com/office/drawing/2014/main" id="{DB529D71-EC6E-9A68-7513-FFD139E33560}"/>
                </a:ext>
              </a:extLst>
            </p:cNvPr>
            <p:cNvSpPr/>
            <p:nvPr/>
          </p:nvSpPr>
          <p:spPr>
            <a:xfrm>
              <a:off x="6011915" y="4655392"/>
              <a:ext cx="203842" cy="78750"/>
            </a:xfrm>
            <a:custGeom>
              <a:avLst/>
              <a:gdLst/>
              <a:ahLst/>
              <a:cxnLst/>
              <a:rect l="l" t="t" r="r" b="b"/>
              <a:pathLst>
                <a:path w="9686" h="3742" extrusionOk="0">
                  <a:moveTo>
                    <a:pt x="8423" y="0"/>
                  </a:moveTo>
                  <a:cubicBezTo>
                    <a:pt x="6790" y="0"/>
                    <a:pt x="3883" y="471"/>
                    <a:pt x="3883" y="471"/>
                  </a:cubicBezTo>
                  <a:cubicBezTo>
                    <a:pt x="8945" y="494"/>
                    <a:pt x="1" y="2940"/>
                    <a:pt x="1" y="2940"/>
                  </a:cubicBezTo>
                  <a:lnTo>
                    <a:pt x="344" y="3741"/>
                  </a:lnTo>
                  <a:cubicBezTo>
                    <a:pt x="344" y="3741"/>
                    <a:pt x="8681" y="1389"/>
                    <a:pt x="9441" y="418"/>
                  </a:cubicBezTo>
                  <a:cubicBezTo>
                    <a:pt x="9686" y="106"/>
                    <a:pt x="9198" y="0"/>
                    <a:pt x="842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636;p54">
              <a:extLst>
                <a:ext uri="{FF2B5EF4-FFF2-40B4-BE49-F238E27FC236}">
                  <a16:creationId xmlns:a16="http://schemas.microsoft.com/office/drawing/2014/main" id="{9EAA4EB3-DD75-6674-FAA3-0D87C8F6A67E}"/>
                </a:ext>
              </a:extLst>
            </p:cNvPr>
            <p:cNvSpPr/>
            <p:nvPr/>
          </p:nvSpPr>
          <p:spPr>
            <a:xfrm>
              <a:off x="5104494" y="3673554"/>
              <a:ext cx="412608" cy="1129296"/>
            </a:xfrm>
            <a:custGeom>
              <a:avLst/>
              <a:gdLst/>
              <a:ahLst/>
              <a:cxnLst/>
              <a:rect l="l" t="t" r="r" b="b"/>
              <a:pathLst>
                <a:path w="19606" h="53661" extrusionOk="0">
                  <a:moveTo>
                    <a:pt x="3453" y="1"/>
                  </a:moveTo>
                  <a:cubicBezTo>
                    <a:pt x="1458" y="1"/>
                    <a:pt x="1" y="1014"/>
                    <a:pt x="80" y="4029"/>
                  </a:cubicBezTo>
                  <a:cubicBezTo>
                    <a:pt x="324" y="13218"/>
                    <a:pt x="12277" y="51522"/>
                    <a:pt x="12277" y="51522"/>
                  </a:cubicBezTo>
                  <a:cubicBezTo>
                    <a:pt x="7691" y="53164"/>
                    <a:pt x="7439" y="53661"/>
                    <a:pt x="8812" y="53661"/>
                  </a:cubicBezTo>
                  <a:cubicBezTo>
                    <a:pt x="10912" y="53661"/>
                    <a:pt x="16813" y="52499"/>
                    <a:pt x="16813" y="52499"/>
                  </a:cubicBezTo>
                  <a:cubicBezTo>
                    <a:pt x="19605" y="27686"/>
                    <a:pt x="13882" y="4252"/>
                    <a:pt x="13882" y="4252"/>
                  </a:cubicBezTo>
                  <a:cubicBezTo>
                    <a:pt x="13882" y="4252"/>
                    <a:pt x="7540" y="1"/>
                    <a:pt x="34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637;p54">
              <a:extLst>
                <a:ext uri="{FF2B5EF4-FFF2-40B4-BE49-F238E27FC236}">
                  <a16:creationId xmlns:a16="http://schemas.microsoft.com/office/drawing/2014/main" id="{8D015E72-44B3-5A69-9930-2C398A05655B}"/>
                </a:ext>
              </a:extLst>
            </p:cNvPr>
            <p:cNvSpPr/>
            <p:nvPr/>
          </p:nvSpPr>
          <p:spPr>
            <a:xfrm>
              <a:off x="5233014" y="4757817"/>
              <a:ext cx="226276" cy="50845"/>
            </a:xfrm>
            <a:custGeom>
              <a:avLst/>
              <a:gdLst/>
              <a:ahLst/>
              <a:cxnLst/>
              <a:rect l="l" t="t" r="r" b="b"/>
              <a:pathLst>
                <a:path w="10752" h="2416" extrusionOk="0">
                  <a:moveTo>
                    <a:pt x="6170" y="0"/>
                  </a:moveTo>
                  <a:cubicBezTo>
                    <a:pt x="6169" y="0"/>
                    <a:pt x="1" y="1713"/>
                    <a:pt x="1098" y="2278"/>
                  </a:cubicBezTo>
                  <a:cubicBezTo>
                    <a:pt x="1287" y="2376"/>
                    <a:pt x="1699" y="2416"/>
                    <a:pt x="2251" y="2416"/>
                  </a:cubicBezTo>
                  <a:cubicBezTo>
                    <a:pt x="4894" y="2416"/>
                    <a:pt x="10752" y="1491"/>
                    <a:pt x="10752" y="1491"/>
                  </a:cubicBezTo>
                  <a:lnTo>
                    <a:pt x="10729" y="620"/>
                  </a:lnTo>
                  <a:cubicBezTo>
                    <a:pt x="10729" y="620"/>
                    <a:pt x="7578" y="1143"/>
                    <a:pt x="5902" y="1143"/>
                  </a:cubicBezTo>
                  <a:cubicBezTo>
                    <a:pt x="4722" y="1143"/>
                    <a:pt x="4274" y="884"/>
                    <a:pt x="61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638;p54">
              <a:extLst>
                <a:ext uri="{FF2B5EF4-FFF2-40B4-BE49-F238E27FC236}">
                  <a16:creationId xmlns:a16="http://schemas.microsoft.com/office/drawing/2014/main" id="{E0CC9FA9-D643-466A-2675-8057E19C4CE0}"/>
                </a:ext>
              </a:extLst>
            </p:cNvPr>
            <p:cNvSpPr/>
            <p:nvPr/>
          </p:nvSpPr>
          <p:spPr>
            <a:xfrm>
              <a:off x="4920607" y="2655203"/>
              <a:ext cx="1185865" cy="1657167"/>
            </a:xfrm>
            <a:custGeom>
              <a:avLst/>
              <a:gdLst/>
              <a:ahLst/>
              <a:cxnLst/>
              <a:rect l="l" t="t" r="r" b="b"/>
              <a:pathLst>
                <a:path w="56349" h="78744" extrusionOk="0">
                  <a:moveTo>
                    <a:pt x="24966" y="1"/>
                  </a:moveTo>
                  <a:cubicBezTo>
                    <a:pt x="15598" y="1"/>
                    <a:pt x="5175" y="3758"/>
                    <a:pt x="5175" y="3758"/>
                  </a:cubicBezTo>
                  <a:cubicBezTo>
                    <a:pt x="5175" y="3758"/>
                    <a:pt x="1" y="11495"/>
                    <a:pt x="25" y="23413"/>
                  </a:cubicBezTo>
                  <a:cubicBezTo>
                    <a:pt x="45" y="33299"/>
                    <a:pt x="7677" y="76076"/>
                    <a:pt x="7677" y="76076"/>
                  </a:cubicBezTo>
                  <a:cubicBezTo>
                    <a:pt x="7677" y="76076"/>
                    <a:pt x="12902" y="78743"/>
                    <a:pt x="19480" y="78743"/>
                  </a:cubicBezTo>
                  <a:cubicBezTo>
                    <a:pt x="22298" y="78743"/>
                    <a:pt x="25365" y="78254"/>
                    <a:pt x="28375" y="76855"/>
                  </a:cubicBezTo>
                  <a:lnTo>
                    <a:pt x="24067" y="29057"/>
                  </a:lnTo>
                  <a:lnTo>
                    <a:pt x="24067" y="29057"/>
                  </a:lnTo>
                  <a:lnTo>
                    <a:pt x="36996" y="76737"/>
                  </a:lnTo>
                  <a:cubicBezTo>
                    <a:pt x="36996" y="76737"/>
                    <a:pt x="38428" y="76889"/>
                    <a:pt x="40610" y="76889"/>
                  </a:cubicBezTo>
                  <a:cubicBezTo>
                    <a:pt x="44714" y="76889"/>
                    <a:pt x="51471" y="76352"/>
                    <a:pt x="56349" y="73260"/>
                  </a:cubicBezTo>
                  <a:cubicBezTo>
                    <a:pt x="56349" y="73260"/>
                    <a:pt x="44603" y="16943"/>
                    <a:pt x="38147" y="5572"/>
                  </a:cubicBezTo>
                  <a:cubicBezTo>
                    <a:pt x="35738" y="1330"/>
                    <a:pt x="30539" y="1"/>
                    <a:pt x="2496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639;p54">
              <a:extLst>
                <a:ext uri="{FF2B5EF4-FFF2-40B4-BE49-F238E27FC236}">
                  <a16:creationId xmlns:a16="http://schemas.microsoft.com/office/drawing/2014/main" id="{77547A07-E4B5-3E7F-AF17-CEA80DEF81F4}"/>
                </a:ext>
              </a:extLst>
            </p:cNvPr>
            <p:cNvSpPr/>
            <p:nvPr/>
          </p:nvSpPr>
          <p:spPr>
            <a:xfrm>
              <a:off x="5427613" y="3104254"/>
              <a:ext cx="678849" cy="1169071"/>
            </a:xfrm>
            <a:custGeom>
              <a:avLst/>
              <a:gdLst/>
              <a:ahLst/>
              <a:cxnLst/>
              <a:rect l="l" t="t" r="r" b="b"/>
              <a:pathLst>
                <a:path w="32257" h="55551" extrusionOk="0">
                  <a:moveTo>
                    <a:pt x="19737" y="1"/>
                  </a:moveTo>
                  <a:cubicBezTo>
                    <a:pt x="17568" y="1025"/>
                    <a:pt x="4617" y="7255"/>
                    <a:pt x="0" y="8235"/>
                  </a:cubicBezTo>
                  <a:lnTo>
                    <a:pt x="12904" y="55399"/>
                  </a:lnTo>
                  <a:cubicBezTo>
                    <a:pt x="12904" y="55399"/>
                    <a:pt x="14336" y="55551"/>
                    <a:pt x="16518" y="55551"/>
                  </a:cubicBezTo>
                  <a:cubicBezTo>
                    <a:pt x="20622" y="55551"/>
                    <a:pt x="27379" y="55014"/>
                    <a:pt x="32257" y="51922"/>
                  </a:cubicBezTo>
                  <a:cubicBezTo>
                    <a:pt x="32257" y="51922"/>
                    <a:pt x="25734" y="20642"/>
                    <a:pt x="197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640;p54">
              <a:extLst>
                <a:ext uri="{FF2B5EF4-FFF2-40B4-BE49-F238E27FC236}">
                  <a16:creationId xmlns:a16="http://schemas.microsoft.com/office/drawing/2014/main" id="{96D7C300-44B3-DA58-BCD0-53313D200048}"/>
                </a:ext>
              </a:extLst>
            </p:cNvPr>
            <p:cNvSpPr/>
            <p:nvPr/>
          </p:nvSpPr>
          <p:spPr>
            <a:xfrm>
              <a:off x="5065688" y="4206699"/>
              <a:ext cx="467283" cy="130353"/>
            </a:xfrm>
            <a:custGeom>
              <a:avLst/>
              <a:gdLst/>
              <a:ahLst/>
              <a:cxnLst/>
              <a:rect l="l" t="t" r="r" b="b"/>
              <a:pathLst>
                <a:path w="22204" h="6194" extrusionOk="0">
                  <a:moveTo>
                    <a:pt x="21948" y="0"/>
                  </a:moveTo>
                  <a:cubicBezTo>
                    <a:pt x="17744" y="1565"/>
                    <a:pt x="13558" y="2049"/>
                    <a:pt x="9986" y="2049"/>
                  </a:cubicBezTo>
                  <a:cubicBezTo>
                    <a:pt x="4182" y="2049"/>
                    <a:pt x="0" y="770"/>
                    <a:pt x="0" y="770"/>
                  </a:cubicBezTo>
                  <a:lnTo>
                    <a:pt x="0" y="770"/>
                  </a:lnTo>
                  <a:lnTo>
                    <a:pt x="770" y="4236"/>
                  </a:lnTo>
                  <a:cubicBezTo>
                    <a:pt x="3607" y="5695"/>
                    <a:pt x="6789" y="6194"/>
                    <a:pt x="9816" y="6194"/>
                  </a:cubicBezTo>
                  <a:cubicBezTo>
                    <a:pt x="16375" y="6194"/>
                    <a:pt x="22204" y="3850"/>
                    <a:pt x="22204" y="3850"/>
                  </a:cubicBezTo>
                  <a:lnTo>
                    <a:pt x="2194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641;p54">
              <a:extLst>
                <a:ext uri="{FF2B5EF4-FFF2-40B4-BE49-F238E27FC236}">
                  <a16:creationId xmlns:a16="http://schemas.microsoft.com/office/drawing/2014/main" id="{1CE70A70-4554-FF0E-643B-13115DC14145}"/>
                </a:ext>
              </a:extLst>
            </p:cNvPr>
            <p:cNvSpPr/>
            <p:nvPr/>
          </p:nvSpPr>
          <p:spPr>
            <a:xfrm>
              <a:off x="5669478" y="4136452"/>
              <a:ext cx="433422" cy="173579"/>
            </a:xfrm>
            <a:custGeom>
              <a:avLst/>
              <a:gdLst/>
              <a:ahLst/>
              <a:cxnLst/>
              <a:rect l="l" t="t" r="r" b="b"/>
              <a:pathLst>
                <a:path w="20595" h="8248" extrusionOk="0">
                  <a:moveTo>
                    <a:pt x="20467" y="0"/>
                  </a:moveTo>
                  <a:cubicBezTo>
                    <a:pt x="20467" y="0"/>
                    <a:pt x="14143" y="3686"/>
                    <a:pt x="5473" y="3686"/>
                  </a:cubicBezTo>
                  <a:cubicBezTo>
                    <a:pt x="3732" y="3686"/>
                    <a:pt x="1898" y="3537"/>
                    <a:pt x="1" y="3181"/>
                  </a:cubicBezTo>
                  <a:lnTo>
                    <a:pt x="1" y="3181"/>
                  </a:lnTo>
                  <a:lnTo>
                    <a:pt x="1085" y="7701"/>
                  </a:lnTo>
                  <a:cubicBezTo>
                    <a:pt x="1085" y="7701"/>
                    <a:pt x="3272" y="8248"/>
                    <a:pt x="6421" y="8248"/>
                  </a:cubicBezTo>
                  <a:cubicBezTo>
                    <a:pt x="10429" y="8248"/>
                    <a:pt x="15995" y="7362"/>
                    <a:pt x="20594" y="3338"/>
                  </a:cubicBezTo>
                  <a:lnTo>
                    <a:pt x="2046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642;p54">
              <a:extLst>
                <a:ext uri="{FF2B5EF4-FFF2-40B4-BE49-F238E27FC236}">
                  <a16:creationId xmlns:a16="http://schemas.microsoft.com/office/drawing/2014/main" id="{B7FC2AB2-8A82-77C0-A6F1-3490E4D67B4F}"/>
                </a:ext>
              </a:extLst>
            </p:cNvPr>
            <p:cNvSpPr/>
            <p:nvPr/>
          </p:nvSpPr>
          <p:spPr>
            <a:xfrm>
              <a:off x="4975870" y="2144723"/>
              <a:ext cx="824522" cy="783379"/>
            </a:xfrm>
            <a:custGeom>
              <a:avLst/>
              <a:gdLst/>
              <a:ahLst/>
              <a:cxnLst/>
              <a:rect l="l" t="t" r="r" b="b"/>
              <a:pathLst>
                <a:path w="39179" h="37224" extrusionOk="0">
                  <a:moveTo>
                    <a:pt x="6965" y="0"/>
                  </a:moveTo>
                  <a:cubicBezTo>
                    <a:pt x="6965" y="0"/>
                    <a:pt x="1338" y="767"/>
                    <a:pt x="2017" y="7699"/>
                  </a:cubicBezTo>
                  <a:cubicBezTo>
                    <a:pt x="2599" y="13657"/>
                    <a:pt x="7515" y="22178"/>
                    <a:pt x="7515" y="22178"/>
                  </a:cubicBezTo>
                  <a:cubicBezTo>
                    <a:pt x="7515" y="22178"/>
                    <a:pt x="1284" y="28594"/>
                    <a:pt x="1" y="32077"/>
                  </a:cubicBezTo>
                  <a:cubicBezTo>
                    <a:pt x="1" y="32077"/>
                    <a:pt x="12469" y="37224"/>
                    <a:pt x="24614" y="37224"/>
                  </a:cubicBezTo>
                  <a:cubicBezTo>
                    <a:pt x="29876" y="37224"/>
                    <a:pt x="35078" y="36257"/>
                    <a:pt x="39179" y="33487"/>
                  </a:cubicBezTo>
                  <a:cubicBezTo>
                    <a:pt x="39179" y="33487"/>
                    <a:pt x="34379" y="22032"/>
                    <a:pt x="32884" y="12015"/>
                  </a:cubicBezTo>
                  <a:cubicBezTo>
                    <a:pt x="32648" y="10434"/>
                    <a:pt x="36659" y="9104"/>
                    <a:pt x="36659" y="9104"/>
                  </a:cubicBezTo>
                  <a:cubicBezTo>
                    <a:pt x="36659" y="9104"/>
                    <a:pt x="34214" y="1650"/>
                    <a:pt x="29693" y="183"/>
                  </a:cubicBezTo>
                  <a:cubicBezTo>
                    <a:pt x="29693" y="183"/>
                    <a:pt x="26105" y="4968"/>
                    <a:pt x="18928" y="4968"/>
                  </a:cubicBezTo>
                  <a:cubicBezTo>
                    <a:pt x="18672" y="4968"/>
                    <a:pt x="18412" y="4962"/>
                    <a:pt x="18147" y="4950"/>
                  </a:cubicBezTo>
                  <a:cubicBezTo>
                    <a:pt x="10448" y="4582"/>
                    <a:pt x="6965" y="0"/>
                    <a:pt x="69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643;p54">
              <a:extLst>
                <a:ext uri="{FF2B5EF4-FFF2-40B4-BE49-F238E27FC236}">
                  <a16:creationId xmlns:a16="http://schemas.microsoft.com/office/drawing/2014/main" id="{DA273443-7EB1-6880-1F54-0159E2FF9D1B}"/>
                </a:ext>
              </a:extLst>
            </p:cNvPr>
            <p:cNvSpPr/>
            <p:nvPr/>
          </p:nvSpPr>
          <p:spPr>
            <a:xfrm>
              <a:off x="5352273" y="2169577"/>
              <a:ext cx="1313061" cy="1076788"/>
            </a:xfrm>
            <a:custGeom>
              <a:avLst/>
              <a:gdLst/>
              <a:ahLst/>
              <a:cxnLst/>
              <a:rect l="l" t="t" r="r" b="b"/>
              <a:pathLst>
                <a:path w="62393" h="51166" extrusionOk="0">
                  <a:moveTo>
                    <a:pt x="54796" y="0"/>
                  </a:moveTo>
                  <a:lnTo>
                    <a:pt x="1" y="10674"/>
                  </a:lnTo>
                  <a:lnTo>
                    <a:pt x="8613" y="51166"/>
                  </a:lnTo>
                  <a:lnTo>
                    <a:pt x="62392" y="40111"/>
                  </a:lnTo>
                  <a:lnTo>
                    <a:pt x="5479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644;p54">
              <a:extLst>
                <a:ext uri="{FF2B5EF4-FFF2-40B4-BE49-F238E27FC236}">
                  <a16:creationId xmlns:a16="http://schemas.microsoft.com/office/drawing/2014/main" id="{583DBF9F-65A3-37B3-7CE9-3AE929EC1D7F}"/>
                </a:ext>
              </a:extLst>
            </p:cNvPr>
            <p:cNvSpPr/>
            <p:nvPr/>
          </p:nvSpPr>
          <p:spPr>
            <a:xfrm>
              <a:off x="5352273" y="2169577"/>
              <a:ext cx="1313061" cy="1076788"/>
            </a:xfrm>
            <a:custGeom>
              <a:avLst/>
              <a:gdLst/>
              <a:ahLst/>
              <a:cxnLst/>
              <a:rect l="l" t="t" r="r" b="b"/>
              <a:pathLst>
                <a:path w="62393" h="51166" extrusionOk="0">
                  <a:moveTo>
                    <a:pt x="54796" y="0"/>
                  </a:moveTo>
                  <a:lnTo>
                    <a:pt x="32059" y="26618"/>
                  </a:lnTo>
                  <a:lnTo>
                    <a:pt x="1" y="10674"/>
                  </a:lnTo>
                  <a:lnTo>
                    <a:pt x="8613" y="51166"/>
                  </a:lnTo>
                  <a:lnTo>
                    <a:pt x="62392" y="40111"/>
                  </a:lnTo>
                  <a:lnTo>
                    <a:pt x="54796" y="0"/>
                  </a:lnTo>
                  <a:close/>
                </a:path>
              </a:pathLst>
            </a:custGeom>
            <a:solidFill>
              <a:srgbClr val="FFF8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645;p54">
              <a:extLst>
                <a:ext uri="{FF2B5EF4-FFF2-40B4-BE49-F238E27FC236}">
                  <a16:creationId xmlns:a16="http://schemas.microsoft.com/office/drawing/2014/main" id="{1AE0F488-2F90-640A-AE06-0F13EC0C120E}"/>
                </a:ext>
              </a:extLst>
            </p:cNvPr>
            <p:cNvSpPr/>
            <p:nvPr/>
          </p:nvSpPr>
          <p:spPr>
            <a:xfrm>
              <a:off x="5352273" y="2169577"/>
              <a:ext cx="1158127" cy="617797"/>
            </a:xfrm>
            <a:custGeom>
              <a:avLst/>
              <a:gdLst/>
              <a:ahLst/>
              <a:cxnLst/>
              <a:rect l="l" t="t" r="r" b="b"/>
              <a:pathLst>
                <a:path w="55031" h="29356" extrusionOk="0">
                  <a:moveTo>
                    <a:pt x="54796" y="0"/>
                  </a:moveTo>
                  <a:lnTo>
                    <a:pt x="32059" y="26618"/>
                  </a:lnTo>
                  <a:lnTo>
                    <a:pt x="1" y="10674"/>
                  </a:lnTo>
                  <a:lnTo>
                    <a:pt x="1" y="10674"/>
                  </a:lnTo>
                  <a:lnTo>
                    <a:pt x="33599" y="29355"/>
                  </a:lnTo>
                  <a:lnTo>
                    <a:pt x="55031" y="738"/>
                  </a:lnTo>
                  <a:lnTo>
                    <a:pt x="54796" y="0"/>
                  </a:lnTo>
                  <a:close/>
                </a:path>
              </a:pathLst>
            </a:custGeom>
            <a:solidFill>
              <a:srgbClr val="F4E9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646;p54">
              <a:extLst>
                <a:ext uri="{FF2B5EF4-FFF2-40B4-BE49-F238E27FC236}">
                  <a16:creationId xmlns:a16="http://schemas.microsoft.com/office/drawing/2014/main" id="{71AF4348-FD72-E451-F0F9-BEDFFE0A90AB}"/>
                </a:ext>
              </a:extLst>
            </p:cNvPr>
            <p:cNvSpPr/>
            <p:nvPr/>
          </p:nvSpPr>
          <p:spPr>
            <a:xfrm>
              <a:off x="5352273" y="2169577"/>
              <a:ext cx="1313061" cy="1076788"/>
            </a:xfrm>
            <a:custGeom>
              <a:avLst/>
              <a:gdLst/>
              <a:ahLst/>
              <a:cxnLst/>
              <a:rect l="l" t="t" r="r" b="b"/>
              <a:pathLst>
                <a:path w="62393" h="51166" extrusionOk="0">
                  <a:moveTo>
                    <a:pt x="54796" y="0"/>
                  </a:moveTo>
                  <a:lnTo>
                    <a:pt x="1" y="10674"/>
                  </a:lnTo>
                  <a:lnTo>
                    <a:pt x="8613" y="51166"/>
                  </a:lnTo>
                  <a:lnTo>
                    <a:pt x="62392" y="40111"/>
                  </a:lnTo>
                  <a:lnTo>
                    <a:pt x="547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647;p54">
              <a:extLst>
                <a:ext uri="{FF2B5EF4-FFF2-40B4-BE49-F238E27FC236}">
                  <a16:creationId xmlns:a16="http://schemas.microsoft.com/office/drawing/2014/main" id="{A00037C8-8E23-9B96-BAE3-4D7911139AB1}"/>
                </a:ext>
              </a:extLst>
            </p:cNvPr>
            <p:cNvSpPr/>
            <p:nvPr/>
          </p:nvSpPr>
          <p:spPr>
            <a:xfrm>
              <a:off x="5352273" y="2169577"/>
              <a:ext cx="1313061" cy="1076788"/>
            </a:xfrm>
            <a:custGeom>
              <a:avLst/>
              <a:gdLst/>
              <a:ahLst/>
              <a:cxnLst/>
              <a:rect l="l" t="t" r="r" b="b"/>
              <a:pathLst>
                <a:path w="62393" h="51166" extrusionOk="0">
                  <a:moveTo>
                    <a:pt x="54796" y="0"/>
                  </a:moveTo>
                  <a:lnTo>
                    <a:pt x="32059" y="26618"/>
                  </a:lnTo>
                  <a:lnTo>
                    <a:pt x="1" y="10674"/>
                  </a:lnTo>
                  <a:lnTo>
                    <a:pt x="8613" y="51166"/>
                  </a:lnTo>
                  <a:lnTo>
                    <a:pt x="62392" y="40111"/>
                  </a:lnTo>
                  <a:lnTo>
                    <a:pt x="547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648;p54">
              <a:extLst>
                <a:ext uri="{FF2B5EF4-FFF2-40B4-BE49-F238E27FC236}">
                  <a16:creationId xmlns:a16="http://schemas.microsoft.com/office/drawing/2014/main" id="{48C3A07B-62B1-3CB5-4C0B-2CED278047AA}"/>
                </a:ext>
              </a:extLst>
            </p:cNvPr>
            <p:cNvSpPr/>
            <p:nvPr/>
          </p:nvSpPr>
          <p:spPr>
            <a:xfrm>
              <a:off x="5352273" y="2169577"/>
              <a:ext cx="1158127" cy="617797"/>
            </a:xfrm>
            <a:custGeom>
              <a:avLst/>
              <a:gdLst/>
              <a:ahLst/>
              <a:cxnLst/>
              <a:rect l="l" t="t" r="r" b="b"/>
              <a:pathLst>
                <a:path w="55031" h="29356" extrusionOk="0">
                  <a:moveTo>
                    <a:pt x="54796" y="0"/>
                  </a:moveTo>
                  <a:lnTo>
                    <a:pt x="32059" y="26618"/>
                  </a:lnTo>
                  <a:lnTo>
                    <a:pt x="1" y="10674"/>
                  </a:lnTo>
                  <a:lnTo>
                    <a:pt x="1" y="10674"/>
                  </a:lnTo>
                  <a:lnTo>
                    <a:pt x="33599" y="29355"/>
                  </a:lnTo>
                  <a:lnTo>
                    <a:pt x="55031" y="738"/>
                  </a:lnTo>
                  <a:lnTo>
                    <a:pt x="5479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649;p54">
              <a:extLst>
                <a:ext uri="{FF2B5EF4-FFF2-40B4-BE49-F238E27FC236}">
                  <a16:creationId xmlns:a16="http://schemas.microsoft.com/office/drawing/2014/main" id="{1912FE8C-C3A1-BAB0-5A14-B76DA1088EB7}"/>
                </a:ext>
              </a:extLst>
            </p:cNvPr>
            <p:cNvSpPr/>
            <p:nvPr/>
          </p:nvSpPr>
          <p:spPr>
            <a:xfrm>
              <a:off x="6024773" y="2208636"/>
              <a:ext cx="200685" cy="141927"/>
            </a:xfrm>
            <a:custGeom>
              <a:avLst/>
              <a:gdLst/>
              <a:ahLst/>
              <a:cxnLst/>
              <a:rect l="l" t="t" r="r" b="b"/>
              <a:pathLst>
                <a:path w="9536" h="6744" extrusionOk="0">
                  <a:moveTo>
                    <a:pt x="6524" y="1"/>
                  </a:moveTo>
                  <a:cubicBezTo>
                    <a:pt x="4425" y="1"/>
                    <a:pt x="0" y="2489"/>
                    <a:pt x="0" y="2489"/>
                  </a:cubicBezTo>
                  <a:lnTo>
                    <a:pt x="2918" y="2037"/>
                  </a:lnTo>
                  <a:cubicBezTo>
                    <a:pt x="3358" y="4608"/>
                    <a:pt x="3646" y="5473"/>
                    <a:pt x="3835" y="5473"/>
                  </a:cubicBezTo>
                  <a:cubicBezTo>
                    <a:pt x="4220" y="5473"/>
                    <a:pt x="4186" y="1841"/>
                    <a:pt x="4186" y="1840"/>
                  </a:cubicBezTo>
                  <a:lnTo>
                    <a:pt x="4186" y="1840"/>
                  </a:lnTo>
                  <a:cubicBezTo>
                    <a:pt x="4927" y="5515"/>
                    <a:pt x="5332" y="6743"/>
                    <a:pt x="5543" y="6743"/>
                  </a:cubicBezTo>
                  <a:cubicBezTo>
                    <a:pt x="5967" y="6743"/>
                    <a:pt x="5601" y="1751"/>
                    <a:pt x="5601" y="1751"/>
                  </a:cubicBezTo>
                  <a:lnTo>
                    <a:pt x="5601" y="1751"/>
                  </a:lnTo>
                  <a:cubicBezTo>
                    <a:pt x="6768" y="5157"/>
                    <a:pt x="7319" y="6300"/>
                    <a:pt x="7532" y="6300"/>
                  </a:cubicBezTo>
                  <a:cubicBezTo>
                    <a:pt x="7968" y="6300"/>
                    <a:pt x="6996" y="1535"/>
                    <a:pt x="6996" y="1535"/>
                  </a:cubicBezTo>
                  <a:lnTo>
                    <a:pt x="6996" y="1535"/>
                  </a:lnTo>
                  <a:cubicBezTo>
                    <a:pt x="8089" y="3632"/>
                    <a:pt x="8688" y="4374"/>
                    <a:pt x="8938" y="4374"/>
                  </a:cubicBezTo>
                  <a:cubicBezTo>
                    <a:pt x="9536" y="4374"/>
                    <a:pt x="8156" y="163"/>
                    <a:pt x="6760" y="13"/>
                  </a:cubicBezTo>
                  <a:cubicBezTo>
                    <a:pt x="6685" y="5"/>
                    <a:pt x="6606" y="1"/>
                    <a:pt x="65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650;p54">
              <a:extLst>
                <a:ext uri="{FF2B5EF4-FFF2-40B4-BE49-F238E27FC236}">
                  <a16:creationId xmlns:a16="http://schemas.microsoft.com/office/drawing/2014/main" id="{154AC9E8-2C73-5FFC-B040-2EDC85896CF2}"/>
                </a:ext>
              </a:extLst>
            </p:cNvPr>
            <p:cNvSpPr/>
            <p:nvPr/>
          </p:nvSpPr>
          <p:spPr>
            <a:xfrm>
              <a:off x="5079178" y="2415883"/>
              <a:ext cx="458150" cy="703766"/>
            </a:xfrm>
            <a:custGeom>
              <a:avLst/>
              <a:gdLst/>
              <a:ahLst/>
              <a:cxnLst/>
              <a:rect l="l" t="t" r="r" b="b"/>
              <a:pathLst>
                <a:path w="21770" h="33441" extrusionOk="0">
                  <a:moveTo>
                    <a:pt x="10204" y="1"/>
                  </a:moveTo>
                  <a:lnTo>
                    <a:pt x="0" y="4045"/>
                  </a:lnTo>
                  <a:cubicBezTo>
                    <a:pt x="0" y="4045"/>
                    <a:pt x="15205" y="33441"/>
                    <a:pt x="17525" y="33441"/>
                  </a:cubicBezTo>
                  <a:cubicBezTo>
                    <a:pt x="19847" y="33441"/>
                    <a:pt x="21770" y="31733"/>
                    <a:pt x="21770" y="31733"/>
                  </a:cubicBezTo>
                  <a:lnTo>
                    <a:pt x="19253" y="28688"/>
                  </a:lnTo>
                  <a:lnTo>
                    <a:pt x="102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651;p54">
              <a:extLst>
                <a:ext uri="{FF2B5EF4-FFF2-40B4-BE49-F238E27FC236}">
                  <a16:creationId xmlns:a16="http://schemas.microsoft.com/office/drawing/2014/main" id="{FD0766B3-5B69-6392-9A5C-1FEC86842B9F}"/>
                </a:ext>
              </a:extLst>
            </p:cNvPr>
            <p:cNvSpPr/>
            <p:nvPr/>
          </p:nvSpPr>
          <p:spPr>
            <a:xfrm>
              <a:off x="5333186" y="2963739"/>
              <a:ext cx="304353" cy="233158"/>
            </a:xfrm>
            <a:custGeom>
              <a:avLst/>
              <a:gdLst/>
              <a:ahLst/>
              <a:cxnLst/>
              <a:rect l="l" t="t" r="r" b="b"/>
              <a:pathLst>
                <a:path w="14462" h="11079" extrusionOk="0">
                  <a:moveTo>
                    <a:pt x="1220" y="1"/>
                  </a:moveTo>
                  <a:cubicBezTo>
                    <a:pt x="981" y="1"/>
                    <a:pt x="0" y="355"/>
                    <a:pt x="4938" y="7613"/>
                  </a:cubicBezTo>
                  <a:cubicBezTo>
                    <a:pt x="6712" y="10221"/>
                    <a:pt x="7470" y="11078"/>
                    <a:pt x="7701" y="11078"/>
                  </a:cubicBezTo>
                  <a:cubicBezTo>
                    <a:pt x="8144" y="11078"/>
                    <a:pt x="6646" y="7925"/>
                    <a:pt x="6646" y="7925"/>
                  </a:cubicBezTo>
                  <a:lnTo>
                    <a:pt x="6646" y="7925"/>
                  </a:lnTo>
                  <a:cubicBezTo>
                    <a:pt x="8675" y="10116"/>
                    <a:pt x="9550" y="10866"/>
                    <a:pt x="9799" y="10866"/>
                  </a:cubicBezTo>
                  <a:cubicBezTo>
                    <a:pt x="10338" y="10866"/>
                    <a:pt x="7940" y="7355"/>
                    <a:pt x="7940" y="7355"/>
                  </a:cubicBezTo>
                  <a:lnTo>
                    <a:pt x="7940" y="7355"/>
                  </a:lnTo>
                  <a:cubicBezTo>
                    <a:pt x="10339" y="9514"/>
                    <a:pt x="11359" y="10260"/>
                    <a:pt x="11624" y="10260"/>
                  </a:cubicBezTo>
                  <a:cubicBezTo>
                    <a:pt x="12216" y="10260"/>
                    <a:pt x="9027" y="6527"/>
                    <a:pt x="9027" y="6526"/>
                  </a:cubicBezTo>
                  <a:lnTo>
                    <a:pt x="9027" y="6526"/>
                  </a:lnTo>
                  <a:cubicBezTo>
                    <a:pt x="10847" y="7753"/>
                    <a:pt x="11714" y="8213"/>
                    <a:pt x="11991" y="8213"/>
                  </a:cubicBezTo>
                  <a:cubicBezTo>
                    <a:pt x="12823" y="8213"/>
                    <a:pt x="8303" y="4043"/>
                    <a:pt x="8303" y="4043"/>
                  </a:cubicBezTo>
                  <a:cubicBezTo>
                    <a:pt x="14462" y="3473"/>
                    <a:pt x="7009" y="2593"/>
                    <a:pt x="7009" y="2593"/>
                  </a:cubicBezTo>
                  <a:lnTo>
                    <a:pt x="1263" y="5"/>
                  </a:lnTo>
                  <a:cubicBezTo>
                    <a:pt x="1263" y="5"/>
                    <a:pt x="1246" y="1"/>
                    <a:pt x="122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7F718F58-797F-961E-6D2F-6473CCD0310F}"/>
              </a:ext>
            </a:extLst>
          </p:cNvPr>
          <p:cNvPicPr>
            <a:picLocks noChangeAspect="1"/>
          </p:cNvPicPr>
          <p:nvPr/>
        </p:nvPicPr>
        <p:blipFill>
          <a:blip r:embed="rId6"/>
          <a:stretch>
            <a:fillRect/>
          </a:stretch>
        </p:blipFill>
        <p:spPr>
          <a:xfrm>
            <a:off x="-30442" y="3734240"/>
            <a:ext cx="2395145" cy="1431161"/>
          </a:xfrm>
          <a:prstGeom prst="rect">
            <a:avLst/>
          </a:prstGeom>
        </p:spPr>
      </p:pic>
      <p:sp>
        <p:nvSpPr>
          <p:cNvPr id="9" name="Google Shape;530;p52">
            <a:extLst>
              <a:ext uri="{FF2B5EF4-FFF2-40B4-BE49-F238E27FC236}">
                <a16:creationId xmlns:a16="http://schemas.microsoft.com/office/drawing/2014/main" id="{D5B819C3-7FE5-96CC-2D8F-70782244552F}"/>
              </a:ext>
            </a:extLst>
          </p:cNvPr>
          <p:cNvSpPr/>
          <p:nvPr/>
        </p:nvSpPr>
        <p:spPr>
          <a:xfrm>
            <a:off x="1624752" y="4176903"/>
            <a:ext cx="1090903" cy="636707"/>
          </a:xfrm>
          <a:custGeom>
            <a:avLst/>
            <a:gdLst/>
            <a:ahLst/>
            <a:cxnLst/>
            <a:rect l="l" t="t" r="r" b="b"/>
            <a:pathLst>
              <a:path w="8775" h="8397" extrusionOk="0">
                <a:moveTo>
                  <a:pt x="6790" y="0"/>
                </a:moveTo>
                <a:cubicBezTo>
                  <a:pt x="6786" y="0"/>
                  <a:pt x="6781" y="0"/>
                  <a:pt x="6777" y="0"/>
                </a:cubicBezTo>
                <a:lnTo>
                  <a:pt x="1942" y="35"/>
                </a:lnTo>
                <a:cubicBezTo>
                  <a:pt x="867" y="49"/>
                  <a:pt x="0" y="923"/>
                  <a:pt x="7" y="1998"/>
                </a:cubicBezTo>
                <a:lnTo>
                  <a:pt x="35" y="4939"/>
                </a:lnTo>
                <a:cubicBezTo>
                  <a:pt x="42" y="6017"/>
                  <a:pt x="916" y="6874"/>
                  <a:pt x="1985" y="6874"/>
                </a:cubicBezTo>
                <a:cubicBezTo>
                  <a:pt x="1989" y="6874"/>
                  <a:pt x="1994" y="6874"/>
                  <a:pt x="1998" y="6874"/>
                </a:cubicBezTo>
                <a:lnTo>
                  <a:pt x="4474" y="6860"/>
                </a:lnTo>
                <a:cubicBezTo>
                  <a:pt x="4478" y="6860"/>
                  <a:pt x="4481" y="6859"/>
                  <a:pt x="4485" y="6859"/>
                </a:cubicBezTo>
                <a:cubicBezTo>
                  <a:pt x="4522" y="6859"/>
                  <a:pt x="4551" y="6892"/>
                  <a:pt x="4557" y="6930"/>
                </a:cubicBezTo>
                <a:cubicBezTo>
                  <a:pt x="4613" y="7172"/>
                  <a:pt x="4738" y="8005"/>
                  <a:pt x="3982" y="8248"/>
                </a:cubicBezTo>
                <a:cubicBezTo>
                  <a:pt x="3919" y="8261"/>
                  <a:pt x="3919" y="8352"/>
                  <a:pt x="3989" y="8359"/>
                </a:cubicBezTo>
                <a:cubicBezTo>
                  <a:pt x="4102" y="8379"/>
                  <a:pt x="4244" y="8397"/>
                  <a:pt x="4399" y="8397"/>
                </a:cubicBezTo>
                <a:cubicBezTo>
                  <a:pt x="4974" y="8397"/>
                  <a:pt x="5715" y="8155"/>
                  <a:pt x="5737" y="6937"/>
                </a:cubicBezTo>
                <a:cubicBezTo>
                  <a:pt x="5737" y="6888"/>
                  <a:pt x="5771" y="6846"/>
                  <a:pt x="5820" y="6846"/>
                </a:cubicBezTo>
                <a:lnTo>
                  <a:pt x="6832" y="6839"/>
                </a:lnTo>
                <a:cubicBezTo>
                  <a:pt x="7908" y="6826"/>
                  <a:pt x="8775" y="5952"/>
                  <a:pt x="8768" y="4877"/>
                </a:cubicBezTo>
                <a:lnTo>
                  <a:pt x="8747" y="1936"/>
                </a:lnTo>
                <a:cubicBezTo>
                  <a:pt x="8733" y="858"/>
                  <a:pt x="7859" y="0"/>
                  <a:pt x="6790" y="0"/>
                </a:cubicBezTo>
                <a:close/>
              </a:path>
            </a:pathLst>
          </a:custGeom>
          <a:solidFill>
            <a:schemeClr val="accent2"/>
          </a:solidFill>
          <a:ln>
            <a:noFill/>
          </a:ln>
        </p:spPr>
        <p:txBody>
          <a:bodyPr spcFirstLastPara="1" wrap="square" lIns="91425" tIns="91425" rIns="91425" bIns="91425" anchor="ctr" anchorCtr="0">
            <a:noAutofit/>
          </a:bodyPr>
          <a:lstStyle/>
          <a:p>
            <a:pPr lvl="0"/>
            <a:endParaRPr sz="900" dirty="0">
              <a:solidFill>
                <a:schemeClr val="bg1"/>
              </a:solidFill>
            </a:endParaRPr>
          </a:p>
        </p:txBody>
      </p:sp>
      <p:sp>
        <p:nvSpPr>
          <p:cNvPr id="10" name="Google Shape;531;p52">
            <a:extLst>
              <a:ext uri="{FF2B5EF4-FFF2-40B4-BE49-F238E27FC236}">
                <a16:creationId xmlns:a16="http://schemas.microsoft.com/office/drawing/2014/main" id="{26979AB3-DFCC-A4CA-B48B-F7B74D17DD87}"/>
              </a:ext>
            </a:extLst>
          </p:cNvPr>
          <p:cNvSpPr/>
          <p:nvPr/>
        </p:nvSpPr>
        <p:spPr>
          <a:xfrm>
            <a:off x="2456258" y="4176903"/>
            <a:ext cx="322446" cy="520114"/>
          </a:xfrm>
          <a:custGeom>
            <a:avLst/>
            <a:gdLst/>
            <a:ahLst/>
            <a:cxnLst/>
            <a:rect l="l" t="t" r="r" b="b"/>
            <a:pathLst>
              <a:path w="2838" h="6840" extrusionOk="0">
                <a:moveTo>
                  <a:pt x="1" y="0"/>
                </a:moveTo>
                <a:cubicBezTo>
                  <a:pt x="1076" y="7"/>
                  <a:pt x="1943" y="881"/>
                  <a:pt x="1950" y="1956"/>
                </a:cubicBezTo>
                <a:lnTo>
                  <a:pt x="1950" y="4890"/>
                </a:lnTo>
                <a:cubicBezTo>
                  <a:pt x="1943" y="5965"/>
                  <a:pt x="1076" y="6839"/>
                  <a:pt x="1" y="6839"/>
                </a:cubicBezTo>
                <a:lnTo>
                  <a:pt x="889" y="6839"/>
                </a:lnTo>
                <a:cubicBezTo>
                  <a:pt x="1964" y="6839"/>
                  <a:pt x="2838" y="5965"/>
                  <a:pt x="2838" y="4890"/>
                </a:cubicBezTo>
                <a:lnTo>
                  <a:pt x="2838" y="1956"/>
                </a:lnTo>
                <a:cubicBezTo>
                  <a:pt x="2838" y="881"/>
                  <a:pt x="1964" y="7"/>
                  <a:pt x="889" y="0"/>
                </a:cubicBezTo>
                <a:close/>
              </a:path>
            </a:pathLst>
          </a:custGeom>
          <a:solidFill>
            <a:srgbClr val="D457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1" name="Google Shape;447;p50">
            <a:extLst>
              <a:ext uri="{FF2B5EF4-FFF2-40B4-BE49-F238E27FC236}">
                <a16:creationId xmlns:a16="http://schemas.microsoft.com/office/drawing/2014/main" id="{57CFE7C2-927B-98B1-1C69-EFFF242EB8D4}"/>
              </a:ext>
            </a:extLst>
          </p:cNvPr>
          <p:cNvSpPr txBox="1">
            <a:spLocks/>
          </p:cNvSpPr>
          <p:nvPr/>
        </p:nvSpPr>
        <p:spPr>
          <a:xfrm>
            <a:off x="1623000" y="4209651"/>
            <a:ext cx="1155704" cy="43618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800" dirty="0">
                <a:solidFill>
                  <a:schemeClr val="bg1"/>
                </a:solidFill>
              </a:rPr>
              <a:t>Click images to view full-size versions</a:t>
            </a:r>
          </a:p>
        </p:txBody>
      </p:sp>
      <p:cxnSp>
        <p:nvCxnSpPr>
          <p:cNvPr id="15" name="Google Shape;825;p58">
            <a:extLst>
              <a:ext uri="{FF2B5EF4-FFF2-40B4-BE49-F238E27FC236}">
                <a16:creationId xmlns:a16="http://schemas.microsoft.com/office/drawing/2014/main" id="{1E54FF8B-B087-648D-97D6-6B3471B2625D}"/>
              </a:ext>
            </a:extLst>
          </p:cNvPr>
          <p:cNvCxnSpPr/>
          <p:nvPr/>
        </p:nvCxnSpPr>
        <p:spPr>
          <a:xfrm>
            <a:off x="2653700" y="4449375"/>
            <a:ext cx="412200" cy="0"/>
          </a:xfrm>
          <a:prstGeom prst="straightConnector1">
            <a:avLst/>
          </a:prstGeom>
          <a:noFill/>
          <a:ln w="28575" cap="flat" cmpd="sng">
            <a:solidFill>
              <a:schemeClr val="accent4"/>
            </a:solidFill>
            <a:prstDash val="solid"/>
            <a:round/>
            <a:headEnd type="oval" w="med" len="med"/>
            <a:tailEnd type="none" w="med" len="med"/>
          </a:ln>
        </p:spPr>
      </p:cxnSp>
      <p:cxnSp>
        <p:nvCxnSpPr>
          <p:cNvPr id="16" name="Google Shape;825;p58">
            <a:extLst>
              <a:ext uri="{FF2B5EF4-FFF2-40B4-BE49-F238E27FC236}">
                <a16:creationId xmlns:a16="http://schemas.microsoft.com/office/drawing/2014/main" id="{2F116DE5-49A5-97A2-B28F-E970AC2A8221}"/>
              </a:ext>
            </a:extLst>
          </p:cNvPr>
          <p:cNvCxnSpPr>
            <a:cxnSpLocks/>
          </p:cNvCxnSpPr>
          <p:nvPr/>
        </p:nvCxnSpPr>
        <p:spPr>
          <a:xfrm flipV="1">
            <a:off x="5896700" y="1303200"/>
            <a:ext cx="0" cy="332617"/>
          </a:xfrm>
          <a:prstGeom prst="straightConnector1">
            <a:avLst/>
          </a:prstGeom>
          <a:noFill/>
          <a:ln w="28575" cap="flat" cmpd="sng">
            <a:solidFill>
              <a:schemeClr val="accent4"/>
            </a:solidFill>
            <a:prstDash val="solid"/>
            <a:round/>
            <a:headEnd type="oval" w="med" len="med"/>
            <a:tailEnd type="none" w="med" len="med"/>
          </a:ln>
        </p:spPr>
      </p:cxnSp>
      <p:grpSp>
        <p:nvGrpSpPr>
          <p:cNvPr id="35" name="Google Shape;667;p55">
            <a:extLst>
              <a:ext uri="{FF2B5EF4-FFF2-40B4-BE49-F238E27FC236}">
                <a16:creationId xmlns:a16="http://schemas.microsoft.com/office/drawing/2014/main" id="{27E2BC34-29C9-BDF9-6CBC-66E9379C1333}"/>
              </a:ext>
            </a:extLst>
          </p:cNvPr>
          <p:cNvGrpSpPr/>
          <p:nvPr/>
        </p:nvGrpSpPr>
        <p:grpSpPr>
          <a:xfrm>
            <a:off x="7543891" y="94080"/>
            <a:ext cx="1529328" cy="1690159"/>
            <a:chOff x="6406600" y="2168673"/>
            <a:chExt cx="2329653" cy="2599711"/>
          </a:xfrm>
        </p:grpSpPr>
        <p:sp>
          <p:nvSpPr>
            <p:cNvPr id="36" name="Google Shape;668;p55">
              <a:extLst>
                <a:ext uri="{FF2B5EF4-FFF2-40B4-BE49-F238E27FC236}">
                  <a16:creationId xmlns:a16="http://schemas.microsoft.com/office/drawing/2014/main" id="{847E6C15-DBEF-90ED-97B9-6D0D2666488E}"/>
                </a:ext>
              </a:extLst>
            </p:cNvPr>
            <p:cNvSpPr/>
            <p:nvPr/>
          </p:nvSpPr>
          <p:spPr>
            <a:xfrm>
              <a:off x="6406600" y="3597807"/>
              <a:ext cx="1170307" cy="1170577"/>
            </a:xfrm>
            <a:custGeom>
              <a:avLst/>
              <a:gdLst/>
              <a:ahLst/>
              <a:cxnLst/>
              <a:rect l="l" t="t" r="r" b="b"/>
              <a:pathLst>
                <a:path w="52031" h="52043" extrusionOk="0">
                  <a:moveTo>
                    <a:pt x="26022" y="13786"/>
                  </a:moveTo>
                  <a:cubicBezTo>
                    <a:pt x="26091" y="13786"/>
                    <a:pt x="26160" y="13787"/>
                    <a:pt x="26230" y="13788"/>
                  </a:cubicBezTo>
                  <a:cubicBezTo>
                    <a:pt x="31171" y="13883"/>
                    <a:pt x="35576" y="16931"/>
                    <a:pt x="37398" y="21539"/>
                  </a:cubicBezTo>
                  <a:cubicBezTo>
                    <a:pt x="39874" y="27826"/>
                    <a:pt x="36779" y="34934"/>
                    <a:pt x="30492" y="37410"/>
                  </a:cubicBezTo>
                  <a:cubicBezTo>
                    <a:pt x="29038" y="37981"/>
                    <a:pt x="27522" y="38258"/>
                    <a:pt x="26019" y="38258"/>
                  </a:cubicBezTo>
                  <a:cubicBezTo>
                    <a:pt x="22759" y="38258"/>
                    <a:pt x="19564" y="36954"/>
                    <a:pt x="17217" y="34517"/>
                  </a:cubicBezTo>
                  <a:cubicBezTo>
                    <a:pt x="13776" y="30957"/>
                    <a:pt x="12823" y="25683"/>
                    <a:pt x="14800" y="21146"/>
                  </a:cubicBezTo>
                  <a:cubicBezTo>
                    <a:pt x="16737" y="16673"/>
                    <a:pt x="21151" y="13786"/>
                    <a:pt x="26022" y="13786"/>
                  </a:cubicBezTo>
                  <a:close/>
                  <a:moveTo>
                    <a:pt x="20229" y="1"/>
                  </a:moveTo>
                  <a:cubicBezTo>
                    <a:pt x="17514" y="608"/>
                    <a:pt x="14907" y="1632"/>
                    <a:pt x="12514" y="3049"/>
                  </a:cubicBezTo>
                  <a:lnTo>
                    <a:pt x="15419" y="10443"/>
                  </a:lnTo>
                  <a:cubicBezTo>
                    <a:pt x="13645" y="11645"/>
                    <a:pt x="12085" y="13157"/>
                    <a:pt x="10823" y="14884"/>
                  </a:cubicBezTo>
                  <a:lnTo>
                    <a:pt x="3524" y="11717"/>
                  </a:lnTo>
                  <a:cubicBezTo>
                    <a:pt x="2036" y="14074"/>
                    <a:pt x="917" y="16634"/>
                    <a:pt x="226" y="19336"/>
                  </a:cubicBezTo>
                  <a:lnTo>
                    <a:pt x="7513" y="22504"/>
                  </a:lnTo>
                  <a:cubicBezTo>
                    <a:pt x="7108" y="24611"/>
                    <a:pt x="7073" y="26778"/>
                    <a:pt x="7406" y="28897"/>
                  </a:cubicBezTo>
                  <a:lnTo>
                    <a:pt x="0" y="31814"/>
                  </a:lnTo>
                  <a:cubicBezTo>
                    <a:pt x="607" y="34529"/>
                    <a:pt x="1631" y="37136"/>
                    <a:pt x="3036" y="39541"/>
                  </a:cubicBezTo>
                  <a:lnTo>
                    <a:pt x="10430" y="36624"/>
                  </a:lnTo>
                  <a:cubicBezTo>
                    <a:pt x="11645" y="38398"/>
                    <a:pt x="13145" y="39958"/>
                    <a:pt x="14883" y="41220"/>
                  </a:cubicBezTo>
                  <a:lnTo>
                    <a:pt x="11716" y="48519"/>
                  </a:lnTo>
                  <a:cubicBezTo>
                    <a:pt x="14062" y="50007"/>
                    <a:pt x="16621" y="51126"/>
                    <a:pt x="19324" y="51829"/>
                  </a:cubicBezTo>
                  <a:lnTo>
                    <a:pt x="22491" y="44530"/>
                  </a:lnTo>
                  <a:cubicBezTo>
                    <a:pt x="23664" y="44755"/>
                    <a:pt x="24854" y="44870"/>
                    <a:pt x="26045" y="44870"/>
                  </a:cubicBezTo>
                  <a:cubicBezTo>
                    <a:pt x="26995" y="44870"/>
                    <a:pt x="27945" y="44797"/>
                    <a:pt x="28885" y="44649"/>
                  </a:cubicBezTo>
                  <a:lnTo>
                    <a:pt x="31802" y="52043"/>
                  </a:lnTo>
                  <a:cubicBezTo>
                    <a:pt x="34516" y="51436"/>
                    <a:pt x="37112" y="50412"/>
                    <a:pt x="39517" y="48995"/>
                  </a:cubicBezTo>
                  <a:lnTo>
                    <a:pt x="36600" y="41601"/>
                  </a:lnTo>
                  <a:cubicBezTo>
                    <a:pt x="38374" y="40399"/>
                    <a:pt x="39934" y="38887"/>
                    <a:pt x="41208" y="37160"/>
                  </a:cubicBezTo>
                  <a:lnTo>
                    <a:pt x="48494" y="40327"/>
                  </a:lnTo>
                  <a:cubicBezTo>
                    <a:pt x="49995" y="37970"/>
                    <a:pt x="51102" y="35410"/>
                    <a:pt x="51804" y="32719"/>
                  </a:cubicBezTo>
                  <a:lnTo>
                    <a:pt x="44518" y="29552"/>
                  </a:lnTo>
                  <a:cubicBezTo>
                    <a:pt x="44923" y="27433"/>
                    <a:pt x="44958" y="25266"/>
                    <a:pt x="44625" y="23146"/>
                  </a:cubicBezTo>
                  <a:lnTo>
                    <a:pt x="52031" y="20241"/>
                  </a:lnTo>
                  <a:cubicBezTo>
                    <a:pt x="51423" y="17515"/>
                    <a:pt x="50387" y="14919"/>
                    <a:pt x="48983" y="12514"/>
                  </a:cubicBezTo>
                  <a:lnTo>
                    <a:pt x="41601" y="15431"/>
                  </a:lnTo>
                  <a:cubicBezTo>
                    <a:pt x="40386" y="13645"/>
                    <a:pt x="38886" y="12086"/>
                    <a:pt x="37148" y="10824"/>
                  </a:cubicBezTo>
                  <a:lnTo>
                    <a:pt x="40315" y="3537"/>
                  </a:lnTo>
                  <a:cubicBezTo>
                    <a:pt x="37969" y="2037"/>
                    <a:pt x="35398" y="918"/>
                    <a:pt x="32707" y="227"/>
                  </a:cubicBezTo>
                  <a:lnTo>
                    <a:pt x="29540" y="7514"/>
                  </a:lnTo>
                  <a:cubicBezTo>
                    <a:pt x="28384" y="7292"/>
                    <a:pt x="27210" y="7181"/>
                    <a:pt x="26037" y="7181"/>
                  </a:cubicBezTo>
                  <a:cubicBezTo>
                    <a:pt x="25070" y="7181"/>
                    <a:pt x="24103" y="7256"/>
                    <a:pt x="23146" y="7406"/>
                  </a:cubicBezTo>
                  <a:lnTo>
                    <a:pt x="2022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669;p55">
              <a:extLst>
                <a:ext uri="{FF2B5EF4-FFF2-40B4-BE49-F238E27FC236}">
                  <a16:creationId xmlns:a16="http://schemas.microsoft.com/office/drawing/2014/main" id="{809A98C2-8000-4EA6-9FDB-5D52FEAA48B3}"/>
                </a:ext>
              </a:extLst>
            </p:cNvPr>
            <p:cNvSpPr/>
            <p:nvPr/>
          </p:nvSpPr>
          <p:spPr>
            <a:xfrm>
              <a:off x="7029246" y="2168673"/>
              <a:ext cx="1707007" cy="1707401"/>
            </a:xfrm>
            <a:custGeom>
              <a:avLst/>
              <a:gdLst/>
              <a:ahLst/>
              <a:cxnLst/>
              <a:rect l="l" t="t" r="r" b="b"/>
              <a:pathLst>
                <a:path w="52031" h="52043" extrusionOk="0">
                  <a:moveTo>
                    <a:pt x="26022" y="13786"/>
                  </a:moveTo>
                  <a:cubicBezTo>
                    <a:pt x="26091" y="13786"/>
                    <a:pt x="26160" y="13787"/>
                    <a:pt x="26230" y="13788"/>
                  </a:cubicBezTo>
                  <a:cubicBezTo>
                    <a:pt x="31171" y="13883"/>
                    <a:pt x="35576" y="16931"/>
                    <a:pt x="37398" y="21539"/>
                  </a:cubicBezTo>
                  <a:cubicBezTo>
                    <a:pt x="39874" y="27826"/>
                    <a:pt x="36779" y="34934"/>
                    <a:pt x="30492" y="37410"/>
                  </a:cubicBezTo>
                  <a:cubicBezTo>
                    <a:pt x="29038" y="37981"/>
                    <a:pt x="27522" y="38258"/>
                    <a:pt x="26019" y="38258"/>
                  </a:cubicBezTo>
                  <a:cubicBezTo>
                    <a:pt x="22759" y="38258"/>
                    <a:pt x="19564" y="36954"/>
                    <a:pt x="17217" y="34517"/>
                  </a:cubicBezTo>
                  <a:cubicBezTo>
                    <a:pt x="13776" y="30957"/>
                    <a:pt x="12823" y="25683"/>
                    <a:pt x="14800" y="21146"/>
                  </a:cubicBezTo>
                  <a:cubicBezTo>
                    <a:pt x="16737" y="16673"/>
                    <a:pt x="21151" y="13786"/>
                    <a:pt x="26022" y="13786"/>
                  </a:cubicBezTo>
                  <a:close/>
                  <a:moveTo>
                    <a:pt x="20229" y="1"/>
                  </a:moveTo>
                  <a:cubicBezTo>
                    <a:pt x="17514" y="608"/>
                    <a:pt x="14907" y="1632"/>
                    <a:pt x="12514" y="3049"/>
                  </a:cubicBezTo>
                  <a:lnTo>
                    <a:pt x="15419" y="10443"/>
                  </a:lnTo>
                  <a:cubicBezTo>
                    <a:pt x="13645" y="11645"/>
                    <a:pt x="12085" y="13157"/>
                    <a:pt x="10823" y="14884"/>
                  </a:cubicBezTo>
                  <a:lnTo>
                    <a:pt x="3524" y="11717"/>
                  </a:lnTo>
                  <a:cubicBezTo>
                    <a:pt x="2036" y="14074"/>
                    <a:pt x="917" y="16634"/>
                    <a:pt x="226" y="19336"/>
                  </a:cubicBezTo>
                  <a:lnTo>
                    <a:pt x="7513" y="22504"/>
                  </a:lnTo>
                  <a:cubicBezTo>
                    <a:pt x="7108" y="24611"/>
                    <a:pt x="7073" y="26778"/>
                    <a:pt x="7406" y="28897"/>
                  </a:cubicBezTo>
                  <a:lnTo>
                    <a:pt x="0" y="31814"/>
                  </a:lnTo>
                  <a:cubicBezTo>
                    <a:pt x="607" y="34529"/>
                    <a:pt x="1631" y="37136"/>
                    <a:pt x="3036" y="39541"/>
                  </a:cubicBezTo>
                  <a:lnTo>
                    <a:pt x="10430" y="36624"/>
                  </a:lnTo>
                  <a:cubicBezTo>
                    <a:pt x="11645" y="38398"/>
                    <a:pt x="13145" y="39958"/>
                    <a:pt x="14883" y="41220"/>
                  </a:cubicBezTo>
                  <a:lnTo>
                    <a:pt x="11716" y="48519"/>
                  </a:lnTo>
                  <a:cubicBezTo>
                    <a:pt x="14062" y="50007"/>
                    <a:pt x="16621" y="51126"/>
                    <a:pt x="19324" y="51829"/>
                  </a:cubicBezTo>
                  <a:lnTo>
                    <a:pt x="22491" y="44530"/>
                  </a:lnTo>
                  <a:cubicBezTo>
                    <a:pt x="23664" y="44755"/>
                    <a:pt x="24854" y="44870"/>
                    <a:pt x="26045" y="44870"/>
                  </a:cubicBezTo>
                  <a:cubicBezTo>
                    <a:pt x="26995" y="44870"/>
                    <a:pt x="27945" y="44797"/>
                    <a:pt x="28885" y="44649"/>
                  </a:cubicBezTo>
                  <a:lnTo>
                    <a:pt x="31802" y="52043"/>
                  </a:lnTo>
                  <a:cubicBezTo>
                    <a:pt x="34516" y="51436"/>
                    <a:pt x="37112" y="50412"/>
                    <a:pt x="39517" y="48995"/>
                  </a:cubicBezTo>
                  <a:lnTo>
                    <a:pt x="36600" y="41601"/>
                  </a:lnTo>
                  <a:cubicBezTo>
                    <a:pt x="38374" y="40399"/>
                    <a:pt x="39934" y="38887"/>
                    <a:pt x="41208" y="37160"/>
                  </a:cubicBezTo>
                  <a:lnTo>
                    <a:pt x="48494" y="40327"/>
                  </a:lnTo>
                  <a:cubicBezTo>
                    <a:pt x="49995" y="37970"/>
                    <a:pt x="51102" y="35410"/>
                    <a:pt x="51804" y="32719"/>
                  </a:cubicBezTo>
                  <a:lnTo>
                    <a:pt x="44518" y="29552"/>
                  </a:lnTo>
                  <a:cubicBezTo>
                    <a:pt x="44923" y="27433"/>
                    <a:pt x="44958" y="25266"/>
                    <a:pt x="44625" y="23146"/>
                  </a:cubicBezTo>
                  <a:lnTo>
                    <a:pt x="52031" y="20241"/>
                  </a:lnTo>
                  <a:cubicBezTo>
                    <a:pt x="51423" y="17515"/>
                    <a:pt x="50387" y="14919"/>
                    <a:pt x="48983" y="12514"/>
                  </a:cubicBezTo>
                  <a:lnTo>
                    <a:pt x="41601" y="15431"/>
                  </a:lnTo>
                  <a:cubicBezTo>
                    <a:pt x="40386" y="13645"/>
                    <a:pt x="38886" y="12086"/>
                    <a:pt x="37148" y="10824"/>
                  </a:cubicBezTo>
                  <a:lnTo>
                    <a:pt x="40315" y="3537"/>
                  </a:lnTo>
                  <a:cubicBezTo>
                    <a:pt x="37969" y="2037"/>
                    <a:pt x="35398" y="918"/>
                    <a:pt x="32707" y="227"/>
                  </a:cubicBezTo>
                  <a:lnTo>
                    <a:pt x="29540" y="7514"/>
                  </a:lnTo>
                  <a:cubicBezTo>
                    <a:pt x="28384" y="7292"/>
                    <a:pt x="27210" y="7181"/>
                    <a:pt x="26037" y="7181"/>
                  </a:cubicBezTo>
                  <a:cubicBezTo>
                    <a:pt x="25070" y="7181"/>
                    <a:pt x="24103" y="7256"/>
                    <a:pt x="23146" y="7406"/>
                  </a:cubicBezTo>
                  <a:lnTo>
                    <a:pt x="202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670;p55">
              <a:extLst>
                <a:ext uri="{FF2B5EF4-FFF2-40B4-BE49-F238E27FC236}">
                  <a16:creationId xmlns:a16="http://schemas.microsoft.com/office/drawing/2014/main" id="{8A00BB63-526E-A4FF-6440-2CC3DDFE84BA}"/>
                </a:ext>
              </a:extLst>
            </p:cNvPr>
            <p:cNvSpPr/>
            <p:nvPr/>
          </p:nvSpPr>
          <p:spPr>
            <a:xfrm>
              <a:off x="7576863" y="2716709"/>
              <a:ext cx="611729" cy="611335"/>
            </a:xfrm>
            <a:custGeom>
              <a:avLst/>
              <a:gdLst/>
              <a:ahLst/>
              <a:cxnLst/>
              <a:rect l="l" t="t" r="r" b="b"/>
              <a:pathLst>
                <a:path w="18646" h="18634" extrusionOk="0">
                  <a:moveTo>
                    <a:pt x="9323" y="0"/>
                  </a:moveTo>
                  <a:cubicBezTo>
                    <a:pt x="4168" y="0"/>
                    <a:pt x="1" y="4167"/>
                    <a:pt x="1" y="9323"/>
                  </a:cubicBezTo>
                  <a:cubicBezTo>
                    <a:pt x="1" y="14466"/>
                    <a:pt x="4168" y="18633"/>
                    <a:pt x="9323" y="18633"/>
                  </a:cubicBezTo>
                  <a:cubicBezTo>
                    <a:pt x="14467" y="18633"/>
                    <a:pt x="18646" y="14466"/>
                    <a:pt x="18646" y="9323"/>
                  </a:cubicBezTo>
                  <a:cubicBezTo>
                    <a:pt x="18646" y="4167"/>
                    <a:pt x="14467" y="0"/>
                    <a:pt x="932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671;p55">
              <a:extLst>
                <a:ext uri="{FF2B5EF4-FFF2-40B4-BE49-F238E27FC236}">
                  <a16:creationId xmlns:a16="http://schemas.microsoft.com/office/drawing/2014/main" id="{1470B819-116B-D18E-17B7-0A4AA660581D}"/>
                </a:ext>
              </a:extLst>
            </p:cNvPr>
            <p:cNvSpPr/>
            <p:nvPr/>
          </p:nvSpPr>
          <p:spPr>
            <a:xfrm>
              <a:off x="7630371" y="2770217"/>
              <a:ext cx="504317" cy="504317"/>
            </a:xfrm>
            <a:custGeom>
              <a:avLst/>
              <a:gdLst/>
              <a:ahLst/>
              <a:cxnLst/>
              <a:rect l="l" t="t" r="r" b="b"/>
              <a:pathLst>
                <a:path w="15372" h="15372" extrusionOk="0">
                  <a:moveTo>
                    <a:pt x="15372" y="7692"/>
                  </a:moveTo>
                  <a:cubicBezTo>
                    <a:pt x="15372" y="11930"/>
                    <a:pt x="11931" y="15371"/>
                    <a:pt x="7692" y="15371"/>
                  </a:cubicBezTo>
                  <a:cubicBezTo>
                    <a:pt x="3442" y="15371"/>
                    <a:pt x="1" y="11930"/>
                    <a:pt x="1" y="7692"/>
                  </a:cubicBezTo>
                  <a:cubicBezTo>
                    <a:pt x="1" y="3441"/>
                    <a:pt x="3442" y="0"/>
                    <a:pt x="7692" y="0"/>
                  </a:cubicBezTo>
                  <a:cubicBezTo>
                    <a:pt x="11931" y="0"/>
                    <a:pt x="15372" y="3441"/>
                    <a:pt x="15372" y="769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672;p55">
              <a:extLst>
                <a:ext uri="{FF2B5EF4-FFF2-40B4-BE49-F238E27FC236}">
                  <a16:creationId xmlns:a16="http://schemas.microsoft.com/office/drawing/2014/main" id="{077510B3-929B-C0AD-92CC-94FFF38754CB}"/>
                </a:ext>
              </a:extLst>
            </p:cNvPr>
            <p:cNvSpPr/>
            <p:nvPr/>
          </p:nvSpPr>
          <p:spPr>
            <a:xfrm>
              <a:off x="8055749" y="3195589"/>
              <a:ext cx="218793" cy="218760"/>
            </a:xfrm>
            <a:custGeom>
              <a:avLst/>
              <a:gdLst/>
              <a:ahLst/>
              <a:cxnLst/>
              <a:rect l="l" t="t" r="r" b="b"/>
              <a:pathLst>
                <a:path w="6669" h="6668" extrusionOk="0">
                  <a:moveTo>
                    <a:pt x="1453" y="0"/>
                  </a:moveTo>
                  <a:lnTo>
                    <a:pt x="1" y="1453"/>
                  </a:lnTo>
                  <a:lnTo>
                    <a:pt x="5216" y="6668"/>
                  </a:lnTo>
                  <a:lnTo>
                    <a:pt x="6668" y="5215"/>
                  </a:lnTo>
                  <a:lnTo>
                    <a:pt x="14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673;p55">
              <a:extLst>
                <a:ext uri="{FF2B5EF4-FFF2-40B4-BE49-F238E27FC236}">
                  <a16:creationId xmlns:a16="http://schemas.microsoft.com/office/drawing/2014/main" id="{978FDF53-783D-7F20-27A9-DDED47E148E3}"/>
                </a:ext>
              </a:extLst>
            </p:cNvPr>
            <p:cNvSpPr/>
            <p:nvPr/>
          </p:nvSpPr>
          <p:spPr>
            <a:xfrm>
              <a:off x="8148724" y="3293878"/>
              <a:ext cx="514094" cy="508746"/>
            </a:xfrm>
            <a:custGeom>
              <a:avLst/>
              <a:gdLst/>
              <a:ahLst/>
              <a:cxnLst/>
              <a:rect l="l" t="t" r="r" b="b"/>
              <a:pathLst>
                <a:path w="15670" h="15507" extrusionOk="0">
                  <a:moveTo>
                    <a:pt x="2338" y="0"/>
                  </a:moveTo>
                  <a:cubicBezTo>
                    <a:pt x="1982" y="0"/>
                    <a:pt x="1437" y="297"/>
                    <a:pt x="953" y="790"/>
                  </a:cubicBezTo>
                  <a:cubicBezTo>
                    <a:pt x="298" y="1433"/>
                    <a:pt x="1" y="2183"/>
                    <a:pt x="262" y="2457"/>
                  </a:cubicBezTo>
                  <a:lnTo>
                    <a:pt x="13324" y="15507"/>
                  </a:lnTo>
                  <a:lnTo>
                    <a:pt x="15669" y="13149"/>
                  </a:lnTo>
                  <a:lnTo>
                    <a:pt x="2620" y="100"/>
                  </a:lnTo>
                  <a:cubicBezTo>
                    <a:pt x="2552" y="32"/>
                    <a:pt x="2455" y="0"/>
                    <a:pt x="233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674;p55">
              <a:extLst>
                <a:ext uri="{FF2B5EF4-FFF2-40B4-BE49-F238E27FC236}">
                  <a16:creationId xmlns:a16="http://schemas.microsoft.com/office/drawing/2014/main" id="{506F9D03-2BEF-12A1-92B6-535A99E74172}"/>
                </a:ext>
              </a:extLst>
            </p:cNvPr>
            <p:cNvSpPr/>
            <p:nvPr/>
          </p:nvSpPr>
          <p:spPr>
            <a:xfrm>
              <a:off x="8576825" y="3722302"/>
              <a:ext cx="94945" cy="83594"/>
            </a:xfrm>
            <a:custGeom>
              <a:avLst/>
              <a:gdLst/>
              <a:ahLst/>
              <a:cxnLst/>
              <a:rect l="l" t="t" r="r" b="b"/>
              <a:pathLst>
                <a:path w="2894" h="2548" extrusionOk="0">
                  <a:moveTo>
                    <a:pt x="2334" y="0"/>
                  </a:moveTo>
                  <a:cubicBezTo>
                    <a:pt x="1980" y="0"/>
                    <a:pt x="1443" y="290"/>
                    <a:pt x="953" y="781"/>
                  </a:cubicBezTo>
                  <a:cubicBezTo>
                    <a:pt x="310" y="1436"/>
                    <a:pt x="1" y="2174"/>
                    <a:pt x="275" y="2448"/>
                  </a:cubicBezTo>
                  <a:cubicBezTo>
                    <a:pt x="343" y="2515"/>
                    <a:pt x="439" y="2547"/>
                    <a:pt x="555" y="2547"/>
                  </a:cubicBezTo>
                  <a:cubicBezTo>
                    <a:pt x="909" y="2547"/>
                    <a:pt x="1449" y="2252"/>
                    <a:pt x="1942" y="1769"/>
                  </a:cubicBezTo>
                  <a:cubicBezTo>
                    <a:pt x="2584" y="1114"/>
                    <a:pt x="2894" y="364"/>
                    <a:pt x="2620" y="102"/>
                  </a:cubicBezTo>
                  <a:cubicBezTo>
                    <a:pt x="2551" y="33"/>
                    <a:pt x="2453" y="0"/>
                    <a:pt x="233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82978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37"/>
                                        </p:tgtEl>
                                        <p:attrNameLst>
                                          <p:attrName>style.visibility</p:attrName>
                                        </p:attrNameLst>
                                      </p:cBhvr>
                                      <p:to>
                                        <p:strVal val="visible"/>
                                      </p:to>
                                    </p:set>
                                    <p:animEffect transition="in" filter="fade">
                                      <p:cBhvr>
                                        <p:cTn id="7" dur="500"/>
                                        <p:tgtEl>
                                          <p:spTgt spid="53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26"/>
                                        </p:tgtEl>
                                        <p:attrNameLst>
                                          <p:attrName>style.visibility</p:attrName>
                                        </p:attrNameLst>
                                      </p:cBhvr>
                                      <p:to>
                                        <p:strVal val="visible"/>
                                      </p:to>
                                    </p:set>
                                    <p:animEffect transition="in" filter="fade">
                                      <p:cBhvr>
                                        <p:cTn id="11" dur="500"/>
                                        <p:tgtEl>
                                          <p:spTgt spid="52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1000"/>
                                        <p:tgtEl>
                                          <p:spTgt spid="28"/>
                                        </p:tgtEl>
                                      </p:cBhvr>
                                    </p:animEffect>
                                  </p:childTnLst>
                                </p:cTn>
                              </p:par>
                              <p:par>
                                <p:cTn id="16" presetID="10" presetClass="entr" presetSubtype="0" fill="hold" nodeType="with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1000"/>
                                        <p:tgtEl>
                                          <p:spTgt spid="32"/>
                                        </p:tgtEl>
                                      </p:cBhvr>
                                    </p:animEffect>
                                  </p:childTnLst>
                                </p:cTn>
                              </p:par>
                              <p:par>
                                <p:cTn id="19" presetID="10"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1000"/>
                                        <p:tgtEl>
                                          <p:spTgt spid="33"/>
                                        </p:tgtEl>
                                      </p:cBhvr>
                                    </p:animEffect>
                                  </p:childTnLst>
                                </p:cTn>
                              </p:par>
                              <p:par>
                                <p:cTn id="22" presetID="10" presetClass="entr" presetSubtype="0" fill="hold" nodeType="withEffect">
                                  <p:stCondLst>
                                    <p:cond delay="0"/>
                                  </p:stCondLst>
                                  <p:childTnLst>
                                    <p:set>
                                      <p:cBhvr>
                                        <p:cTn id="23" dur="1" fill="hold">
                                          <p:stCondLst>
                                            <p:cond delay="0"/>
                                          </p:stCondLst>
                                        </p:cTn>
                                        <p:tgtEl>
                                          <p:spTgt spid="516"/>
                                        </p:tgtEl>
                                        <p:attrNameLst>
                                          <p:attrName>style.visibility</p:attrName>
                                        </p:attrNameLst>
                                      </p:cBhvr>
                                      <p:to>
                                        <p:strVal val="visible"/>
                                      </p:to>
                                    </p:set>
                                    <p:animEffect transition="in" filter="fade">
                                      <p:cBhvr>
                                        <p:cTn id="24" dur="500"/>
                                        <p:tgtEl>
                                          <p:spTgt spid="516"/>
                                        </p:tgtEl>
                                      </p:cBhvr>
                                    </p:animEffect>
                                  </p:childTnLst>
                                </p:cTn>
                              </p:par>
                              <p:par>
                                <p:cTn id="25" presetID="10" presetClass="entr" presetSubtype="0" fill="hold" nodeType="withEffect">
                                  <p:stCondLst>
                                    <p:cond delay="0"/>
                                  </p:stCondLst>
                                  <p:childTnLst>
                                    <p:set>
                                      <p:cBhvr>
                                        <p:cTn id="26" dur="1" fill="hold">
                                          <p:stCondLst>
                                            <p:cond delay="0"/>
                                          </p:stCondLst>
                                        </p:cTn>
                                        <p:tgtEl>
                                          <p:spTgt spid="520"/>
                                        </p:tgtEl>
                                        <p:attrNameLst>
                                          <p:attrName>style.visibility</p:attrName>
                                        </p:attrNameLst>
                                      </p:cBhvr>
                                      <p:to>
                                        <p:strVal val="visible"/>
                                      </p:to>
                                    </p:set>
                                    <p:animEffect transition="in" filter="fade">
                                      <p:cBhvr>
                                        <p:cTn id="27" dur="500"/>
                                        <p:tgtEl>
                                          <p:spTgt spid="520"/>
                                        </p:tgtEl>
                                      </p:cBhvr>
                                    </p:animEffect>
                                  </p:childTnLst>
                                </p:cTn>
                              </p:par>
                              <p:par>
                                <p:cTn id="28" presetID="10" presetClass="entr" presetSubtype="0" fill="hold" nodeType="withEffect">
                                  <p:stCondLst>
                                    <p:cond delay="0"/>
                                  </p:stCondLst>
                                  <p:childTnLst>
                                    <p:set>
                                      <p:cBhvr>
                                        <p:cTn id="29" dur="1" fill="hold">
                                          <p:stCondLst>
                                            <p:cond delay="0"/>
                                          </p:stCondLst>
                                        </p:cTn>
                                        <p:tgtEl>
                                          <p:spTgt spid="539"/>
                                        </p:tgtEl>
                                        <p:attrNameLst>
                                          <p:attrName>style.visibility</p:attrName>
                                        </p:attrNameLst>
                                      </p:cBhvr>
                                      <p:to>
                                        <p:strVal val="visible"/>
                                      </p:to>
                                    </p:set>
                                    <p:animEffect transition="in" filter="fade">
                                      <p:cBhvr>
                                        <p:cTn id="30" dur="500"/>
                                        <p:tgtEl>
                                          <p:spTgt spid="539"/>
                                        </p:tgtEl>
                                      </p:cBhvr>
                                    </p:animEffect>
                                  </p:childTnLst>
                                </p:cTn>
                              </p:par>
                            </p:childTnLst>
                          </p:cTn>
                        </p:par>
                        <p:par>
                          <p:cTn id="31" fill="hold">
                            <p:stCondLst>
                              <p:cond delay="2000"/>
                            </p:stCondLst>
                            <p:childTnLst>
                              <p:par>
                                <p:cTn id="32" presetID="10" presetClass="entr" presetSubtype="0" fill="hold" nodeType="after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13">
          <a:extLst>
            <a:ext uri="{FF2B5EF4-FFF2-40B4-BE49-F238E27FC236}">
              <a16:creationId xmlns:a16="http://schemas.microsoft.com/office/drawing/2014/main" id="{1B715754-7B1E-76B8-042E-33AF8AE4F81F}"/>
            </a:ext>
          </a:extLst>
        </p:cNvPr>
        <p:cNvGrpSpPr/>
        <p:nvPr/>
      </p:nvGrpSpPr>
      <p:grpSpPr>
        <a:xfrm>
          <a:off x="0" y="0"/>
          <a:ext cx="0" cy="0"/>
          <a:chOff x="0" y="0"/>
          <a:chExt cx="0" cy="0"/>
        </a:xfrm>
      </p:grpSpPr>
      <p:sp>
        <p:nvSpPr>
          <p:cNvPr id="2214" name="Google Shape;2214;p90">
            <a:extLst>
              <a:ext uri="{FF2B5EF4-FFF2-40B4-BE49-F238E27FC236}">
                <a16:creationId xmlns:a16="http://schemas.microsoft.com/office/drawing/2014/main" id="{D7A21FFD-F2E5-38CA-B88C-C441FCEBEC3C}"/>
              </a:ext>
            </a:extLst>
          </p:cNvPr>
          <p:cNvSpPr txBox="1">
            <a:spLocks noGrp="1"/>
          </p:cNvSpPr>
          <p:nvPr>
            <p:ph type="title"/>
          </p:nvPr>
        </p:nvSpPr>
        <p:spPr>
          <a:xfrm>
            <a:off x="236784" y="-64296"/>
            <a:ext cx="7554000" cy="500214"/>
          </a:xfrm>
          <a:prstGeom prst="rect">
            <a:avLst/>
          </a:prstGeom>
        </p:spPr>
        <p:txBody>
          <a:bodyPr spcFirstLastPara="1" wrap="square" lIns="91425" tIns="91425" rIns="91425" bIns="91425" anchor="t" anchorCtr="0">
            <a:noAutofit/>
          </a:bodyPr>
          <a:lstStyle/>
          <a:p>
            <a:pPr lvl="0">
              <a:buClr>
                <a:schemeClr val="dk1"/>
              </a:buClr>
              <a:buSzPts val="1100"/>
            </a:pPr>
            <a:r>
              <a:rPr lang="en-US" sz="2400" dirty="0">
                <a:solidFill>
                  <a:schemeClr val="accent2"/>
                </a:solidFill>
              </a:rPr>
              <a:t>Compose Email </a:t>
            </a:r>
            <a:r>
              <a:rPr lang="en-US" sz="2400" dirty="0">
                <a:solidFill>
                  <a:schemeClr val="tx1"/>
                </a:solidFill>
              </a:rPr>
              <a:t>– How It Works (Redaction)</a:t>
            </a:r>
            <a:endParaRPr sz="2400" dirty="0">
              <a:solidFill>
                <a:schemeClr val="tx1"/>
              </a:solidFill>
            </a:endParaRPr>
          </a:p>
        </p:txBody>
      </p:sp>
      <p:sp>
        <p:nvSpPr>
          <p:cNvPr id="2215" name="Google Shape;2215;p90">
            <a:extLst>
              <a:ext uri="{FF2B5EF4-FFF2-40B4-BE49-F238E27FC236}">
                <a16:creationId xmlns:a16="http://schemas.microsoft.com/office/drawing/2014/main" id="{188370DE-56B3-D5E4-8B59-01E9E9820D8F}"/>
              </a:ext>
            </a:extLst>
          </p:cNvPr>
          <p:cNvSpPr txBox="1">
            <a:spLocks noGrp="1"/>
          </p:cNvSpPr>
          <p:nvPr>
            <p:ph type="title" idx="4294967295"/>
          </p:nvPr>
        </p:nvSpPr>
        <p:spPr>
          <a:xfrm>
            <a:off x="4849634" y="1733730"/>
            <a:ext cx="2897100" cy="400200"/>
          </a:xfrm>
          <a:prstGeom prst="rect">
            <a:avLst/>
          </a:prstGeom>
          <a:solidFill>
            <a:schemeClr val="accent1"/>
          </a:solidFill>
        </p:spPr>
        <p:txBody>
          <a:bodyPr spcFirstLastPara="1" wrap="square" lIns="91425" tIns="91425" rIns="91425" bIns="91425" anchor="ctr" anchorCtr="0">
            <a:noAutofit/>
          </a:bodyPr>
          <a:lstStyle/>
          <a:p>
            <a:pPr lvl="0" algn="ctr"/>
            <a:r>
              <a:rPr lang="en-US" sz="1400" dirty="0"/>
              <a:t>3. Real-time Feedback</a:t>
            </a:r>
            <a:endParaRPr sz="1400" dirty="0"/>
          </a:p>
        </p:txBody>
      </p:sp>
      <p:sp>
        <p:nvSpPr>
          <p:cNvPr id="2219" name="Google Shape;2219;p90">
            <a:extLst>
              <a:ext uri="{FF2B5EF4-FFF2-40B4-BE49-F238E27FC236}">
                <a16:creationId xmlns:a16="http://schemas.microsoft.com/office/drawing/2014/main" id="{ED6BF7C7-9415-FD69-E0E0-801B22208A0B}"/>
              </a:ext>
            </a:extLst>
          </p:cNvPr>
          <p:cNvSpPr txBox="1">
            <a:spLocks noGrp="1"/>
          </p:cNvSpPr>
          <p:nvPr>
            <p:ph type="title" idx="4294967295"/>
          </p:nvPr>
        </p:nvSpPr>
        <p:spPr>
          <a:xfrm>
            <a:off x="988100" y="926479"/>
            <a:ext cx="2897100" cy="400200"/>
          </a:xfrm>
          <a:prstGeom prst="rect">
            <a:avLst/>
          </a:prstGeom>
          <a:solidFill>
            <a:schemeClr val="accent6"/>
          </a:solidFill>
        </p:spPr>
        <p:txBody>
          <a:bodyPr spcFirstLastPara="1" wrap="square" lIns="91425" tIns="91425" rIns="91425" bIns="91425" anchor="ctr" anchorCtr="0">
            <a:noAutofit/>
          </a:bodyPr>
          <a:lstStyle/>
          <a:p>
            <a:pPr lvl="0" algn="ctr"/>
            <a:r>
              <a:rPr lang="en-US" sz="1400" dirty="0">
                <a:solidFill>
                  <a:schemeClr val="lt1"/>
                </a:solidFill>
              </a:rPr>
              <a:t>1. Text Redaction</a:t>
            </a:r>
            <a:endParaRPr sz="1400" dirty="0">
              <a:solidFill>
                <a:schemeClr val="lt1"/>
              </a:solidFill>
            </a:endParaRPr>
          </a:p>
        </p:txBody>
      </p:sp>
      <p:sp>
        <p:nvSpPr>
          <p:cNvPr id="2221" name="Google Shape;2221;p90">
            <a:extLst>
              <a:ext uri="{FF2B5EF4-FFF2-40B4-BE49-F238E27FC236}">
                <a16:creationId xmlns:a16="http://schemas.microsoft.com/office/drawing/2014/main" id="{B9EFD218-DDDA-AF88-A088-75F00919322D}"/>
              </a:ext>
            </a:extLst>
          </p:cNvPr>
          <p:cNvSpPr txBox="1">
            <a:spLocks noGrp="1"/>
          </p:cNvSpPr>
          <p:nvPr>
            <p:ph type="title" idx="4294967295"/>
          </p:nvPr>
        </p:nvSpPr>
        <p:spPr>
          <a:xfrm>
            <a:off x="973812" y="2562114"/>
            <a:ext cx="2897100" cy="400200"/>
          </a:xfrm>
          <a:prstGeom prst="rect">
            <a:avLst/>
          </a:prstGeom>
          <a:solidFill>
            <a:schemeClr val="accent2"/>
          </a:solidFill>
        </p:spPr>
        <p:txBody>
          <a:bodyPr spcFirstLastPara="1" wrap="square" lIns="91425" tIns="91425" rIns="91425" bIns="91425" anchor="ctr" anchorCtr="0">
            <a:noAutofit/>
          </a:bodyPr>
          <a:lstStyle/>
          <a:p>
            <a:pPr lvl="0" algn="ctr"/>
            <a:r>
              <a:rPr lang="en" sz="1400" dirty="0">
                <a:solidFill>
                  <a:schemeClr val="lt1"/>
                </a:solidFill>
              </a:rPr>
              <a:t>2. </a:t>
            </a:r>
            <a:r>
              <a:rPr lang="en-US" sz="1400" dirty="0">
                <a:solidFill>
                  <a:schemeClr val="lt1"/>
                </a:solidFill>
              </a:rPr>
              <a:t>Optional: Image Redaction</a:t>
            </a:r>
            <a:endParaRPr sz="1400" dirty="0">
              <a:solidFill>
                <a:schemeClr val="lt1"/>
              </a:solidFill>
            </a:endParaRPr>
          </a:p>
        </p:txBody>
      </p:sp>
      <p:sp>
        <p:nvSpPr>
          <p:cNvPr id="2222" name="Google Shape;2222;p90">
            <a:extLst>
              <a:ext uri="{FF2B5EF4-FFF2-40B4-BE49-F238E27FC236}">
                <a16:creationId xmlns:a16="http://schemas.microsoft.com/office/drawing/2014/main" id="{E66CCECA-DECF-C20E-177F-BAABBAA125FB}"/>
              </a:ext>
            </a:extLst>
          </p:cNvPr>
          <p:cNvSpPr txBox="1">
            <a:spLocks noGrp="1"/>
          </p:cNvSpPr>
          <p:nvPr>
            <p:ph type="subTitle" idx="4294967295"/>
          </p:nvPr>
        </p:nvSpPr>
        <p:spPr>
          <a:xfrm>
            <a:off x="973812" y="2962310"/>
            <a:ext cx="2897100" cy="894300"/>
          </a:xfrm>
          <a:prstGeom prst="rect">
            <a:avLst/>
          </a:prstGeom>
          <a:solidFill>
            <a:schemeClr val="lt2"/>
          </a:solidFill>
        </p:spPr>
        <p:txBody>
          <a:bodyPr spcFirstLastPara="1" wrap="square" lIns="91425" tIns="91425" rIns="91425" bIns="91425" anchor="ctr" anchorCtr="0">
            <a:noAutofit/>
          </a:bodyPr>
          <a:lstStyle/>
          <a:p>
            <a:pPr marL="45720" lvl="0" indent="-134620">
              <a:buClr>
                <a:schemeClr val="accent6"/>
              </a:buClr>
              <a:buSzPts val="1400"/>
            </a:pPr>
            <a:r>
              <a:rPr lang="en-US" sz="1000" dirty="0"/>
              <a:t>Each image sent to </a:t>
            </a:r>
            <a:r>
              <a:rPr lang="en-US" sz="1000" dirty="0" err="1"/>
              <a:t>OCR.space</a:t>
            </a:r>
            <a:r>
              <a:rPr lang="en-US" sz="1000" dirty="0"/>
              <a:t> API</a:t>
            </a:r>
          </a:p>
          <a:p>
            <a:pPr marL="45720" lvl="0" indent="-134620">
              <a:buClr>
                <a:schemeClr val="accent6"/>
              </a:buClr>
              <a:buSzPts val="1400"/>
            </a:pPr>
            <a:r>
              <a:rPr lang="en-US" sz="1000" dirty="0"/>
              <a:t>OCR extracts text with coordinates</a:t>
            </a:r>
          </a:p>
          <a:p>
            <a:pPr marL="45720" lvl="0" indent="-134620">
              <a:buClr>
                <a:schemeClr val="accent6"/>
              </a:buClr>
              <a:buSzPts val="1400"/>
            </a:pPr>
            <a:r>
              <a:rPr lang="en-US" sz="1000" dirty="0"/>
              <a:t>Text boxes sent to </a:t>
            </a:r>
            <a:r>
              <a:rPr lang="en-US" sz="1000" dirty="0" err="1"/>
              <a:t>Groq</a:t>
            </a:r>
            <a:r>
              <a:rPr lang="en-US" sz="1000" dirty="0"/>
              <a:t> AI for classification</a:t>
            </a:r>
          </a:p>
          <a:p>
            <a:pPr marL="45720" lvl="0" indent="-134620">
              <a:buClr>
                <a:schemeClr val="accent6"/>
              </a:buClr>
              <a:buSzPts val="1400"/>
            </a:pPr>
            <a:r>
              <a:rPr lang="en-US" sz="1000" dirty="0"/>
              <a:t>PIL draws black boxes over sensitive text areas</a:t>
            </a:r>
          </a:p>
          <a:p>
            <a:pPr marL="45720" lvl="0" indent="-134620">
              <a:buClr>
                <a:schemeClr val="accent6"/>
              </a:buClr>
              <a:buSzPts val="1400"/>
            </a:pPr>
            <a:r>
              <a:rPr lang="en-US" sz="1000" dirty="0"/>
              <a:t>Returns redacted images</a:t>
            </a:r>
            <a:endParaRPr sz="1000" dirty="0"/>
          </a:p>
        </p:txBody>
      </p:sp>
      <p:sp>
        <p:nvSpPr>
          <p:cNvPr id="2223" name="Google Shape;2223;p90">
            <a:extLst>
              <a:ext uri="{FF2B5EF4-FFF2-40B4-BE49-F238E27FC236}">
                <a16:creationId xmlns:a16="http://schemas.microsoft.com/office/drawing/2014/main" id="{9C7E3080-7DBC-CD12-88DD-F9BA685822F7}"/>
              </a:ext>
            </a:extLst>
          </p:cNvPr>
          <p:cNvSpPr/>
          <p:nvPr/>
        </p:nvSpPr>
        <p:spPr>
          <a:xfrm>
            <a:off x="4333475" y="44275"/>
            <a:ext cx="5599175" cy="787275"/>
          </a:xfrm>
          <a:custGeom>
            <a:avLst/>
            <a:gdLst/>
            <a:ahLst/>
            <a:cxnLst/>
            <a:rect l="l" t="t" r="r" b="b"/>
            <a:pathLst>
              <a:path w="223967" h="31491" extrusionOk="0">
                <a:moveTo>
                  <a:pt x="223967" y="0"/>
                </a:moveTo>
                <a:cubicBezTo>
                  <a:pt x="221487" y="7446"/>
                  <a:pt x="217464" y="15437"/>
                  <a:pt x="210734" y="19475"/>
                </a:cubicBezTo>
                <a:cubicBezTo>
                  <a:pt x="203490" y="23821"/>
                  <a:pt x="188187" y="24992"/>
                  <a:pt x="185516" y="16978"/>
                </a:cubicBezTo>
                <a:cubicBezTo>
                  <a:pt x="184301" y="13332"/>
                  <a:pt x="185573" y="7710"/>
                  <a:pt x="189011" y="5992"/>
                </a:cubicBezTo>
                <a:cubicBezTo>
                  <a:pt x="192375" y="4311"/>
                  <a:pt x="197453" y="4475"/>
                  <a:pt x="200247" y="6991"/>
                </a:cubicBezTo>
                <a:cubicBezTo>
                  <a:pt x="206115" y="12274"/>
                  <a:pt x="200087" y="26529"/>
                  <a:pt x="192756" y="29462"/>
                </a:cubicBezTo>
                <a:cubicBezTo>
                  <a:pt x="170167" y="38499"/>
                  <a:pt x="146344" y="14234"/>
                  <a:pt x="122345" y="10237"/>
                </a:cubicBezTo>
                <a:cubicBezTo>
                  <a:pt x="103760" y="7142"/>
                  <a:pt x="86306" y="21383"/>
                  <a:pt x="67914" y="25467"/>
                </a:cubicBezTo>
                <a:cubicBezTo>
                  <a:pt x="62037" y="26772"/>
                  <a:pt x="55778" y="28675"/>
                  <a:pt x="49937" y="27215"/>
                </a:cubicBezTo>
                <a:cubicBezTo>
                  <a:pt x="41530" y="25113"/>
                  <a:pt x="33634" y="19974"/>
                  <a:pt x="24968" y="19974"/>
                </a:cubicBezTo>
                <a:cubicBezTo>
                  <a:pt x="21132" y="19974"/>
                  <a:pt x="17913" y="23002"/>
                  <a:pt x="14482" y="24718"/>
                </a:cubicBezTo>
                <a:cubicBezTo>
                  <a:pt x="10141" y="26888"/>
                  <a:pt x="4853" y="26216"/>
                  <a:pt x="0" y="26216"/>
                </a:cubicBezTo>
              </a:path>
            </a:pathLst>
          </a:custGeom>
          <a:noFill/>
          <a:ln w="28575" cap="flat" cmpd="sng">
            <a:solidFill>
              <a:srgbClr val="CAC5F9"/>
            </a:solidFill>
            <a:prstDash val="dash"/>
            <a:round/>
            <a:headEnd type="none" w="med" len="med"/>
            <a:tailEnd type="none" w="med" len="med"/>
          </a:ln>
        </p:spPr>
      </p:sp>
      <p:sp>
        <p:nvSpPr>
          <p:cNvPr id="2" name="Google Shape;2222;p90">
            <a:extLst>
              <a:ext uri="{FF2B5EF4-FFF2-40B4-BE49-F238E27FC236}">
                <a16:creationId xmlns:a16="http://schemas.microsoft.com/office/drawing/2014/main" id="{CC94E1B8-0652-A59F-B1DE-CD13CF3DA070}"/>
              </a:ext>
            </a:extLst>
          </p:cNvPr>
          <p:cNvSpPr txBox="1">
            <a:spLocks/>
          </p:cNvSpPr>
          <p:nvPr/>
        </p:nvSpPr>
        <p:spPr>
          <a:xfrm>
            <a:off x="983332" y="1335913"/>
            <a:ext cx="2897100" cy="8943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Fira Sans Condensed"/>
              <a:buChar char="●"/>
              <a:defRPr sz="1800" b="0" i="0" u="none" strike="noStrike" cap="none">
                <a:solidFill>
                  <a:schemeClr val="dk2"/>
                </a:solidFill>
                <a:latin typeface="Fira Sans Condensed"/>
                <a:ea typeface="Fira Sans Condensed"/>
                <a:cs typeface="Fira Sans Condensed"/>
                <a:sym typeface="Fira Sans Condensed"/>
              </a:defRPr>
            </a:lvl1pPr>
            <a:lvl2pPr marL="914400" marR="0" lvl="1"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2pPr>
            <a:lvl3pPr marL="1371600" marR="0" lvl="2"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3pPr>
            <a:lvl4pPr marL="1828800" marR="0" lvl="3"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4pPr>
            <a:lvl5pPr marL="2286000" marR="0" lvl="4"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5pPr>
            <a:lvl6pPr marL="2743200" marR="0" lvl="5"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6pPr>
            <a:lvl7pPr marL="3200400" marR="0" lvl="6"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7pPr>
            <a:lvl8pPr marL="3657600" marR="0" lvl="7"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8pPr>
            <a:lvl9pPr marL="4114800" marR="0" lvl="8" indent="-317500" algn="l" rtl="0">
              <a:lnSpc>
                <a:spcPct val="100000"/>
              </a:lnSpc>
              <a:spcBef>
                <a:spcPts val="1600"/>
              </a:spcBef>
              <a:spcAft>
                <a:spcPts val="160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9pPr>
          </a:lstStyle>
          <a:p>
            <a:pPr marL="45720" indent="-134620">
              <a:buClr>
                <a:schemeClr val="accent6"/>
              </a:buClr>
              <a:buSzPts val="1400"/>
            </a:pPr>
            <a:r>
              <a:rPr lang="en-US" sz="1000" dirty="0"/>
              <a:t>Email content sent to </a:t>
            </a:r>
            <a:r>
              <a:rPr lang="en-US" sz="1000" dirty="0" err="1"/>
              <a:t>Groq</a:t>
            </a:r>
            <a:r>
              <a:rPr lang="en-US" sz="1000" dirty="0"/>
              <a:t> API</a:t>
            </a:r>
          </a:p>
          <a:p>
            <a:pPr marL="45720" indent="-134620">
              <a:buClr>
                <a:schemeClr val="accent6"/>
              </a:buClr>
              <a:buSzPts val="1400"/>
            </a:pPr>
            <a:r>
              <a:rPr lang="en-US" sz="1000" dirty="0"/>
              <a:t>AI analyzes text and identifies sensitive </a:t>
            </a:r>
          </a:p>
          <a:p>
            <a:pPr marL="0" indent="0">
              <a:buClr>
                <a:schemeClr val="accent6"/>
              </a:buClr>
              <a:buSzPts val="1400"/>
              <a:buNone/>
            </a:pPr>
            <a:r>
              <a:rPr lang="en-US" sz="1000" dirty="0"/>
              <a:t>    information</a:t>
            </a:r>
          </a:p>
          <a:p>
            <a:pPr marL="45720" indent="-134620">
              <a:buClr>
                <a:schemeClr val="accent6"/>
              </a:buClr>
              <a:buSzPts val="1400"/>
            </a:pPr>
            <a:r>
              <a:rPr lang="en-US" sz="1000" dirty="0"/>
              <a:t>Replaces with specified placeholders</a:t>
            </a:r>
          </a:p>
          <a:p>
            <a:pPr marL="45720" indent="-134620">
              <a:buClr>
                <a:schemeClr val="accent6"/>
              </a:buClr>
              <a:buSzPts val="1400"/>
            </a:pPr>
            <a:r>
              <a:rPr lang="en-US" sz="1000" dirty="0"/>
              <a:t>Returns redacted text</a:t>
            </a:r>
          </a:p>
        </p:txBody>
      </p:sp>
      <p:sp>
        <p:nvSpPr>
          <p:cNvPr id="3" name="Google Shape;2222;p90">
            <a:extLst>
              <a:ext uri="{FF2B5EF4-FFF2-40B4-BE49-F238E27FC236}">
                <a16:creationId xmlns:a16="http://schemas.microsoft.com/office/drawing/2014/main" id="{413A861A-4715-65AF-564D-870B4E963ED2}"/>
              </a:ext>
            </a:extLst>
          </p:cNvPr>
          <p:cNvSpPr txBox="1">
            <a:spLocks/>
          </p:cNvSpPr>
          <p:nvPr/>
        </p:nvSpPr>
        <p:spPr>
          <a:xfrm>
            <a:off x="4848128" y="2143158"/>
            <a:ext cx="2897100" cy="1035813"/>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Fira Sans Condensed"/>
              <a:buChar char="●"/>
              <a:defRPr sz="1800" b="0" i="0" u="none" strike="noStrike" cap="none">
                <a:solidFill>
                  <a:schemeClr val="dk2"/>
                </a:solidFill>
                <a:latin typeface="Fira Sans Condensed"/>
                <a:ea typeface="Fira Sans Condensed"/>
                <a:cs typeface="Fira Sans Condensed"/>
                <a:sym typeface="Fira Sans Condensed"/>
              </a:defRPr>
            </a:lvl1pPr>
            <a:lvl2pPr marL="914400" marR="0" lvl="1"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2pPr>
            <a:lvl3pPr marL="1371600" marR="0" lvl="2"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3pPr>
            <a:lvl4pPr marL="1828800" marR="0" lvl="3"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4pPr>
            <a:lvl5pPr marL="2286000" marR="0" lvl="4"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5pPr>
            <a:lvl6pPr marL="2743200" marR="0" lvl="5"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6pPr>
            <a:lvl7pPr marL="3200400" marR="0" lvl="6"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7pPr>
            <a:lvl8pPr marL="3657600" marR="0" lvl="7"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8pPr>
            <a:lvl9pPr marL="4114800" marR="0" lvl="8" indent="-317500" algn="l" rtl="0">
              <a:lnSpc>
                <a:spcPct val="100000"/>
              </a:lnSpc>
              <a:spcBef>
                <a:spcPts val="1600"/>
              </a:spcBef>
              <a:spcAft>
                <a:spcPts val="160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9pPr>
          </a:lstStyle>
          <a:p>
            <a:pPr marL="45720" indent="-134620">
              <a:buClr>
                <a:schemeClr val="accent6"/>
              </a:buClr>
              <a:buSzPts val="1400"/>
            </a:pPr>
            <a:r>
              <a:rPr lang="en-US" sz="1000" dirty="0"/>
              <a:t>AI feedback panel shows progress</a:t>
            </a:r>
          </a:p>
          <a:p>
            <a:pPr marL="45720" indent="-134620">
              <a:buClr>
                <a:schemeClr val="accent6"/>
              </a:buClr>
              <a:buSzPts val="1400"/>
            </a:pPr>
            <a:r>
              <a:rPr lang="en-US" sz="1000" dirty="0"/>
              <a:t>Connecting to </a:t>
            </a:r>
            <a:r>
              <a:rPr lang="en-US" sz="1000" dirty="0" err="1"/>
              <a:t>Groq</a:t>
            </a:r>
            <a:r>
              <a:rPr lang="en-US" sz="1000" dirty="0"/>
              <a:t> API</a:t>
            </a:r>
          </a:p>
          <a:p>
            <a:pPr marL="45720" indent="-134620">
              <a:buClr>
                <a:schemeClr val="accent6"/>
              </a:buClr>
              <a:buSzPts val="1400"/>
            </a:pPr>
            <a:r>
              <a:rPr lang="en-US" sz="1000" dirty="0"/>
              <a:t>Sending text to </a:t>
            </a:r>
            <a:r>
              <a:rPr lang="en-US" sz="1000" dirty="0" err="1"/>
              <a:t>Groq</a:t>
            </a:r>
            <a:r>
              <a:rPr lang="en-US" sz="1000" dirty="0"/>
              <a:t> API</a:t>
            </a:r>
          </a:p>
          <a:p>
            <a:pPr marL="45720" indent="-134620">
              <a:buClr>
                <a:schemeClr val="accent6"/>
              </a:buClr>
              <a:buSzPts val="1400"/>
            </a:pPr>
            <a:r>
              <a:rPr lang="en-US" sz="1000" dirty="0"/>
              <a:t>Text redaction complete (X tokens used)</a:t>
            </a:r>
          </a:p>
          <a:p>
            <a:pPr marL="45720" indent="-134620">
              <a:buClr>
                <a:schemeClr val="accent6"/>
              </a:buClr>
              <a:buSzPts val="1400"/>
            </a:pPr>
            <a:r>
              <a:rPr lang="en-US" sz="1000" dirty="0"/>
              <a:t>Processing x image(s)</a:t>
            </a:r>
          </a:p>
          <a:p>
            <a:pPr marL="45720" indent="-134620">
              <a:buClr>
                <a:schemeClr val="accent6"/>
              </a:buClr>
              <a:buSzPts val="1400"/>
            </a:pPr>
            <a:r>
              <a:rPr lang="en-US" sz="1000" dirty="0"/>
              <a:t>All images processed successfully</a:t>
            </a:r>
          </a:p>
        </p:txBody>
      </p:sp>
    </p:spTree>
    <p:extLst>
      <p:ext uri="{BB962C8B-B14F-4D97-AF65-F5344CB8AC3E}">
        <p14:creationId xmlns:p14="http://schemas.microsoft.com/office/powerpoint/2010/main" val="3550326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223"/>
                                        </p:tgtEl>
                                        <p:attrNameLst>
                                          <p:attrName>style.visibility</p:attrName>
                                        </p:attrNameLst>
                                      </p:cBhvr>
                                      <p:to>
                                        <p:strVal val="visible"/>
                                      </p:to>
                                    </p:set>
                                    <p:animEffect transition="in" filter="fade">
                                      <p:cBhvr>
                                        <p:cTn id="7" dur="500"/>
                                        <p:tgtEl>
                                          <p:spTgt spid="2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25">
          <a:extLst>
            <a:ext uri="{FF2B5EF4-FFF2-40B4-BE49-F238E27FC236}">
              <a16:creationId xmlns:a16="http://schemas.microsoft.com/office/drawing/2014/main" id="{B8546A43-A4C2-A38E-B6FC-A146774C18DB}"/>
            </a:ext>
          </a:extLst>
        </p:cNvPr>
        <p:cNvGrpSpPr/>
        <p:nvPr/>
      </p:nvGrpSpPr>
      <p:grpSpPr>
        <a:xfrm>
          <a:off x="0" y="0"/>
          <a:ext cx="0" cy="0"/>
          <a:chOff x="0" y="0"/>
          <a:chExt cx="0" cy="0"/>
        </a:xfrm>
      </p:grpSpPr>
      <p:sp>
        <p:nvSpPr>
          <p:cNvPr id="526" name="Google Shape;526;p52">
            <a:extLst>
              <a:ext uri="{FF2B5EF4-FFF2-40B4-BE49-F238E27FC236}">
                <a16:creationId xmlns:a16="http://schemas.microsoft.com/office/drawing/2014/main" id="{AA7731A7-A187-C79E-B35E-FFDE5FD18EB2}"/>
              </a:ext>
            </a:extLst>
          </p:cNvPr>
          <p:cNvSpPr/>
          <p:nvPr/>
        </p:nvSpPr>
        <p:spPr>
          <a:xfrm>
            <a:off x="18422" y="541905"/>
            <a:ext cx="2277900" cy="22779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537" name="Google Shape;537;p52">
            <a:extLst>
              <a:ext uri="{FF2B5EF4-FFF2-40B4-BE49-F238E27FC236}">
                <a16:creationId xmlns:a16="http://schemas.microsoft.com/office/drawing/2014/main" id="{CA14DDFD-3C29-2B74-8A4E-414F3F27E0E0}"/>
              </a:ext>
            </a:extLst>
          </p:cNvPr>
          <p:cNvSpPr/>
          <p:nvPr/>
        </p:nvSpPr>
        <p:spPr>
          <a:xfrm>
            <a:off x="2192925" y="393814"/>
            <a:ext cx="6941225" cy="426650"/>
          </a:xfrm>
          <a:custGeom>
            <a:avLst/>
            <a:gdLst/>
            <a:ahLst/>
            <a:cxnLst/>
            <a:rect l="l" t="t" r="r" b="b"/>
            <a:pathLst>
              <a:path w="277649" h="17066" extrusionOk="0">
                <a:moveTo>
                  <a:pt x="277649" y="2182"/>
                </a:moveTo>
                <a:cubicBezTo>
                  <a:pt x="253641" y="10185"/>
                  <a:pt x="226797" y="4261"/>
                  <a:pt x="201745" y="684"/>
                </a:cubicBezTo>
                <a:cubicBezTo>
                  <a:pt x="183544" y="-1915"/>
                  <a:pt x="165058" y="7959"/>
                  <a:pt x="146814" y="5678"/>
                </a:cubicBezTo>
                <a:cubicBezTo>
                  <a:pt x="134644" y="4156"/>
                  <a:pt x="122387" y="-1719"/>
                  <a:pt x="110360" y="684"/>
                </a:cubicBezTo>
                <a:cubicBezTo>
                  <a:pt x="105063" y="1743"/>
                  <a:pt x="101842" y="7545"/>
                  <a:pt x="96877" y="9673"/>
                </a:cubicBezTo>
                <a:cubicBezTo>
                  <a:pt x="91197" y="12107"/>
                  <a:pt x="84579" y="11171"/>
                  <a:pt x="78400" y="11171"/>
                </a:cubicBezTo>
                <a:cubicBezTo>
                  <a:pt x="73434" y="11171"/>
                  <a:pt x="66140" y="12116"/>
                  <a:pt x="63919" y="7675"/>
                </a:cubicBezTo>
                <a:cubicBezTo>
                  <a:pt x="62054" y="3944"/>
                  <a:pt x="71568" y="-819"/>
                  <a:pt x="74905" y="1683"/>
                </a:cubicBezTo>
                <a:cubicBezTo>
                  <a:pt x="78245" y="4187"/>
                  <a:pt x="77246" y="11663"/>
                  <a:pt x="73906" y="14167"/>
                </a:cubicBezTo>
                <a:cubicBezTo>
                  <a:pt x="63283" y="22131"/>
                  <a:pt x="47475" y="11276"/>
                  <a:pt x="34456" y="8674"/>
                </a:cubicBezTo>
                <a:cubicBezTo>
                  <a:pt x="23118" y="6408"/>
                  <a:pt x="11562" y="12669"/>
                  <a:pt x="0" y="12669"/>
                </a:cubicBezTo>
              </a:path>
            </a:pathLst>
          </a:custGeom>
          <a:noFill/>
          <a:ln w="28575" cap="flat" cmpd="sng">
            <a:solidFill>
              <a:schemeClr val="accent1"/>
            </a:solidFill>
            <a:prstDash val="dash"/>
            <a:round/>
            <a:headEnd type="none" w="med" len="med"/>
            <a:tailEnd type="none" w="med" len="med"/>
          </a:ln>
        </p:spPr>
      </p:sp>
      <p:sp>
        <p:nvSpPr>
          <p:cNvPr id="18" name="Google Shape;2797;p104">
            <a:extLst>
              <a:ext uri="{FF2B5EF4-FFF2-40B4-BE49-F238E27FC236}">
                <a16:creationId xmlns:a16="http://schemas.microsoft.com/office/drawing/2014/main" id="{19258004-38D6-65CE-AB71-1A474E379E73}"/>
              </a:ext>
            </a:extLst>
          </p:cNvPr>
          <p:cNvSpPr txBox="1">
            <a:spLocks noGrp="1"/>
          </p:cNvSpPr>
          <p:nvPr>
            <p:ph type="title"/>
          </p:nvPr>
        </p:nvSpPr>
        <p:spPr>
          <a:xfrm>
            <a:off x="17525" y="-66600"/>
            <a:ext cx="2771000" cy="572700"/>
          </a:xfrm>
          <a:prstGeom prst="rect">
            <a:avLst/>
          </a:prstGeom>
        </p:spPr>
        <p:txBody>
          <a:bodyPr spcFirstLastPara="1" wrap="square" lIns="91425" tIns="91425" rIns="91425" bIns="91425" anchor="t" anchorCtr="0">
            <a:noAutofit/>
          </a:bodyPr>
          <a:lstStyle/>
          <a:p>
            <a:r>
              <a:rPr lang="en-US" sz="1800" dirty="0">
                <a:solidFill>
                  <a:schemeClr val="accent2"/>
                </a:solidFill>
              </a:rPr>
              <a:t>Compose Email</a:t>
            </a:r>
            <a:br>
              <a:rPr lang="en-US" sz="1800" dirty="0">
                <a:solidFill>
                  <a:schemeClr val="accent2"/>
                </a:solidFill>
              </a:rPr>
            </a:br>
            <a:r>
              <a:rPr lang="en" sz="1800" dirty="0"/>
              <a:t>Features</a:t>
            </a:r>
            <a:endParaRPr sz="1800" dirty="0"/>
          </a:p>
        </p:txBody>
      </p:sp>
      <p:sp>
        <p:nvSpPr>
          <p:cNvPr id="538" name="Google Shape;447;p50">
            <a:extLst>
              <a:ext uri="{FF2B5EF4-FFF2-40B4-BE49-F238E27FC236}">
                <a16:creationId xmlns:a16="http://schemas.microsoft.com/office/drawing/2014/main" id="{993C9D22-7F97-CF3E-7C5F-C5DDF3243C2C}"/>
              </a:ext>
            </a:extLst>
          </p:cNvPr>
          <p:cNvSpPr txBox="1">
            <a:spLocks/>
          </p:cNvSpPr>
          <p:nvPr/>
        </p:nvSpPr>
        <p:spPr>
          <a:xfrm>
            <a:off x="3070200" y="523251"/>
            <a:ext cx="1090902" cy="43618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800" dirty="0">
                <a:solidFill>
                  <a:schemeClr val="bg1"/>
                </a:solidFill>
              </a:rPr>
              <a:t>Real-time validation for To and CC fields</a:t>
            </a:r>
          </a:p>
        </p:txBody>
      </p:sp>
      <p:grpSp>
        <p:nvGrpSpPr>
          <p:cNvPr id="539" name="Google Shape;624;p54">
            <a:extLst>
              <a:ext uri="{FF2B5EF4-FFF2-40B4-BE49-F238E27FC236}">
                <a16:creationId xmlns:a16="http://schemas.microsoft.com/office/drawing/2014/main" id="{47EF6BD7-5314-9672-C322-2C602525D4A5}"/>
              </a:ext>
            </a:extLst>
          </p:cNvPr>
          <p:cNvGrpSpPr/>
          <p:nvPr/>
        </p:nvGrpSpPr>
        <p:grpSpPr>
          <a:xfrm>
            <a:off x="524251" y="1034988"/>
            <a:ext cx="1757059" cy="3434826"/>
            <a:chOff x="4908275" y="1425543"/>
            <a:chExt cx="1757059" cy="3434826"/>
          </a:xfrm>
        </p:grpSpPr>
        <p:sp>
          <p:nvSpPr>
            <p:cNvPr id="540" name="Google Shape;625;p54">
              <a:extLst>
                <a:ext uri="{FF2B5EF4-FFF2-40B4-BE49-F238E27FC236}">
                  <a16:creationId xmlns:a16="http://schemas.microsoft.com/office/drawing/2014/main" id="{6A5C52AF-4CDF-875B-73AD-C2420A4AC7D9}"/>
                </a:ext>
              </a:extLst>
            </p:cNvPr>
            <p:cNvSpPr/>
            <p:nvPr/>
          </p:nvSpPr>
          <p:spPr>
            <a:xfrm>
              <a:off x="5057565" y="4736078"/>
              <a:ext cx="1161495" cy="124292"/>
            </a:xfrm>
            <a:custGeom>
              <a:avLst/>
              <a:gdLst/>
              <a:ahLst/>
              <a:cxnLst/>
              <a:rect l="l" t="t" r="r" b="b"/>
              <a:pathLst>
                <a:path w="55191" h="5906" extrusionOk="0">
                  <a:moveTo>
                    <a:pt x="27595" y="1"/>
                  </a:moveTo>
                  <a:cubicBezTo>
                    <a:pt x="20277" y="1"/>
                    <a:pt x="13258" y="312"/>
                    <a:pt x="8082" y="866"/>
                  </a:cubicBezTo>
                  <a:cubicBezTo>
                    <a:pt x="2908" y="1419"/>
                    <a:pt x="1" y="2170"/>
                    <a:pt x="1" y="2953"/>
                  </a:cubicBezTo>
                  <a:cubicBezTo>
                    <a:pt x="1" y="3736"/>
                    <a:pt x="2908" y="4486"/>
                    <a:pt x="8082" y="5041"/>
                  </a:cubicBezTo>
                  <a:cubicBezTo>
                    <a:pt x="13258" y="5594"/>
                    <a:pt x="20277" y="5905"/>
                    <a:pt x="27595" y="5905"/>
                  </a:cubicBezTo>
                  <a:cubicBezTo>
                    <a:pt x="34914" y="5905"/>
                    <a:pt x="41933" y="5594"/>
                    <a:pt x="47108" y="5041"/>
                  </a:cubicBezTo>
                  <a:cubicBezTo>
                    <a:pt x="52282" y="4486"/>
                    <a:pt x="55191" y="3736"/>
                    <a:pt x="55191" y="2953"/>
                  </a:cubicBezTo>
                  <a:cubicBezTo>
                    <a:pt x="55191" y="2170"/>
                    <a:pt x="52282" y="1419"/>
                    <a:pt x="47108" y="866"/>
                  </a:cubicBezTo>
                  <a:cubicBezTo>
                    <a:pt x="41933" y="312"/>
                    <a:pt x="34914" y="1"/>
                    <a:pt x="275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626;p54">
              <a:extLst>
                <a:ext uri="{FF2B5EF4-FFF2-40B4-BE49-F238E27FC236}">
                  <a16:creationId xmlns:a16="http://schemas.microsoft.com/office/drawing/2014/main" id="{B3727EDA-EB42-A0F5-F087-4130BC1F0954}"/>
                </a:ext>
              </a:extLst>
            </p:cNvPr>
            <p:cNvSpPr/>
            <p:nvPr/>
          </p:nvSpPr>
          <p:spPr>
            <a:xfrm>
              <a:off x="4908275" y="1462013"/>
              <a:ext cx="557503" cy="633707"/>
            </a:xfrm>
            <a:custGeom>
              <a:avLst/>
              <a:gdLst/>
              <a:ahLst/>
              <a:cxnLst/>
              <a:rect l="l" t="t" r="r" b="b"/>
              <a:pathLst>
                <a:path w="26491" h="30112" extrusionOk="0">
                  <a:moveTo>
                    <a:pt x="18517" y="1"/>
                  </a:moveTo>
                  <a:cubicBezTo>
                    <a:pt x="15034" y="1"/>
                    <a:pt x="12927" y="2566"/>
                    <a:pt x="11643" y="5682"/>
                  </a:cubicBezTo>
                  <a:cubicBezTo>
                    <a:pt x="11147" y="6889"/>
                    <a:pt x="10049" y="7045"/>
                    <a:pt x="8765" y="7045"/>
                  </a:cubicBezTo>
                  <a:cubicBezTo>
                    <a:pt x="8316" y="7045"/>
                    <a:pt x="7845" y="7026"/>
                    <a:pt x="7369" y="7026"/>
                  </a:cubicBezTo>
                  <a:cubicBezTo>
                    <a:pt x="5837" y="7026"/>
                    <a:pt x="4254" y="7223"/>
                    <a:pt x="3213" y="8890"/>
                  </a:cubicBezTo>
                  <a:cubicBezTo>
                    <a:pt x="921" y="12555"/>
                    <a:pt x="5412" y="12555"/>
                    <a:pt x="3396" y="15305"/>
                  </a:cubicBezTo>
                  <a:cubicBezTo>
                    <a:pt x="1379" y="18053"/>
                    <a:pt x="0" y="19819"/>
                    <a:pt x="2479" y="23095"/>
                  </a:cubicBezTo>
                  <a:cubicBezTo>
                    <a:pt x="3382" y="24288"/>
                    <a:pt x="4240" y="24505"/>
                    <a:pt x="5068" y="24505"/>
                  </a:cubicBezTo>
                  <a:cubicBezTo>
                    <a:pt x="5542" y="24505"/>
                    <a:pt x="6006" y="24434"/>
                    <a:pt x="6464" y="24434"/>
                  </a:cubicBezTo>
                  <a:cubicBezTo>
                    <a:pt x="7479" y="24434"/>
                    <a:pt x="8461" y="24784"/>
                    <a:pt x="9444" y="27036"/>
                  </a:cubicBezTo>
                  <a:cubicBezTo>
                    <a:pt x="10371" y="29159"/>
                    <a:pt x="12014" y="30112"/>
                    <a:pt x="13927" y="30112"/>
                  </a:cubicBezTo>
                  <a:cubicBezTo>
                    <a:pt x="16554" y="30112"/>
                    <a:pt x="19691" y="28316"/>
                    <a:pt x="22183" y="25294"/>
                  </a:cubicBezTo>
                  <a:cubicBezTo>
                    <a:pt x="26491" y="20070"/>
                    <a:pt x="24382" y="4766"/>
                    <a:pt x="24382" y="4766"/>
                  </a:cubicBezTo>
                  <a:cubicBezTo>
                    <a:pt x="24382" y="4766"/>
                    <a:pt x="24019" y="1"/>
                    <a:pt x="185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627;p54">
              <a:extLst>
                <a:ext uri="{FF2B5EF4-FFF2-40B4-BE49-F238E27FC236}">
                  <a16:creationId xmlns:a16="http://schemas.microsoft.com/office/drawing/2014/main" id="{07581AF3-DEA1-C50B-AAC7-341230B282B0}"/>
                </a:ext>
              </a:extLst>
            </p:cNvPr>
            <p:cNvSpPr/>
            <p:nvPr/>
          </p:nvSpPr>
          <p:spPr>
            <a:xfrm>
              <a:off x="4908275" y="1610420"/>
              <a:ext cx="450216" cy="485277"/>
            </a:xfrm>
            <a:custGeom>
              <a:avLst/>
              <a:gdLst/>
              <a:ahLst/>
              <a:cxnLst/>
              <a:rect l="l" t="t" r="r" b="b"/>
              <a:pathLst>
                <a:path w="21393" h="23059" extrusionOk="0">
                  <a:moveTo>
                    <a:pt x="6528" y="1"/>
                  </a:moveTo>
                  <a:lnTo>
                    <a:pt x="6528" y="1"/>
                  </a:lnTo>
                  <a:cubicBezTo>
                    <a:pt x="5276" y="95"/>
                    <a:pt x="4064" y="474"/>
                    <a:pt x="3213" y="1838"/>
                  </a:cubicBezTo>
                  <a:cubicBezTo>
                    <a:pt x="921" y="5503"/>
                    <a:pt x="5412" y="5503"/>
                    <a:pt x="3396" y="8252"/>
                  </a:cubicBezTo>
                  <a:cubicBezTo>
                    <a:pt x="1379" y="11001"/>
                    <a:pt x="0" y="12767"/>
                    <a:pt x="2479" y="16041"/>
                  </a:cubicBezTo>
                  <a:cubicBezTo>
                    <a:pt x="3382" y="17235"/>
                    <a:pt x="4240" y="17452"/>
                    <a:pt x="5069" y="17452"/>
                  </a:cubicBezTo>
                  <a:cubicBezTo>
                    <a:pt x="5542" y="17452"/>
                    <a:pt x="6006" y="17381"/>
                    <a:pt x="6463" y="17381"/>
                  </a:cubicBezTo>
                  <a:cubicBezTo>
                    <a:pt x="7478" y="17381"/>
                    <a:pt x="8461" y="17731"/>
                    <a:pt x="9444" y="19982"/>
                  </a:cubicBezTo>
                  <a:cubicBezTo>
                    <a:pt x="10371" y="22107"/>
                    <a:pt x="12014" y="23059"/>
                    <a:pt x="13927" y="23059"/>
                  </a:cubicBezTo>
                  <a:cubicBezTo>
                    <a:pt x="16283" y="23059"/>
                    <a:pt x="19049" y="21614"/>
                    <a:pt x="21392" y="19136"/>
                  </a:cubicBezTo>
                  <a:cubicBezTo>
                    <a:pt x="21076" y="18314"/>
                    <a:pt x="20378" y="18083"/>
                    <a:pt x="19512" y="18083"/>
                  </a:cubicBezTo>
                  <a:cubicBezTo>
                    <a:pt x="18405" y="18083"/>
                    <a:pt x="17023" y="18459"/>
                    <a:pt x="15812" y="18459"/>
                  </a:cubicBezTo>
                  <a:cubicBezTo>
                    <a:pt x="14733" y="18459"/>
                    <a:pt x="13788" y="18160"/>
                    <a:pt x="13296" y="17030"/>
                  </a:cubicBezTo>
                  <a:cubicBezTo>
                    <a:pt x="12313" y="14779"/>
                    <a:pt x="11331" y="14429"/>
                    <a:pt x="10316" y="14429"/>
                  </a:cubicBezTo>
                  <a:cubicBezTo>
                    <a:pt x="9858" y="14429"/>
                    <a:pt x="9393" y="14501"/>
                    <a:pt x="8919" y="14501"/>
                  </a:cubicBezTo>
                  <a:cubicBezTo>
                    <a:pt x="8090" y="14501"/>
                    <a:pt x="7233" y="14283"/>
                    <a:pt x="6330" y="13091"/>
                  </a:cubicBezTo>
                  <a:cubicBezTo>
                    <a:pt x="3851" y="9815"/>
                    <a:pt x="5231" y="8049"/>
                    <a:pt x="7246" y="5301"/>
                  </a:cubicBezTo>
                  <a:cubicBezTo>
                    <a:pt x="9033" y="2864"/>
                    <a:pt x="5713" y="2584"/>
                    <a:pt x="65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628;p54">
              <a:extLst>
                <a:ext uri="{FF2B5EF4-FFF2-40B4-BE49-F238E27FC236}">
                  <a16:creationId xmlns:a16="http://schemas.microsoft.com/office/drawing/2014/main" id="{88498F28-762A-9EC1-AE6E-16DF42E53B7F}"/>
                </a:ext>
              </a:extLst>
            </p:cNvPr>
            <p:cNvSpPr/>
            <p:nvPr/>
          </p:nvSpPr>
          <p:spPr>
            <a:xfrm>
              <a:off x="5394362" y="1778314"/>
              <a:ext cx="455203" cy="287348"/>
            </a:xfrm>
            <a:custGeom>
              <a:avLst/>
              <a:gdLst/>
              <a:ahLst/>
              <a:cxnLst/>
              <a:rect l="l" t="t" r="r" b="b"/>
              <a:pathLst>
                <a:path w="21630" h="13654" extrusionOk="0">
                  <a:moveTo>
                    <a:pt x="11092" y="0"/>
                  </a:moveTo>
                  <a:cubicBezTo>
                    <a:pt x="11092" y="0"/>
                    <a:pt x="1" y="12098"/>
                    <a:pt x="7150" y="13472"/>
                  </a:cubicBezTo>
                  <a:cubicBezTo>
                    <a:pt x="7796" y="13596"/>
                    <a:pt x="8365" y="13653"/>
                    <a:pt x="8868" y="13653"/>
                  </a:cubicBezTo>
                  <a:cubicBezTo>
                    <a:pt x="13926" y="13653"/>
                    <a:pt x="12355" y="7914"/>
                    <a:pt x="16773" y="7330"/>
                  </a:cubicBezTo>
                  <a:cubicBezTo>
                    <a:pt x="21630" y="6689"/>
                    <a:pt x="11092" y="0"/>
                    <a:pt x="110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629;p54">
              <a:extLst>
                <a:ext uri="{FF2B5EF4-FFF2-40B4-BE49-F238E27FC236}">
                  <a16:creationId xmlns:a16="http://schemas.microsoft.com/office/drawing/2014/main" id="{71F7056A-C351-1C83-03EF-6B5D8FDE6701}"/>
                </a:ext>
              </a:extLst>
            </p:cNvPr>
            <p:cNvSpPr/>
            <p:nvPr/>
          </p:nvSpPr>
          <p:spPr>
            <a:xfrm>
              <a:off x="5053251" y="1866997"/>
              <a:ext cx="603444" cy="393689"/>
            </a:xfrm>
            <a:custGeom>
              <a:avLst/>
              <a:gdLst/>
              <a:ahLst/>
              <a:cxnLst/>
              <a:rect l="l" t="t" r="r" b="b"/>
              <a:pathLst>
                <a:path w="28674" h="18707" extrusionOk="0">
                  <a:moveTo>
                    <a:pt x="8787" y="1"/>
                  </a:moveTo>
                  <a:lnTo>
                    <a:pt x="8787" y="1"/>
                  </a:lnTo>
                  <a:cubicBezTo>
                    <a:pt x="8787" y="1"/>
                    <a:pt x="11170" y="10998"/>
                    <a:pt x="10071" y="12374"/>
                  </a:cubicBezTo>
                  <a:cubicBezTo>
                    <a:pt x="8970" y="13748"/>
                    <a:pt x="2830" y="11916"/>
                    <a:pt x="906" y="15947"/>
                  </a:cubicBezTo>
                  <a:cubicBezTo>
                    <a:pt x="0" y="17844"/>
                    <a:pt x="4916" y="18706"/>
                    <a:pt x="10652" y="18706"/>
                  </a:cubicBezTo>
                  <a:cubicBezTo>
                    <a:pt x="17110" y="18706"/>
                    <a:pt x="24609" y="17613"/>
                    <a:pt x="26016" y="15672"/>
                  </a:cubicBezTo>
                  <a:cubicBezTo>
                    <a:pt x="28674" y="12006"/>
                    <a:pt x="23083" y="13565"/>
                    <a:pt x="19693" y="12832"/>
                  </a:cubicBezTo>
                  <a:cubicBezTo>
                    <a:pt x="16302" y="12098"/>
                    <a:pt x="17861" y="5591"/>
                    <a:pt x="17861" y="5591"/>
                  </a:cubicBezTo>
                  <a:lnTo>
                    <a:pt x="87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630;p54">
              <a:extLst>
                <a:ext uri="{FF2B5EF4-FFF2-40B4-BE49-F238E27FC236}">
                  <a16:creationId xmlns:a16="http://schemas.microsoft.com/office/drawing/2014/main" id="{90291A24-78F6-DAB7-D9E6-8CA1A15118D2}"/>
                </a:ext>
              </a:extLst>
            </p:cNvPr>
            <p:cNvSpPr/>
            <p:nvPr/>
          </p:nvSpPr>
          <p:spPr>
            <a:xfrm>
              <a:off x="5238170" y="1866997"/>
              <a:ext cx="196918" cy="246248"/>
            </a:xfrm>
            <a:custGeom>
              <a:avLst/>
              <a:gdLst/>
              <a:ahLst/>
              <a:cxnLst/>
              <a:rect l="l" t="t" r="r" b="b"/>
              <a:pathLst>
                <a:path w="9357" h="11701" extrusionOk="0">
                  <a:moveTo>
                    <a:pt x="0" y="1"/>
                  </a:moveTo>
                  <a:lnTo>
                    <a:pt x="0" y="1"/>
                  </a:lnTo>
                  <a:cubicBezTo>
                    <a:pt x="0" y="1"/>
                    <a:pt x="1438" y="6638"/>
                    <a:pt x="1563" y="10244"/>
                  </a:cubicBezTo>
                  <a:cubicBezTo>
                    <a:pt x="3938" y="11353"/>
                    <a:pt x="6761" y="11575"/>
                    <a:pt x="9356" y="11701"/>
                  </a:cubicBezTo>
                  <a:cubicBezTo>
                    <a:pt x="8108" y="9628"/>
                    <a:pt x="9072" y="5591"/>
                    <a:pt x="9072" y="5591"/>
                  </a:cubicBezTo>
                  <a:lnTo>
                    <a:pt x="0"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631;p54">
              <a:extLst>
                <a:ext uri="{FF2B5EF4-FFF2-40B4-BE49-F238E27FC236}">
                  <a16:creationId xmlns:a16="http://schemas.microsoft.com/office/drawing/2014/main" id="{BA60EAF1-55E3-3BA1-0B03-CE081DABC512}"/>
                </a:ext>
              </a:extLst>
            </p:cNvPr>
            <p:cNvSpPr/>
            <p:nvPr/>
          </p:nvSpPr>
          <p:spPr>
            <a:xfrm>
              <a:off x="5181623" y="1571803"/>
              <a:ext cx="497420" cy="522947"/>
            </a:xfrm>
            <a:custGeom>
              <a:avLst/>
              <a:gdLst/>
              <a:ahLst/>
              <a:cxnLst/>
              <a:rect l="l" t="t" r="r" b="b"/>
              <a:pathLst>
                <a:path w="23636" h="24849" extrusionOk="0">
                  <a:moveTo>
                    <a:pt x="12006" y="0"/>
                  </a:moveTo>
                  <a:cubicBezTo>
                    <a:pt x="11790" y="0"/>
                    <a:pt x="11668" y="7"/>
                    <a:pt x="11668" y="7"/>
                  </a:cubicBezTo>
                  <a:cubicBezTo>
                    <a:pt x="11573" y="3"/>
                    <a:pt x="11480" y="1"/>
                    <a:pt x="11387" y="1"/>
                  </a:cubicBezTo>
                  <a:cubicBezTo>
                    <a:pt x="5212" y="1"/>
                    <a:pt x="3879" y="8895"/>
                    <a:pt x="3879" y="8897"/>
                  </a:cubicBezTo>
                  <a:cubicBezTo>
                    <a:pt x="3285" y="8437"/>
                    <a:pt x="2764" y="8241"/>
                    <a:pt x="2317" y="8241"/>
                  </a:cubicBezTo>
                  <a:cubicBezTo>
                    <a:pt x="628" y="8241"/>
                    <a:pt x="0" y="11040"/>
                    <a:pt x="488" y="12929"/>
                  </a:cubicBezTo>
                  <a:cubicBezTo>
                    <a:pt x="873" y="14422"/>
                    <a:pt x="1562" y="14776"/>
                    <a:pt x="2129" y="14776"/>
                  </a:cubicBezTo>
                  <a:cubicBezTo>
                    <a:pt x="2641" y="14776"/>
                    <a:pt x="3053" y="14487"/>
                    <a:pt x="3053" y="14487"/>
                  </a:cubicBezTo>
                  <a:cubicBezTo>
                    <a:pt x="3603" y="19069"/>
                    <a:pt x="6536" y="24575"/>
                    <a:pt x="12767" y="24842"/>
                  </a:cubicBezTo>
                  <a:cubicBezTo>
                    <a:pt x="12871" y="24847"/>
                    <a:pt x="12973" y="24849"/>
                    <a:pt x="13075" y="24849"/>
                  </a:cubicBezTo>
                  <a:cubicBezTo>
                    <a:pt x="21349" y="24849"/>
                    <a:pt x="23636" y="10288"/>
                    <a:pt x="20649" y="4314"/>
                  </a:cubicBezTo>
                  <a:cubicBezTo>
                    <a:pt x="18629" y="274"/>
                    <a:pt x="13388" y="0"/>
                    <a:pt x="120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632;p54">
              <a:extLst>
                <a:ext uri="{FF2B5EF4-FFF2-40B4-BE49-F238E27FC236}">
                  <a16:creationId xmlns:a16="http://schemas.microsoft.com/office/drawing/2014/main" id="{DCF1545C-942F-609D-C565-11F97A0EA891}"/>
                </a:ext>
              </a:extLst>
            </p:cNvPr>
            <p:cNvSpPr/>
            <p:nvPr/>
          </p:nvSpPr>
          <p:spPr>
            <a:xfrm>
              <a:off x="5377821" y="1425543"/>
              <a:ext cx="685246" cy="616156"/>
            </a:xfrm>
            <a:custGeom>
              <a:avLst/>
              <a:gdLst/>
              <a:ahLst/>
              <a:cxnLst/>
              <a:rect l="l" t="t" r="r" b="b"/>
              <a:pathLst>
                <a:path w="32561" h="29278" extrusionOk="0">
                  <a:moveTo>
                    <a:pt x="13190" y="0"/>
                  </a:moveTo>
                  <a:cubicBezTo>
                    <a:pt x="11271" y="0"/>
                    <a:pt x="9529" y="1114"/>
                    <a:pt x="8321" y="2794"/>
                  </a:cubicBezTo>
                  <a:cubicBezTo>
                    <a:pt x="7745" y="3595"/>
                    <a:pt x="7005" y="3780"/>
                    <a:pt x="6210" y="3780"/>
                  </a:cubicBezTo>
                  <a:cubicBezTo>
                    <a:pt x="5523" y="3780"/>
                    <a:pt x="4795" y="3641"/>
                    <a:pt x="4098" y="3641"/>
                  </a:cubicBezTo>
                  <a:cubicBezTo>
                    <a:pt x="2782" y="3641"/>
                    <a:pt x="1578" y="4137"/>
                    <a:pt x="964" y="6999"/>
                  </a:cubicBezTo>
                  <a:cubicBezTo>
                    <a:pt x="964" y="6999"/>
                    <a:pt x="1" y="10589"/>
                    <a:pt x="2979" y="10940"/>
                  </a:cubicBezTo>
                  <a:cubicBezTo>
                    <a:pt x="5957" y="11291"/>
                    <a:pt x="6776" y="11366"/>
                    <a:pt x="7477" y="15570"/>
                  </a:cubicBezTo>
                  <a:cubicBezTo>
                    <a:pt x="8179" y="19776"/>
                    <a:pt x="12505" y="16849"/>
                    <a:pt x="12427" y="20887"/>
                  </a:cubicBezTo>
                  <a:cubicBezTo>
                    <a:pt x="12336" y="25460"/>
                    <a:pt x="12336" y="28203"/>
                    <a:pt x="15994" y="29118"/>
                  </a:cubicBezTo>
                  <a:cubicBezTo>
                    <a:pt x="16437" y="29229"/>
                    <a:pt x="16837" y="29278"/>
                    <a:pt x="17200" y="29278"/>
                  </a:cubicBezTo>
                  <a:cubicBezTo>
                    <a:pt x="20025" y="29278"/>
                    <a:pt x="20693" y="26313"/>
                    <a:pt x="23100" y="26313"/>
                  </a:cubicBezTo>
                  <a:cubicBezTo>
                    <a:pt x="23438" y="26313"/>
                    <a:pt x="23810" y="26371"/>
                    <a:pt x="24227" y="26504"/>
                  </a:cubicBezTo>
                  <a:cubicBezTo>
                    <a:pt x="25043" y="26765"/>
                    <a:pt x="25792" y="26883"/>
                    <a:pt x="26475" y="26883"/>
                  </a:cubicBezTo>
                  <a:cubicBezTo>
                    <a:pt x="30932" y="26883"/>
                    <a:pt x="32560" y="21869"/>
                    <a:pt x="31412" y="18795"/>
                  </a:cubicBezTo>
                  <a:cubicBezTo>
                    <a:pt x="30246" y="15678"/>
                    <a:pt x="26188" y="14969"/>
                    <a:pt x="26801" y="12254"/>
                  </a:cubicBezTo>
                  <a:cubicBezTo>
                    <a:pt x="27356" y="9799"/>
                    <a:pt x="27123" y="5624"/>
                    <a:pt x="23575" y="5624"/>
                  </a:cubicBezTo>
                  <a:cubicBezTo>
                    <a:pt x="23200" y="5624"/>
                    <a:pt x="22787" y="5671"/>
                    <a:pt x="22334" y="5772"/>
                  </a:cubicBezTo>
                  <a:cubicBezTo>
                    <a:pt x="21532" y="5950"/>
                    <a:pt x="20949" y="6032"/>
                    <a:pt x="20518" y="6032"/>
                  </a:cubicBezTo>
                  <a:cubicBezTo>
                    <a:pt x="18407" y="6032"/>
                    <a:pt x="19931" y="4055"/>
                    <a:pt x="17167" y="1655"/>
                  </a:cubicBezTo>
                  <a:cubicBezTo>
                    <a:pt x="15834" y="498"/>
                    <a:pt x="14473" y="0"/>
                    <a:pt x="13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633;p54">
              <a:extLst>
                <a:ext uri="{FF2B5EF4-FFF2-40B4-BE49-F238E27FC236}">
                  <a16:creationId xmlns:a16="http://schemas.microsoft.com/office/drawing/2014/main" id="{1919CBF3-2660-3DCC-AC4F-8F32EF63A36C}"/>
                </a:ext>
              </a:extLst>
            </p:cNvPr>
            <p:cNvSpPr/>
            <p:nvPr/>
          </p:nvSpPr>
          <p:spPr>
            <a:xfrm>
              <a:off x="5189935" y="1519192"/>
              <a:ext cx="222930" cy="326618"/>
            </a:xfrm>
            <a:custGeom>
              <a:avLst/>
              <a:gdLst/>
              <a:ahLst/>
              <a:cxnLst/>
              <a:rect l="l" t="t" r="r" b="b"/>
              <a:pathLst>
                <a:path w="10593" h="15520" extrusionOk="0">
                  <a:moveTo>
                    <a:pt x="6409" y="1"/>
                  </a:moveTo>
                  <a:cubicBezTo>
                    <a:pt x="5627" y="1"/>
                    <a:pt x="4761" y="85"/>
                    <a:pt x="3849" y="215"/>
                  </a:cubicBezTo>
                  <a:cubicBezTo>
                    <a:pt x="1" y="765"/>
                    <a:pt x="734" y="10481"/>
                    <a:pt x="2383" y="10847"/>
                  </a:cubicBezTo>
                  <a:cubicBezTo>
                    <a:pt x="4034" y="11211"/>
                    <a:pt x="2841" y="15519"/>
                    <a:pt x="3942" y="15519"/>
                  </a:cubicBezTo>
                  <a:cubicBezTo>
                    <a:pt x="5042" y="15519"/>
                    <a:pt x="4400" y="12221"/>
                    <a:pt x="4400" y="12221"/>
                  </a:cubicBezTo>
                  <a:cubicBezTo>
                    <a:pt x="9074" y="11305"/>
                    <a:pt x="10173" y="3881"/>
                    <a:pt x="10173" y="3881"/>
                  </a:cubicBezTo>
                  <a:cubicBezTo>
                    <a:pt x="10593" y="873"/>
                    <a:pt x="8931" y="1"/>
                    <a:pt x="64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634;p54">
              <a:extLst>
                <a:ext uri="{FF2B5EF4-FFF2-40B4-BE49-F238E27FC236}">
                  <a16:creationId xmlns:a16="http://schemas.microsoft.com/office/drawing/2014/main" id="{EDD014D9-42B9-F714-525C-941C475468A2}"/>
                </a:ext>
              </a:extLst>
            </p:cNvPr>
            <p:cNvSpPr/>
            <p:nvPr/>
          </p:nvSpPr>
          <p:spPr>
            <a:xfrm>
              <a:off x="5646897" y="3699250"/>
              <a:ext cx="627625" cy="1024660"/>
            </a:xfrm>
            <a:custGeom>
              <a:avLst/>
              <a:gdLst/>
              <a:ahLst/>
              <a:cxnLst/>
              <a:rect l="l" t="t" r="r" b="b"/>
              <a:pathLst>
                <a:path w="29823" h="48689" extrusionOk="0">
                  <a:moveTo>
                    <a:pt x="7133" y="0"/>
                  </a:moveTo>
                  <a:cubicBezTo>
                    <a:pt x="3630" y="0"/>
                    <a:pt x="0" y="3639"/>
                    <a:pt x="0" y="3639"/>
                  </a:cubicBezTo>
                  <a:cubicBezTo>
                    <a:pt x="0" y="3639"/>
                    <a:pt x="4601" y="27318"/>
                    <a:pt x="17515" y="48688"/>
                  </a:cubicBezTo>
                  <a:cubicBezTo>
                    <a:pt x="17515" y="48688"/>
                    <a:pt x="29823" y="45715"/>
                    <a:pt x="24549" y="45715"/>
                  </a:cubicBezTo>
                  <a:cubicBezTo>
                    <a:pt x="23812" y="45715"/>
                    <a:pt x="22732" y="45773"/>
                    <a:pt x="21228" y="45905"/>
                  </a:cubicBezTo>
                  <a:cubicBezTo>
                    <a:pt x="21228" y="45905"/>
                    <a:pt x="15515" y="12246"/>
                    <a:pt x="11893" y="3798"/>
                  </a:cubicBezTo>
                  <a:cubicBezTo>
                    <a:pt x="10670" y="945"/>
                    <a:pt x="8918" y="0"/>
                    <a:pt x="7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635;p54">
              <a:extLst>
                <a:ext uri="{FF2B5EF4-FFF2-40B4-BE49-F238E27FC236}">
                  <a16:creationId xmlns:a16="http://schemas.microsoft.com/office/drawing/2014/main" id="{D780D27C-9966-D967-4D4F-78FC6C8FFF59}"/>
                </a:ext>
              </a:extLst>
            </p:cNvPr>
            <p:cNvSpPr/>
            <p:nvPr/>
          </p:nvSpPr>
          <p:spPr>
            <a:xfrm>
              <a:off x="6011915" y="4655392"/>
              <a:ext cx="203842" cy="78750"/>
            </a:xfrm>
            <a:custGeom>
              <a:avLst/>
              <a:gdLst/>
              <a:ahLst/>
              <a:cxnLst/>
              <a:rect l="l" t="t" r="r" b="b"/>
              <a:pathLst>
                <a:path w="9686" h="3742" extrusionOk="0">
                  <a:moveTo>
                    <a:pt x="8423" y="0"/>
                  </a:moveTo>
                  <a:cubicBezTo>
                    <a:pt x="6790" y="0"/>
                    <a:pt x="3883" y="471"/>
                    <a:pt x="3883" y="471"/>
                  </a:cubicBezTo>
                  <a:cubicBezTo>
                    <a:pt x="8945" y="494"/>
                    <a:pt x="1" y="2940"/>
                    <a:pt x="1" y="2940"/>
                  </a:cubicBezTo>
                  <a:lnTo>
                    <a:pt x="344" y="3741"/>
                  </a:lnTo>
                  <a:cubicBezTo>
                    <a:pt x="344" y="3741"/>
                    <a:pt x="8681" y="1389"/>
                    <a:pt x="9441" y="418"/>
                  </a:cubicBezTo>
                  <a:cubicBezTo>
                    <a:pt x="9686" y="106"/>
                    <a:pt x="9198" y="0"/>
                    <a:pt x="842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636;p54">
              <a:extLst>
                <a:ext uri="{FF2B5EF4-FFF2-40B4-BE49-F238E27FC236}">
                  <a16:creationId xmlns:a16="http://schemas.microsoft.com/office/drawing/2014/main" id="{135B0FBB-6A78-2A1E-5F91-F6E4D3FEB650}"/>
                </a:ext>
              </a:extLst>
            </p:cNvPr>
            <p:cNvSpPr/>
            <p:nvPr/>
          </p:nvSpPr>
          <p:spPr>
            <a:xfrm>
              <a:off x="5104494" y="3673554"/>
              <a:ext cx="412608" cy="1129296"/>
            </a:xfrm>
            <a:custGeom>
              <a:avLst/>
              <a:gdLst/>
              <a:ahLst/>
              <a:cxnLst/>
              <a:rect l="l" t="t" r="r" b="b"/>
              <a:pathLst>
                <a:path w="19606" h="53661" extrusionOk="0">
                  <a:moveTo>
                    <a:pt x="3453" y="1"/>
                  </a:moveTo>
                  <a:cubicBezTo>
                    <a:pt x="1458" y="1"/>
                    <a:pt x="1" y="1014"/>
                    <a:pt x="80" y="4029"/>
                  </a:cubicBezTo>
                  <a:cubicBezTo>
                    <a:pt x="324" y="13218"/>
                    <a:pt x="12277" y="51522"/>
                    <a:pt x="12277" y="51522"/>
                  </a:cubicBezTo>
                  <a:cubicBezTo>
                    <a:pt x="7691" y="53164"/>
                    <a:pt x="7439" y="53661"/>
                    <a:pt x="8812" y="53661"/>
                  </a:cubicBezTo>
                  <a:cubicBezTo>
                    <a:pt x="10912" y="53661"/>
                    <a:pt x="16813" y="52499"/>
                    <a:pt x="16813" y="52499"/>
                  </a:cubicBezTo>
                  <a:cubicBezTo>
                    <a:pt x="19605" y="27686"/>
                    <a:pt x="13882" y="4252"/>
                    <a:pt x="13882" y="4252"/>
                  </a:cubicBezTo>
                  <a:cubicBezTo>
                    <a:pt x="13882" y="4252"/>
                    <a:pt x="7540" y="1"/>
                    <a:pt x="34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637;p54">
              <a:extLst>
                <a:ext uri="{FF2B5EF4-FFF2-40B4-BE49-F238E27FC236}">
                  <a16:creationId xmlns:a16="http://schemas.microsoft.com/office/drawing/2014/main" id="{8659F27A-8F82-7A00-2E68-EA1C1D601EB5}"/>
                </a:ext>
              </a:extLst>
            </p:cNvPr>
            <p:cNvSpPr/>
            <p:nvPr/>
          </p:nvSpPr>
          <p:spPr>
            <a:xfrm>
              <a:off x="5233014" y="4757817"/>
              <a:ext cx="226276" cy="50845"/>
            </a:xfrm>
            <a:custGeom>
              <a:avLst/>
              <a:gdLst/>
              <a:ahLst/>
              <a:cxnLst/>
              <a:rect l="l" t="t" r="r" b="b"/>
              <a:pathLst>
                <a:path w="10752" h="2416" extrusionOk="0">
                  <a:moveTo>
                    <a:pt x="6170" y="0"/>
                  </a:moveTo>
                  <a:cubicBezTo>
                    <a:pt x="6169" y="0"/>
                    <a:pt x="1" y="1713"/>
                    <a:pt x="1098" y="2278"/>
                  </a:cubicBezTo>
                  <a:cubicBezTo>
                    <a:pt x="1287" y="2376"/>
                    <a:pt x="1699" y="2416"/>
                    <a:pt x="2251" y="2416"/>
                  </a:cubicBezTo>
                  <a:cubicBezTo>
                    <a:pt x="4894" y="2416"/>
                    <a:pt x="10752" y="1491"/>
                    <a:pt x="10752" y="1491"/>
                  </a:cubicBezTo>
                  <a:lnTo>
                    <a:pt x="10729" y="620"/>
                  </a:lnTo>
                  <a:cubicBezTo>
                    <a:pt x="10729" y="620"/>
                    <a:pt x="7578" y="1143"/>
                    <a:pt x="5902" y="1143"/>
                  </a:cubicBezTo>
                  <a:cubicBezTo>
                    <a:pt x="4722" y="1143"/>
                    <a:pt x="4274" y="884"/>
                    <a:pt x="61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638;p54">
              <a:extLst>
                <a:ext uri="{FF2B5EF4-FFF2-40B4-BE49-F238E27FC236}">
                  <a16:creationId xmlns:a16="http://schemas.microsoft.com/office/drawing/2014/main" id="{D56AD38F-FEA6-EBB1-BF26-DE587DCD3800}"/>
                </a:ext>
              </a:extLst>
            </p:cNvPr>
            <p:cNvSpPr/>
            <p:nvPr/>
          </p:nvSpPr>
          <p:spPr>
            <a:xfrm>
              <a:off x="4920607" y="2655203"/>
              <a:ext cx="1185865" cy="1657167"/>
            </a:xfrm>
            <a:custGeom>
              <a:avLst/>
              <a:gdLst/>
              <a:ahLst/>
              <a:cxnLst/>
              <a:rect l="l" t="t" r="r" b="b"/>
              <a:pathLst>
                <a:path w="56349" h="78744" extrusionOk="0">
                  <a:moveTo>
                    <a:pt x="24966" y="1"/>
                  </a:moveTo>
                  <a:cubicBezTo>
                    <a:pt x="15598" y="1"/>
                    <a:pt x="5175" y="3758"/>
                    <a:pt x="5175" y="3758"/>
                  </a:cubicBezTo>
                  <a:cubicBezTo>
                    <a:pt x="5175" y="3758"/>
                    <a:pt x="1" y="11495"/>
                    <a:pt x="25" y="23413"/>
                  </a:cubicBezTo>
                  <a:cubicBezTo>
                    <a:pt x="45" y="33299"/>
                    <a:pt x="7677" y="76076"/>
                    <a:pt x="7677" y="76076"/>
                  </a:cubicBezTo>
                  <a:cubicBezTo>
                    <a:pt x="7677" y="76076"/>
                    <a:pt x="12902" y="78743"/>
                    <a:pt x="19480" y="78743"/>
                  </a:cubicBezTo>
                  <a:cubicBezTo>
                    <a:pt x="22298" y="78743"/>
                    <a:pt x="25365" y="78254"/>
                    <a:pt x="28375" y="76855"/>
                  </a:cubicBezTo>
                  <a:lnTo>
                    <a:pt x="24067" y="29057"/>
                  </a:lnTo>
                  <a:lnTo>
                    <a:pt x="24067" y="29057"/>
                  </a:lnTo>
                  <a:lnTo>
                    <a:pt x="36996" y="76737"/>
                  </a:lnTo>
                  <a:cubicBezTo>
                    <a:pt x="36996" y="76737"/>
                    <a:pt x="38428" y="76889"/>
                    <a:pt x="40610" y="76889"/>
                  </a:cubicBezTo>
                  <a:cubicBezTo>
                    <a:pt x="44714" y="76889"/>
                    <a:pt x="51471" y="76352"/>
                    <a:pt x="56349" y="73260"/>
                  </a:cubicBezTo>
                  <a:cubicBezTo>
                    <a:pt x="56349" y="73260"/>
                    <a:pt x="44603" y="16943"/>
                    <a:pt x="38147" y="5572"/>
                  </a:cubicBezTo>
                  <a:cubicBezTo>
                    <a:pt x="35738" y="1330"/>
                    <a:pt x="30539" y="1"/>
                    <a:pt x="2496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639;p54">
              <a:extLst>
                <a:ext uri="{FF2B5EF4-FFF2-40B4-BE49-F238E27FC236}">
                  <a16:creationId xmlns:a16="http://schemas.microsoft.com/office/drawing/2014/main" id="{BFAE2CBF-110A-86B4-B6AC-8E58A604DEA2}"/>
                </a:ext>
              </a:extLst>
            </p:cNvPr>
            <p:cNvSpPr/>
            <p:nvPr/>
          </p:nvSpPr>
          <p:spPr>
            <a:xfrm>
              <a:off x="5427613" y="3104254"/>
              <a:ext cx="678849" cy="1169071"/>
            </a:xfrm>
            <a:custGeom>
              <a:avLst/>
              <a:gdLst/>
              <a:ahLst/>
              <a:cxnLst/>
              <a:rect l="l" t="t" r="r" b="b"/>
              <a:pathLst>
                <a:path w="32257" h="55551" extrusionOk="0">
                  <a:moveTo>
                    <a:pt x="19737" y="1"/>
                  </a:moveTo>
                  <a:cubicBezTo>
                    <a:pt x="17568" y="1025"/>
                    <a:pt x="4617" y="7255"/>
                    <a:pt x="0" y="8235"/>
                  </a:cubicBezTo>
                  <a:lnTo>
                    <a:pt x="12904" y="55399"/>
                  </a:lnTo>
                  <a:cubicBezTo>
                    <a:pt x="12904" y="55399"/>
                    <a:pt x="14336" y="55551"/>
                    <a:pt x="16518" y="55551"/>
                  </a:cubicBezTo>
                  <a:cubicBezTo>
                    <a:pt x="20622" y="55551"/>
                    <a:pt x="27379" y="55014"/>
                    <a:pt x="32257" y="51922"/>
                  </a:cubicBezTo>
                  <a:cubicBezTo>
                    <a:pt x="32257" y="51922"/>
                    <a:pt x="25734" y="20642"/>
                    <a:pt x="197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640;p54">
              <a:extLst>
                <a:ext uri="{FF2B5EF4-FFF2-40B4-BE49-F238E27FC236}">
                  <a16:creationId xmlns:a16="http://schemas.microsoft.com/office/drawing/2014/main" id="{DAA4EFDC-AE71-5516-2C0C-DF9B76428D9B}"/>
                </a:ext>
              </a:extLst>
            </p:cNvPr>
            <p:cNvSpPr/>
            <p:nvPr/>
          </p:nvSpPr>
          <p:spPr>
            <a:xfrm>
              <a:off x="5065688" y="4206699"/>
              <a:ext cx="467283" cy="130353"/>
            </a:xfrm>
            <a:custGeom>
              <a:avLst/>
              <a:gdLst/>
              <a:ahLst/>
              <a:cxnLst/>
              <a:rect l="l" t="t" r="r" b="b"/>
              <a:pathLst>
                <a:path w="22204" h="6194" extrusionOk="0">
                  <a:moveTo>
                    <a:pt x="21948" y="0"/>
                  </a:moveTo>
                  <a:cubicBezTo>
                    <a:pt x="17744" y="1565"/>
                    <a:pt x="13558" y="2049"/>
                    <a:pt x="9986" y="2049"/>
                  </a:cubicBezTo>
                  <a:cubicBezTo>
                    <a:pt x="4182" y="2049"/>
                    <a:pt x="0" y="770"/>
                    <a:pt x="0" y="770"/>
                  </a:cubicBezTo>
                  <a:lnTo>
                    <a:pt x="0" y="770"/>
                  </a:lnTo>
                  <a:lnTo>
                    <a:pt x="770" y="4236"/>
                  </a:lnTo>
                  <a:cubicBezTo>
                    <a:pt x="3607" y="5695"/>
                    <a:pt x="6789" y="6194"/>
                    <a:pt x="9816" y="6194"/>
                  </a:cubicBezTo>
                  <a:cubicBezTo>
                    <a:pt x="16375" y="6194"/>
                    <a:pt x="22204" y="3850"/>
                    <a:pt x="22204" y="3850"/>
                  </a:cubicBezTo>
                  <a:lnTo>
                    <a:pt x="2194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641;p54">
              <a:extLst>
                <a:ext uri="{FF2B5EF4-FFF2-40B4-BE49-F238E27FC236}">
                  <a16:creationId xmlns:a16="http://schemas.microsoft.com/office/drawing/2014/main" id="{D21F8F78-3458-44AE-4202-87057DCA1256}"/>
                </a:ext>
              </a:extLst>
            </p:cNvPr>
            <p:cNvSpPr/>
            <p:nvPr/>
          </p:nvSpPr>
          <p:spPr>
            <a:xfrm>
              <a:off x="5669478" y="4136452"/>
              <a:ext cx="433422" cy="173579"/>
            </a:xfrm>
            <a:custGeom>
              <a:avLst/>
              <a:gdLst/>
              <a:ahLst/>
              <a:cxnLst/>
              <a:rect l="l" t="t" r="r" b="b"/>
              <a:pathLst>
                <a:path w="20595" h="8248" extrusionOk="0">
                  <a:moveTo>
                    <a:pt x="20467" y="0"/>
                  </a:moveTo>
                  <a:cubicBezTo>
                    <a:pt x="20467" y="0"/>
                    <a:pt x="14143" y="3686"/>
                    <a:pt x="5473" y="3686"/>
                  </a:cubicBezTo>
                  <a:cubicBezTo>
                    <a:pt x="3732" y="3686"/>
                    <a:pt x="1898" y="3537"/>
                    <a:pt x="1" y="3181"/>
                  </a:cubicBezTo>
                  <a:lnTo>
                    <a:pt x="1" y="3181"/>
                  </a:lnTo>
                  <a:lnTo>
                    <a:pt x="1085" y="7701"/>
                  </a:lnTo>
                  <a:cubicBezTo>
                    <a:pt x="1085" y="7701"/>
                    <a:pt x="3272" y="8248"/>
                    <a:pt x="6421" y="8248"/>
                  </a:cubicBezTo>
                  <a:cubicBezTo>
                    <a:pt x="10429" y="8248"/>
                    <a:pt x="15995" y="7362"/>
                    <a:pt x="20594" y="3338"/>
                  </a:cubicBezTo>
                  <a:lnTo>
                    <a:pt x="2046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642;p54">
              <a:extLst>
                <a:ext uri="{FF2B5EF4-FFF2-40B4-BE49-F238E27FC236}">
                  <a16:creationId xmlns:a16="http://schemas.microsoft.com/office/drawing/2014/main" id="{C77DC0CE-B66C-EAFD-E989-6F5BDBFB0149}"/>
                </a:ext>
              </a:extLst>
            </p:cNvPr>
            <p:cNvSpPr/>
            <p:nvPr/>
          </p:nvSpPr>
          <p:spPr>
            <a:xfrm>
              <a:off x="4975870" y="2144723"/>
              <a:ext cx="824522" cy="783379"/>
            </a:xfrm>
            <a:custGeom>
              <a:avLst/>
              <a:gdLst/>
              <a:ahLst/>
              <a:cxnLst/>
              <a:rect l="l" t="t" r="r" b="b"/>
              <a:pathLst>
                <a:path w="39179" h="37224" extrusionOk="0">
                  <a:moveTo>
                    <a:pt x="6965" y="0"/>
                  </a:moveTo>
                  <a:cubicBezTo>
                    <a:pt x="6965" y="0"/>
                    <a:pt x="1338" y="767"/>
                    <a:pt x="2017" y="7699"/>
                  </a:cubicBezTo>
                  <a:cubicBezTo>
                    <a:pt x="2599" y="13657"/>
                    <a:pt x="7515" y="22178"/>
                    <a:pt x="7515" y="22178"/>
                  </a:cubicBezTo>
                  <a:cubicBezTo>
                    <a:pt x="7515" y="22178"/>
                    <a:pt x="1284" y="28594"/>
                    <a:pt x="1" y="32077"/>
                  </a:cubicBezTo>
                  <a:cubicBezTo>
                    <a:pt x="1" y="32077"/>
                    <a:pt x="12469" y="37224"/>
                    <a:pt x="24614" y="37224"/>
                  </a:cubicBezTo>
                  <a:cubicBezTo>
                    <a:pt x="29876" y="37224"/>
                    <a:pt x="35078" y="36257"/>
                    <a:pt x="39179" y="33487"/>
                  </a:cubicBezTo>
                  <a:cubicBezTo>
                    <a:pt x="39179" y="33487"/>
                    <a:pt x="34379" y="22032"/>
                    <a:pt x="32884" y="12015"/>
                  </a:cubicBezTo>
                  <a:cubicBezTo>
                    <a:pt x="32648" y="10434"/>
                    <a:pt x="36659" y="9104"/>
                    <a:pt x="36659" y="9104"/>
                  </a:cubicBezTo>
                  <a:cubicBezTo>
                    <a:pt x="36659" y="9104"/>
                    <a:pt x="34214" y="1650"/>
                    <a:pt x="29693" y="183"/>
                  </a:cubicBezTo>
                  <a:cubicBezTo>
                    <a:pt x="29693" y="183"/>
                    <a:pt x="26105" y="4968"/>
                    <a:pt x="18928" y="4968"/>
                  </a:cubicBezTo>
                  <a:cubicBezTo>
                    <a:pt x="18672" y="4968"/>
                    <a:pt x="18412" y="4962"/>
                    <a:pt x="18147" y="4950"/>
                  </a:cubicBezTo>
                  <a:cubicBezTo>
                    <a:pt x="10448" y="4582"/>
                    <a:pt x="6965" y="0"/>
                    <a:pt x="69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643;p54">
              <a:extLst>
                <a:ext uri="{FF2B5EF4-FFF2-40B4-BE49-F238E27FC236}">
                  <a16:creationId xmlns:a16="http://schemas.microsoft.com/office/drawing/2014/main" id="{DA70E7D7-E50B-DB58-4C6A-3AEF5FDF7FAD}"/>
                </a:ext>
              </a:extLst>
            </p:cNvPr>
            <p:cNvSpPr/>
            <p:nvPr/>
          </p:nvSpPr>
          <p:spPr>
            <a:xfrm>
              <a:off x="5352273" y="2169577"/>
              <a:ext cx="1313061" cy="1076788"/>
            </a:xfrm>
            <a:custGeom>
              <a:avLst/>
              <a:gdLst/>
              <a:ahLst/>
              <a:cxnLst/>
              <a:rect l="l" t="t" r="r" b="b"/>
              <a:pathLst>
                <a:path w="62393" h="51166" extrusionOk="0">
                  <a:moveTo>
                    <a:pt x="54796" y="0"/>
                  </a:moveTo>
                  <a:lnTo>
                    <a:pt x="1" y="10674"/>
                  </a:lnTo>
                  <a:lnTo>
                    <a:pt x="8613" y="51166"/>
                  </a:lnTo>
                  <a:lnTo>
                    <a:pt x="62392" y="40111"/>
                  </a:lnTo>
                  <a:lnTo>
                    <a:pt x="5479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644;p54">
              <a:extLst>
                <a:ext uri="{FF2B5EF4-FFF2-40B4-BE49-F238E27FC236}">
                  <a16:creationId xmlns:a16="http://schemas.microsoft.com/office/drawing/2014/main" id="{3859CB73-11E7-B713-E4E8-C41AD22C51CE}"/>
                </a:ext>
              </a:extLst>
            </p:cNvPr>
            <p:cNvSpPr/>
            <p:nvPr/>
          </p:nvSpPr>
          <p:spPr>
            <a:xfrm>
              <a:off x="5352273" y="2169577"/>
              <a:ext cx="1313061" cy="1076788"/>
            </a:xfrm>
            <a:custGeom>
              <a:avLst/>
              <a:gdLst/>
              <a:ahLst/>
              <a:cxnLst/>
              <a:rect l="l" t="t" r="r" b="b"/>
              <a:pathLst>
                <a:path w="62393" h="51166" extrusionOk="0">
                  <a:moveTo>
                    <a:pt x="54796" y="0"/>
                  </a:moveTo>
                  <a:lnTo>
                    <a:pt x="32059" y="26618"/>
                  </a:lnTo>
                  <a:lnTo>
                    <a:pt x="1" y="10674"/>
                  </a:lnTo>
                  <a:lnTo>
                    <a:pt x="8613" y="51166"/>
                  </a:lnTo>
                  <a:lnTo>
                    <a:pt x="62392" y="40111"/>
                  </a:lnTo>
                  <a:lnTo>
                    <a:pt x="54796" y="0"/>
                  </a:lnTo>
                  <a:close/>
                </a:path>
              </a:pathLst>
            </a:custGeom>
            <a:solidFill>
              <a:srgbClr val="FFF8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645;p54">
              <a:extLst>
                <a:ext uri="{FF2B5EF4-FFF2-40B4-BE49-F238E27FC236}">
                  <a16:creationId xmlns:a16="http://schemas.microsoft.com/office/drawing/2014/main" id="{6F68FDAE-21AB-C97C-3A57-DF56FFA87B40}"/>
                </a:ext>
              </a:extLst>
            </p:cNvPr>
            <p:cNvSpPr/>
            <p:nvPr/>
          </p:nvSpPr>
          <p:spPr>
            <a:xfrm>
              <a:off x="5352273" y="2169577"/>
              <a:ext cx="1158127" cy="617797"/>
            </a:xfrm>
            <a:custGeom>
              <a:avLst/>
              <a:gdLst/>
              <a:ahLst/>
              <a:cxnLst/>
              <a:rect l="l" t="t" r="r" b="b"/>
              <a:pathLst>
                <a:path w="55031" h="29356" extrusionOk="0">
                  <a:moveTo>
                    <a:pt x="54796" y="0"/>
                  </a:moveTo>
                  <a:lnTo>
                    <a:pt x="32059" y="26618"/>
                  </a:lnTo>
                  <a:lnTo>
                    <a:pt x="1" y="10674"/>
                  </a:lnTo>
                  <a:lnTo>
                    <a:pt x="1" y="10674"/>
                  </a:lnTo>
                  <a:lnTo>
                    <a:pt x="33599" y="29355"/>
                  </a:lnTo>
                  <a:lnTo>
                    <a:pt x="55031" y="738"/>
                  </a:lnTo>
                  <a:lnTo>
                    <a:pt x="54796" y="0"/>
                  </a:lnTo>
                  <a:close/>
                </a:path>
              </a:pathLst>
            </a:custGeom>
            <a:solidFill>
              <a:srgbClr val="F4E9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646;p54">
              <a:extLst>
                <a:ext uri="{FF2B5EF4-FFF2-40B4-BE49-F238E27FC236}">
                  <a16:creationId xmlns:a16="http://schemas.microsoft.com/office/drawing/2014/main" id="{14D90D53-5E77-F456-87FE-AA7ACF6CB951}"/>
                </a:ext>
              </a:extLst>
            </p:cNvPr>
            <p:cNvSpPr/>
            <p:nvPr/>
          </p:nvSpPr>
          <p:spPr>
            <a:xfrm>
              <a:off x="5352273" y="2169577"/>
              <a:ext cx="1313061" cy="1076788"/>
            </a:xfrm>
            <a:custGeom>
              <a:avLst/>
              <a:gdLst/>
              <a:ahLst/>
              <a:cxnLst/>
              <a:rect l="l" t="t" r="r" b="b"/>
              <a:pathLst>
                <a:path w="62393" h="51166" extrusionOk="0">
                  <a:moveTo>
                    <a:pt x="54796" y="0"/>
                  </a:moveTo>
                  <a:lnTo>
                    <a:pt x="1" y="10674"/>
                  </a:lnTo>
                  <a:lnTo>
                    <a:pt x="8613" y="51166"/>
                  </a:lnTo>
                  <a:lnTo>
                    <a:pt x="62392" y="40111"/>
                  </a:lnTo>
                  <a:lnTo>
                    <a:pt x="547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647;p54">
              <a:extLst>
                <a:ext uri="{FF2B5EF4-FFF2-40B4-BE49-F238E27FC236}">
                  <a16:creationId xmlns:a16="http://schemas.microsoft.com/office/drawing/2014/main" id="{3ACA2560-4CD9-C0D5-0E9F-A537572726C5}"/>
                </a:ext>
              </a:extLst>
            </p:cNvPr>
            <p:cNvSpPr/>
            <p:nvPr/>
          </p:nvSpPr>
          <p:spPr>
            <a:xfrm>
              <a:off x="5352273" y="2169577"/>
              <a:ext cx="1313061" cy="1076788"/>
            </a:xfrm>
            <a:custGeom>
              <a:avLst/>
              <a:gdLst/>
              <a:ahLst/>
              <a:cxnLst/>
              <a:rect l="l" t="t" r="r" b="b"/>
              <a:pathLst>
                <a:path w="62393" h="51166" extrusionOk="0">
                  <a:moveTo>
                    <a:pt x="54796" y="0"/>
                  </a:moveTo>
                  <a:lnTo>
                    <a:pt x="32059" y="26618"/>
                  </a:lnTo>
                  <a:lnTo>
                    <a:pt x="1" y="10674"/>
                  </a:lnTo>
                  <a:lnTo>
                    <a:pt x="8613" y="51166"/>
                  </a:lnTo>
                  <a:lnTo>
                    <a:pt x="62392" y="40111"/>
                  </a:lnTo>
                  <a:lnTo>
                    <a:pt x="547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648;p54">
              <a:extLst>
                <a:ext uri="{FF2B5EF4-FFF2-40B4-BE49-F238E27FC236}">
                  <a16:creationId xmlns:a16="http://schemas.microsoft.com/office/drawing/2014/main" id="{1D00D6B4-D1F5-3DBF-9931-872518DC56E9}"/>
                </a:ext>
              </a:extLst>
            </p:cNvPr>
            <p:cNvSpPr/>
            <p:nvPr/>
          </p:nvSpPr>
          <p:spPr>
            <a:xfrm>
              <a:off x="5352273" y="2169577"/>
              <a:ext cx="1158127" cy="617797"/>
            </a:xfrm>
            <a:custGeom>
              <a:avLst/>
              <a:gdLst/>
              <a:ahLst/>
              <a:cxnLst/>
              <a:rect l="l" t="t" r="r" b="b"/>
              <a:pathLst>
                <a:path w="55031" h="29356" extrusionOk="0">
                  <a:moveTo>
                    <a:pt x="54796" y="0"/>
                  </a:moveTo>
                  <a:lnTo>
                    <a:pt x="32059" y="26618"/>
                  </a:lnTo>
                  <a:lnTo>
                    <a:pt x="1" y="10674"/>
                  </a:lnTo>
                  <a:lnTo>
                    <a:pt x="1" y="10674"/>
                  </a:lnTo>
                  <a:lnTo>
                    <a:pt x="33599" y="29355"/>
                  </a:lnTo>
                  <a:lnTo>
                    <a:pt x="55031" y="738"/>
                  </a:lnTo>
                  <a:lnTo>
                    <a:pt x="5479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649;p54">
              <a:extLst>
                <a:ext uri="{FF2B5EF4-FFF2-40B4-BE49-F238E27FC236}">
                  <a16:creationId xmlns:a16="http://schemas.microsoft.com/office/drawing/2014/main" id="{0BFE97B1-0C79-0CE0-AC0A-9B34DC30078C}"/>
                </a:ext>
              </a:extLst>
            </p:cNvPr>
            <p:cNvSpPr/>
            <p:nvPr/>
          </p:nvSpPr>
          <p:spPr>
            <a:xfrm>
              <a:off x="6024773" y="2208636"/>
              <a:ext cx="200685" cy="141927"/>
            </a:xfrm>
            <a:custGeom>
              <a:avLst/>
              <a:gdLst/>
              <a:ahLst/>
              <a:cxnLst/>
              <a:rect l="l" t="t" r="r" b="b"/>
              <a:pathLst>
                <a:path w="9536" h="6744" extrusionOk="0">
                  <a:moveTo>
                    <a:pt x="6524" y="1"/>
                  </a:moveTo>
                  <a:cubicBezTo>
                    <a:pt x="4425" y="1"/>
                    <a:pt x="0" y="2489"/>
                    <a:pt x="0" y="2489"/>
                  </a:cubicBezTo>
                  <a:lnTo>
                    <a:pt x="2918" y="2037"/>
                  </a:lnTo>
                  <a:cubicBezTo>
                    <a:pt x="3358" y="4608"/>
                    <a:pt x="3646" y="5473"/>
                    <a:pt x="3835" y="5473"/>
                  </a:cubicBezTo>
                  <a:cubicBezTo>
                    <a:pt x="4220" y="5473"/>
                    <a:pt x="4186" y="1841"/>
                    <a:pt x="4186" y="1840"/>
                  </a:cubicBezTo>
                  <a:lnTo>
                    <a:pt x="4186" y="1840"/>
                  </a:lnTo>
                  <a:cubicBezTo>
                    <a:pt x="4927" y="5515"/>
                    <a:pt x="5332" y="6743"/>
                    <a:pt x="5543" y="6743"/>
                  </a:cubicBezTo>
                  <a:cubicBezTo>
                    <a:pt x="5967" y="6743"/>
                    <a:pt x="5601" y="1751"/>
                    <a:pt x="5601" y="1751"/>
                  </a:cubicBezTo>
                  <a:lnTo>
                    <a:pt x="5601" y="1751"/>
                  </a:lnTo>
                  <a:cubicBezTo>
                    <a:pt x="6768" y="5157"/>
                    <a:pt x="7319" y="6300"/>
                    <a:pt x="7532" y="6300"/>
                  </a:cubicBezTo>
                  <a:cubicBezTo>
                    <a:pt x="7968" y="6300"/>
                    <a:pt x="6996" y="1535"/>
                    <a:pt x="6996" y="1535"/>
                  </a:cubicBezTo>
                  <a:lnTo>
                    <a:pt x="6996" y="1535"/>
                  </a:lnTo>
                  <a:cubicBezTo>
                    <a:pt x="8089" y="3632"/>
                    <a:pt x="8688" y="4374"/>
                    <a:pt x="8938" y="4374"/>
                  </a:cubicBezTo>
                  <a:cubicBezTo>
                    <a:pt x="9536" y="4374"/>
                    <a:pt x="8156" y="163"/>
                    <a:pt x="6760" y="13"/>
                  </a:cubicBezTo>
                  <a:cubicBezTo>
                    <a:pt x="6685" y="5"/>
                    <a:pt x="6606" y="1"/>
                    <a:pt x="65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650;p54">
              <a:extLst>
                <a:ext uri="{FF2B5EF4-FFF2-40B4-BE49-F238E27FC236}">
                  <a16:creationId xmlns:a16="http://schemas.microsoft.com/office/drawing/2014/main" id="{2F5429E1-DFD0-BC5A-94BB-7CE0DE1EA408}"/>
                </a:ext>
              </a:extLst>
            </p:cNvPr>
            <p:cNvSpPr/>
            <p:nvPr/>
          </p:nvSpPr>
          <p:spPr>
            <a:xfrm>
              <a:off x="5079178" y="2415883"/>
              <a:ext cx="458150" cy="703766"/>
            </a:xfrm>
            <a:custGeom>
              <a:avLst/>
              <a:gdLst/>
              <a:ahLst/>
              <a:cxnLst/>
              <a:rect l="l" t="t" r="r" b="b"/>
              <a:pathLst>
                <a:path w="21770" h="33441" extrusionOk="0">
                  <a:moveTo>
                    <a:pt x="10204" y="1"/>
                  </a:moveTo>
                  <a:lnTo>
                    <a:pt x="0" y="4045"/>
                  </a:lnTo>
                  <a:cubicBezTo>
                    <a:pt x="0" y="4045"/>
                    <a:pt x="15205" y="33441"/>
                    <a:pt x="17525" y="33441"/>
                  </a:cubicBezTo>
                  <a:cubicBezTo>
                    <a:pt x="19847" y="33441"/>
                    <a:pt x="21770" y="31733"/>
                    <a:pt x="21770" y="31733"/>
                  </a:cubicBezTo>
                  <a:lnTo>
                    <a:pt x="19253" y="28688"/>
                  </a:lnTo>
                  <a:lnTo>
                    <a:pt x="102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651;p54">
              <a:extLst>
                <a:ext uri="{FF2B5EF4-FFF2-40B4-BE49-F238E27FC236}">
                  <a16:creationId xmlns:a16="http://schemas.microsoft.com/office/drawing/2014/main" id="{71D700FF-9E5E-1741-7F89-0E5B5C18CD23}"/>
                </a:ext>
              </a:extLst>
            </p:cNvPr>
            <p:cNvSpPr/>
            <p:nvPr/>
          </p:nvSpPr>
          <p:spPr>
            <a:xfrm>
              <a:off x="5333186" y="2963739"/>
              <a:ext cx="304353" cy="233158"/>
            </a:xfrm>
            <a:custGeom>
              <a:avLst/>
              <a:gdLst/>
              <a:ahLst/>
              <a:cxnLst/>
              <a:rect l="l" t="t" r="r" b="b"/>
              <a:pathLst>
                <a:path w="14462" h="11079" extrusionOk="0">
                  <a:moveTo>
                    <a:pt x="1220" y="1"/>
                  </a:moveTo>
                  <a:cubicBezTo>
                    <a:pt x="981" y="1"/>
                    <a:pt x="0" y="355"/>
                    <a:pt x="4938" y="7613"/>
                  </a:cubicBezTo>
                  <a:cubicBezTo>
                    <a:pt x="6712" y="10221"/>
                    <a:pt x="7470" y="11078"/>
                    <a:pt x="7701" y="11078"/>
                  </a:cubicBezTo>
                  <a:cubicBezTo>
                    <a:pt x="8144" y="11078"/>
                    <a:pt x="6646" y="7925"/>
                    <a:pt x="6646" y="7925"/>
                  </a:cubicBezTo>
                  <a:lnTo>
                    <a:pt x="6646" y="7925"/>
                  </a:lnTo>
                  <a:cubicBezTo>
                    <a:pt x="8675" y="10116"/>
                    <a:pt x="9550" y="10866"/>
                    <a:pt x="9799" y="10866"/>
                  </a:cubicBezTo>
                  <a:cubicBezTo>
                    <a:pt x="10338" y="10866"/>
                    <a:pt x="7940" y="7355"/>
                    <a:pt x="7940" y="7355"/>
                  </a:cubicBezTo>
                  <a:lnTo>
                    <a:pt x="7940" y="7355"/>
                  </a:lnTo>
                  <a:cubicBezTo>
                    <a:pt x="10339" y="9514"/>
                    <a:pt x="11359" y="10260"/>
                    <a:pt x="11624" y="10260"/>
                  </a:cubicBezTo>
                  <a:cubicBezTo>
                    <a:pt x="12216" y="10260"/>
                    <a:pt x="9027" y="6527"/>
                    <a:pt x="9027" y="6526"/>
                  </a:cubicBezTo>
                  <a:lnTo>
                    <a:pt x="9027" y="6526"/>
                  </a:lnTo>
                  <a:cubicBezTo>
                    <a:pt x="10847" y="7753"/>
                    <a:pt x="11714" y="8213"/>
                    <a:pt x="11991" y="8213"/>
                  </a:cubicBezTo>
                  <a:cubicBezTo>
                    <a:pt x="12823" y="8213"/>
                    <a:pt x="8303" y="4043"/>
                    <a:pt x="8303" y="4043"/>
                  </a:cubicBezTo>
                  <a:cubicBezTo>
                    <a:pt x="14462" y="3473"/>
                    <a:pt x="7009" y="2593"/>
                    <a:pt x="7009" y="2593"/>
                  </a:cubicBezTo>
                  <a:lnTo>
                    <a:pt x="1263" y="5"/>
                  </a:lnTo>
                  <a:cubicBezTo>
                    <a:pt x="1263" y="5"/>
                    <a:pt x="1246" y="1"/>
                    <a:pt x="122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667;p55">
            <a:extLst>
              <a:ext uri="{FF2B5EF4-FFF2-40B4-BE49-F238E27FC236}">
                <a16:creationId xmlns:a16="http://schemas.microsoft.com/office/drawing/2014/main" id="{6B89BA3D-299C-52F0-BF40-6CB07960DFD4}"/>
              </a:ext>
            </a:extLst>
          </p:cNvPr>
          <p:cNvGrpSpPr/>
          <p:nvPr/>
        </p:nvGrpSpPr>
        <p:grpSpPr>
          <a:xfrm>
            <a:off x="7644023" y="94080"/>
            <a:ext cx="1429195" cy="1513135"/>
            <a:chOff x="6406600" y="2168673"/>
            <a:chExt cx="2329653" cy="2599711"/>
          </a:xfrm>
        </p:grpSpPr>
        <p:sp>
          <p:nvSpPr>
            <p:cNvPr id="36" name="Google Shape;668;p55">
              <a:extLst>
                <a:ext uri="{FF2B5EF4-FFF2-40B4-BE49-F238E27FC236}">
                  <a16:creationId xmlns:a16="http://schemas.microsoft.com/office/drawing/2014/main" id="{264B3EB2-1DFC-110B-CA0C-BA99E0FB94E1}"/>
                </a:ext>
              </a:extLst>
            </p:cNvPr>
            <p:cNvSpPr/>
            <p:nvPr/>
          </p:nvSpPr>
          <p:spPr>
            <a:xfrm>
              <a:off x="6406600" y="3597807"/>
              <a:ext cx="1170307" cy="1170577"/>
            </a:xfrm>
            <a:custGeom>
              <a:avLst/>
              <a:gdLst/>
              <a:ahLst/>
              <a:cxnLst/>
              <a:rect l="l" t="t" r="r" b="b"/>
              <a:pathLst>
                <a:path w="52031" h="52043" extrusionOk="0">
                  <a:moveTo>
                    <a:pt x="26022" y="13786"/>
                  </a:moveTo>
                  <a:cubicBezTo>
                    <a:pt x="26091" y="13786"/>
                    <a:pt x="26160" y="13787"/>
                    <a:pt x="26230" y="13788"/>
                  </a:cubicBezTo>
                  <a:cubicBezTo>
                    <a:pt x="31171" y="13883"/>
                    <a:pt x="35576" y="16931"/>
                    <a:pt x="37398" y="21539"/>
                  </a:cubicBezTo>
                  <a:cubicBezTo>
                    <a:pt x="39874" y="27826"/>
                    <a:pt x="36779" y="34934"/>
                    <a:pt x="30492" y="37410"/>
                  </a:cubicBezTo>
                  <a:cubicBezTo>
                    <a:pt x="29038" y="37981"/>
                    <a:pt x="27522" y="38258"/>
                    <a:pt x="26019" y="38258"/>
                  </a:cubicBezTo>
                  <a:cubicBezTo>
                    <a:pt x="22759" y="38258"/>
                    <a:pt x="19564" y="36954"/>
                    <a:pt x="17217" y="34517"/>
                  </a:cubicBezTo>
                  <a:cubicBezTo>
                    <a:pt x="13776" y="30957"/>
                    <a:pt x="12823" y="25683"/>
                    <a:pt x="14800" y="21146"/>
                  </a:cubicBezTo>
                  <a:cubicBezTo>
                    <a:pt x="16737" y="16673"/>
                    <a:pt x="21151" y="13786"/>
                    <a:pt x="26022" y="13786"/>
                  </a:cubicBezTo>
                  <a:close/>
                  <a:moveTo>
                    <a:pt x="20229" y="1"/>
                  </a:moveTo>
                  <a:cubicBezTo>
                    <a:pt x="17514" y="608"/>
                    <a:pt x="14907" y="1632"/>
                    <a:pt x="12514" y="3049"/>
                  </a:cubicBezTo>
                  <a:lnTo>
                    <a:pt x="15419" y="10443"/>
                  </a:lnTo>
                  <a:cubicBezTo>
                    <a:pt x="13645" y="11645"/>
                    <a:pt x="12085" y="13157"/>
                    <a:pt x="10823" y="14884"/>
                  </a:cubicBezTo>
                  <a:lnTo>
                    <a:pt x="3524" y="11717"/>
                  </a:lnTo>
                  <a:cubicBezTo>
                    <a:pt x="2036" y="14074"/>
                    <a:pt x="917" y="16634"/>
                    <a:pt x="226" y="19336"/>
                  </a:cubicBezTo>
                  <a:lnTo>
                    <a:pt x="7513" y="22504"/>
                  </a:lnTo>
                  <a:cubicBezTo>
                    <a:pt x="7108" y="24611"/>
                    <a:pt x="7073" y="26778"/>
                    <a:pt x="7406" y="28897"/>
                  </a:cubicBezTo>
                  <a:lnTo>
                    <a:pt x="0" y="31814"/>
                  </a:lnTo>
                  <a:cubicBezTo>
                    <a:pt x="607" y="34529"/>
                    <a:pt x="1631" y="37136"/>
                    <a:pt x="3036" y="39541"/>
                  </a:cubicBezTo>
                  <a:lnTo>
                    <a:pt x="10430" y="36624"/>
                  </a:lnTo>
                  <a:cubicBezTo>
                    <a:pt x="11645" y="38398"/>
                    <a:pt x="13145" y="39958"/>
                    <a:pt x="14883" y="41220"/>
                  </a:cubicBezTo>
                  <a:lnTo>
                    <a:pt x="11716" y="48519"/>
                  </a:lnTo>
                  <a:cubicBezTo>
                    <a:pt x="14062" y="50007"/>
                    <a:pt x="16621" y="51126"/>
                    <a:pt x="19324" y="51829"/>
                  </a:cubicBezTo>
                  <a:lnTo>
                    <a:pt x="22491" y="44530"/>
                  </a:lnTo>
                  <a:cubicBezTo>
                    <a:pt x="23664" y="44755"/>
                    <a:pt x="24854" y="44870"/>
                    <a:pt x="26045" y="44870"/>
                  </a:cubicBezTo>
                  <a:cubicBezTo>
                    <a:pt x="26995" y="44870"/>
                    <a:pt x="27945" y="44797"/>
                    <a:pt x="28885" y="44649"/>
                  </a:cubicBezTo>
                  <a:lnTo>
                    <a:pt x="31802" y="52043"/>
                  </a:lnTo>
                  <a:cubicBezTo>
                    <a:pt x="34516" y="51436"/>
                    <a:pt x="37112" y="50412"/>
                    <a:pt x="39517" y="48995"/>
                  </a:cubicBezTo>
                  <a:lnTo>
                    <a:pt x="36600" y="41601"/>
                  </a:lnTo>
                  <a:cubicBezTo>
                    <a:pt x="38374" y="40399"/>
                    <a:pt x="39934" y="38887"/>
                    <a:pt x="41208" y="37160"/>
                  </a:cubicBezTo>
                  <a:lnTo>
                    <a:pt x="48494" y="40327"/>
                  </a:lnTo>
                  <a:cubicBezTo>
                    <a:pt x="49995" y="37970"/>
                    <a:pt x="51102" y="35410"/>
                    <a:pt x="51804" y="32719"/>
                  </a:cubicBezTo>
                  <a:lnTo>
                    <a:pt x="44518" y="29552"/>
                  </a:lnTo>
                  <a:cubicBezTo>
                    <a:pt x="44923" y="27433"/>
                    <a:pt x="44958" y="25266"/>
                    <a:pt x="44625" y="23146"/>
                  </a:cubicBezTo>
                  <a:lnTo>
                    <a:pt x="52031" y="20241"/>
                  </a:lnTo>
                  <a:cubicBezTo>
                    <a:pt x="51423" y="17515"/>
                    <a:pt x="50387" y="14919"/>
                    <a:pt x="48983" y="12514"/>
                  </a:cubicBezTo>
                  <a:lnTo>
                    <a:pt x="41601" y="15431"/>
                  </a:lnTo>
                  <a:cubicBezTo>
                    <a:pt x="40386" y="13645"/>
                    <a:pt x="38886" y="12086"/>
                    <a:pt x="37148" y="10824"/>
                  </a:cubicBezTo>
                  <a:lnTo>
                    <a:pt x="40315" y="3537"/>
                  </a:lnTo>
                  <a:cubicBezTo>
                    <a:pt x="37969" y="2037"/>
                    <a:pt x="35398" y="918"/>
                    <a:pt x="32707" y="227"/>
                  </a:cubicBezTo>
                  <a:lnTo>
                    <a:pt x="29540" y="7514"/>
                  </a:lnTo>
                  <a:cubicBezTo>
                    <a:pt x="28384" y="7292"/>
                    <a:pt x="27210" y="7181"/>
                    <a:pt x="26037" y="7181"/>
                  </a:cubicBezTo>
                  <a:cubicBezTo>
                    <a:pt x="25070" y="7181"/>
                    <a:pt x="24103" y="7256"/>
                    <a:pt x="23146" y="7406"/>
                  </a:cubicBezTo>
                  <a:lnTo>
                    <a:pt x="2022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669;p55">
              <a:extLst>
                <a:ext uri="{FF2B5EF4-FFF2-40B4-BE49-F238E27FC236}">
                  <a16:creationId xmlns:a16="http://schemas.microsoft.com/office/drawing/2014/main" id="{CA6D9B20-83C3-B202-2401-32A0A14C0EE7}"/>
                </a:ext>
              </a:extLst>
            </p:cNvPr>
            <p:cNvSpPr/>
            <p:nvPr/>
          </p:nvSpPr>
          <p:spPr>
            <a:xfrm>
              <a:off x="7029246" y="2168673"/>
              <a:ext cx="1707007" cy="1707401"/>
            </a:xfrm>
            <a:custGeom>
              <a:avLst/>
              <a:gdLst/>
              <a:ahLst/>
              <a:cxnLst/>
              <a:rect l="l" t="t" r="r" b="b"/>
              <a:pathLst>
                <a:path w="52031" h="52043" extrusionOk="0">
                  <a:moveTo>
                    <a:pt x="26022" y="13786"/>
                  </a:moveTo>
                  <a:cubicBezTo>
                    <a:pt x="26091" y="13786"/>
                    <a:pt x="26160" y="13787"/>
                    <a:pt x="26230" y="13788"/>
                  </a:cubicBezTo>
                  <a:cubicBezTo>
                    <a:pt x="31171" y="13883"/>
                    <a:pt x="35576" y="16931"/>
                    <a:pt x="37398" y="21539"/>
                  </a:cubicBezTo>
                  <a:cubicBezTo>
                    <a:pt x="39874" y="27826"/>
                    <a:pt x="36779" y="34934"/>
                    <a:pt x="30492" y="37410"/>
                  </a:cubicBezTo>
                  <a:cubicBezTo>
                    <a:pt x="29038" y="37981"/>
                    <a:pt x="27522" y="38258"/>
                    <a:pt x="26019" y="38258"/>
                  </a:cubicBezTo>
                  <a:cubicBezTo>
                    <a:pt x="22759" y="38258"/>
                    <a:pt x="19564" y="36954"/>
                    <a:pt x="17217" y="34517"/>
                  </a:cubicBezTo>
                  <a:cubicBezTo>
                    <a:pt x="13776" y="30957"/>
                    <a:pt x="12823" y="25683"/>
                    <a:pt x="14800" y="21146"/>
                  </a:cubicBezTo>
                  <a:cubicBezTo>
                    <a:pt x="16737" y="16673"/>
                    <a:pt x="21151" y="13786"/>
                    <a:pt x="26022" y="13786"/>
                  </a:cubicBezTo>
                  <a:close/>
                  <a:moveTo>
                    <a:pt x="20229" y="1"/>
                  </a:moveTo>
                  <a:cubicBezTo>
                    <a:pt x="17514" y="608"/>
                    <a:pt x="14907" y="1632"/>
                    <a:pt x="12514" y="3049"/>
                  </a:cubicBezTo>
                  <a:lnTo>
                    <a:pt x="15419" y="10443"/>
                  </a:lnTo>
                  <a:cubicBezTo>
                    <a:pt x="13645" y="11645"/>
                    <a:pt x="12085" y="13157"/>
                    <a:pt x="10823" y="14884"/>
                  </a:cubicBezTo>
                  <a:lnTo>
                    <a:pt x="3524" y="11717"/>
                  </a:lnTo>
                  <a:cubicBezTo>
                    <a:pt x="2036" y="14074"/>
                    <a:pt x="917" y="16634"/>
                    <a:pt x="226" y="19336"/>
                  </a:cubicBezTo>
                  <a:lnTo>
                    <a:pt x="7513" y="22504"/>
                  </a:lnTo>
                  <a:cubicBezTo>
                    <a:pt x="7108" y="24611"/>
                    <a:pt x="7073" y="26778"/>
                    <a:pt x="7406" y="28897"/>
                  </a:cubicBezTo>
                  <a:lnTo>
                    <a:pt x="0" y="31814"/>
                  </a:lnTo>
                  <a:cubicBezTo>
                    <a:pt x="607" y="34529"/>
                    <a:pt x="1631" y="37136"/>
                    <a:pt x="3036" y="39541"/>
                  </a:cubicBezTo>
                  <a:lnTo>
                    <a:pt x="10430" y="36624"/>
                  </a:lnTo>
                  <a:cubicBezTo>
                    <a:pt x="11645" y="38398"/>
                    <a:pt x="13145" y="39958"/>
                    <a:pt x="14883" y="41220"/>
                  </a:cubicBezTo>
                  <a:lnTo>
                    <a:pt x="11716" y="48519"/>
                  </a:lnTo>
                  <a:cubicBezTo>
                    <a:pt x="14062" y="50007"/>
                    <a:pt x="16621" y="51126"/>
                    <a:pt x="19324" y="51829"/>
                  </a:cubicBezTo>
                  <a:lnTo>
                    <a:pt x="22491" y="44530"/>
                  </a:lnTo>
                  <a:cubicBezTo>
                    <a:pt x="23664" y="44755"/>
                    <a:pt x="24854" y="44870"/>
                    <a:pt x="26045" y="44870"/>
                  </a:cubicBezTo>
                  <a:cubicBezTo>
                    <a:pt x="26995" y="44870"/>
                    <a:pt x="27945" y="44797"/>
                    <a:pt x="28885" y="44649"/>
                  </a:cubicBezTo>
                  <a:lnTo>
                    <a:pt x="31802" y="52043"/>
                  </a:lnTo>
                  <a:cubicBezTo>
                    <a:pt x="34516" y="51436"/>
                    <a:pt x="37112" y="50412"/>
                    <a:pt x="39517" y="48995"/>
                  </a:cubicBezTo>
                  <a:lnTo>
                    <a:pt x="36600" y="41601"/>
                  </a:lnTo>
                  <a:cubicBezTo>
                    <a:pt x="38374" y="40399"/>
                    <a:pt x="39934" y="38887"/>
                    <a:pt x="41208" y="37160"/>
                  </a:cubicBezTo>
                  <a:lnTo>
                    <a:pt x="48494" y="40327"/>
                  </a:lnTo>
                  <a:cubicBezTo>
                    <a:pt x="49995" y="37970"/>
                    <a:pt x="51102" y="35410"/>
                    <a:pt x="51804" y="32719"/>
                  </a:cubicBezTo>
                  <a:lnTo>
                    <a:pt x="44518" y="29552"/>
                  </a:lnTo>
                  <a:cubicBezTo>
                    <a:pt x="44923" y="27433"/>
                    <a:pt x="44958" y="25266"/>
                    <a:pt x="44625" y="23146"/>
                  </a:cubicBezTo>
                  <a:lnTo>
                    <a:pt x="52031" y="20241"/>
                  </a:lnTo>
                  <a:cubicBezTo>
                    <a:pt x="51423" y="17515"/>
                    <a:pt x="50387" y="14919"/>
                    <a:pt x="48983" y="12514"/>
                  </a:cubicBezTo>
                  <a:lnTo>
                    <a:pt x="41601" y="15431"/>
                  </a:lnTo>
                  <a:cubicBezTo>
                    <a:pt x="40386" y="13645"/>
                    <a:pt x="38886" y="12086"/>
                    <a:pt x="37148" y="10824"/>
                  </a:cubicBezTo>
                  <a:lnTo>
                    <a:pt x="40315" y="3537"/>
                  </a:lnTo>
                  <a:cubicBezTo>
                    <a:pt x="37969" y="2037"/>
                    <a:pt x="35398" y="918"/>
                    <a:pt x="32707" y="227"/>
                  </a:cubicBezTo>
                  <a:lnTo>
                    <a:pt x="29540" y="7514"/>
                  </a:lnTo>
                  <a:cubicBezTo>
                    <a:pt x="28384" y="7292"/>
                    <a:pt x="27210" y="7181"/>
                    <a:pt x="26037" y="7181"/>
                  </a:cubicBezTo>
                  <a:cubicBezTo>
                    <a:pt x="25070" y="7181"/>
                    <a:pt x="24103" y="7256"/>
                    <a:pt x="23146" y="7406"/>
                  </a:cubicBezTo>
                  <a:lnTo>
                    <a:pt x="202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670;p55">
              <a:extLst>
                <a:ext uri="{FF2B5EF4-FFF2-40B4-BE49-F238E27FC236}">
                  <a16:creationId xmlns:a16="http://schemas.microsoft.com/office/drawing/2014/main" id="{337CAF64-3EBB-3C50-55F2-C581808A32E8}"/>
                </a:ext>
              </a:extLst>
            </p:cNvPr>
            <p:cNvSpPr/>
            <p:nvPr/>
          </p:nvSpPr>
          <p:spPr>
            <a:xfrm>
              <a:off x="7576863" y="2716709"/>
              <a:ext cx="611729" cy="611335"/>
            </a:xfrm>
            <a:custGeom>
              <a:avLst/>
              <a:gdLst/>
              <a:ahLst/>
              <a:cxnLst/>
              <a:rect l="l" t="t" r="r" b="b"/>
              <a:pathLst>
                <a:path w="18646" h="18634" extrusionOk="0">
                  <a:moveTo>
                    <a:pt x="9323" y="0"/>
                  </a:moveTo>
                  <a:cubicBezTo>
                    <a:pt x="4168" y="0"/>
                    <a:pt x="1" y="4167"/>
                    <a:pt x="1" y="9323"/>
                  </a:cubicBezTo>
                  <a:cubicBezTo>
                    <a:pt x="1" y="14466"/>
                    <a:pt x="4168" y="18633"/>
                    <a:pt x="9323" y="18633"/>
                  </a:cubicBezTo>
                  <a:cubicBezTo>
                    <a:pt x="14467" y="18633"/>
                    <a:pt x="18646" y="14466"/>
                    <a:pt x="18646" y="9323"/>
                  </a:cubicBezTo>
                  <a:cubicBezTo>
                    <a:pt x="18646" y="4167"/>
                    <a:pt x="14467" y="0"/>
                    <a:pt x="932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671;p55">
              <a:extLst>
                <a:ext uri="{FF2B5EF4-FFF2-40B4-BE49-F238E27FC236}">
                  <a16:creationId xmlns:a16="http://schemas.microsoft.com/office/drawing/2014/main" id="{A177C66F-A6D6-3415-A057-52657B8ED1A1}"/>
                </a:ext>
              </a:extLst>
            </p:cNvPr>
            <p:cNvSpPr/>
            <p:nvPr/>
          </p:nvSpPr>
          <p:spPr>
            <a:xfrm>
              <a:off x="7630371" y="2770217"/>
              <a:ext cx="504317" cy="504317"/>
            </a:xfrm>
            <a:custGeom>
              <a:avLst/>
              <a:gdLst/>
              <a:ahLst/>
              <a:cxnLst/>
              <a:rect l="l" t="t" r="r" b="b"/>
              <a:pathLst>
                <a:path w="15372" h="15372" extrusionOk="0">
                  <a:moveTo>
                    <a:pt x="15372" y="7692"/>
                  </a:moveTo>
                  <a:cubicBezTo>
                    <a:pt x="15372" y="11930"/>
                    <a:pt x="11931" y="15371"/>
                    <a:pt x="7692" y="15371"/>
                  </a:cubicBezTo>
                  <a:cubicBezTo>
                    <a:pt x="3442" y="15371"/>
                    <a:pt x="1" y="11930"/>
                    <a:pt x="1" y="7692"/>
                  </a:cubicBezTo>
                  <a:cubicBezTo>
                    <a:pt x="1" y="3441"/>
                    <a:pt x="3442" y="0"/>
                    <a:pt x="7692" y="0"/>
                  </a:cubicBezTo>
                  <a:cubicBezTo>
                    <a:pt x="11931" y="0"/>
                    <a:pt x="15372" y="3441"/>
                    <a:pt x="15372" y="769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672;p55">
              <a:extLst>
                <a:ext uri="{FF2B5EF4-FFF2-40B4-BE49-F238E27FC236}">
                  <a16:creationId xmlns:a16="http://schemas.microsoft.com/office/drawing/2014/main" id="{19110F90-2291-D0D2-342D-7D186794F274}"/>
                </a:ext>
              </a:extLst>
            </p:cNvPr>
            <p:cNvSpPr/>
            <p:nvPr/>
          </p:nvSpPr>
          <p:spPr>
            <a:xfrm>
              <a:off x="8055749" y="3195589"/>
              <a:ext cx="218793" cy="218760"/>
            </a:xfrm>
            <a:custGeom>
              <a:avLst/>
              <a:gdLst/>
              <a:ahLst/>
              <a:cxnLst/>
              <a:rect l="l" t="t" r="r" b="b"/>
              <a:pathLst>
                <a:path w="6669" h="6668" extrusionOk="0">
                  <a:moveTo>
                    <a:pt x="1453" y="0"/>
                  </a:moveTo>
                  <a:lnTo>
                    <a:pt x="1" y="1453"/>
                  </a:lnTo>
                  <a:lnTo>
                    <a:pt x="5216" y="6668"/>
                  </a:lnTo>
                  <a:lnTo>
                    <a:pt x="6668" y="5215"/>
                  </a:lnTo>
                  <a:lnTo>
                    <a:pt x="14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673;p55">
              <a:extLst>
                <a:ext uri="{FF2B5EF4-FFF2-40B4-BE49-F238E27FC236}">
                  <a16:creationId xmlns:a16="http://schemas.microsoft.com/office/drawing/2014/main" id="{B2EBC1BA-08CF-8842-927B-2CDB1762B615}"/>
                </a:ext>
              </a:extLst>
            </p:cNvPr>
            <p:cNvSpPr/>
            <p:nvPr/>
          </p:nvSpPr>
          <p:spPr>
            <a:xfrm>
              <a:off x="8148724" y="3293878"/>
              <a:ext cx="514094" cy="508746"/>
            </a:xfrm>
            <a:custGeom>
              <a:avLst/>
              <a:gdLst/>
              <a:ahLst/>
              <a:cxnLst/>
              <a:rect l="l" t="t" r="r" b="b"/>
              <a:pathLst>
                <a:path w="15670" h="15507" extrusionOk="0">
                  <a:moveTo>
                    <a:pt x="2338" y="0"/>
                  </a:moveTo>
                  <a:cubicBezTo>
                    <a:pt x="1982" y="0"/>
                    <a:pt x="1437" y="297"/>
                    <a:pt x="953" y="790"/>
                  </a:cubicBezTo>
                  <a:cubicBezTo>
                    <a:pt x="298" y="1433"/>
                    <a:pt x="1" y="2183"/>
                    <a:pt x="262" y="2457"/>
                  </a:cubicBezTo>
                  <a:lnTo>
                    <a:pt x="13324" y="15507"/>
                  </a:lnTo>
                  <a:lnTo>
                    <a:pt x="15669" y="13149"/>
                  </a:lnTo>
                  <a:lnTo>
                    <a:pt x="2620" y="100"/>
                  </a:lnTo>
                  <a:cubicBezTo>
                    <a:pt x="2552" y="32"/>
                    <a:pt x="2455" y="0"/>
                    <a:pt x="233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674;p55">
              <a:extLst>
                <a:ext uri="{FF2B5EF4-FFF2-40B4-BE49-F238E27FC236}">
                  <a16:creationId xmlns:a16="http://schemas.microsoft.com/office/drawing/2014/main" id="{BDC8D529-33B5-2DA8-78AC-DF8C39253C06}"/>
                </a:ext>
              </a:extLst>
            </p:cNvPr>
            <p:cNvSpPr/>
            <p:nvPr/>
          </p:nvSpPr>
          <p:spPr>
            <a:xfrm>
              <a:off x="8576825" y="3722302"/>
              <a:ext cx="94945" cy="83594"/>
            </a:xfrm>
            <a:custGeom>
              <a:avLst/>
              <a:gdLst/>
              <a:ahLst/>
              <a:cxnLst/>
              <a:rect l="l" t="t" r="r" b="b"/>
              <a:pathLst>
                <a:path w="2894" h="2548" extrusionOk="0">
                  <a:moveTo>
                    <a:pt x="2334" y="0"/>
                  </a:moveTo>
                  <a:cubicBezTo>
                    <a:pt x="1980" y="0"/>
                    <a:pt x="1443" y="290"/>
                    <a:pt x="953" y="781"/>
                  </a:cubicBezTo>
                  <a:cubicBezTo>
                    <a:pt x="310" y="1436"/>
                    <a:pt x="1" y="2174"/>
                    <a:pt x="275" y="2448"/>
                  </a:cubicBezTo>
                  <a:cubicBezTo>
                    <a:pt x="343" y="2515"/>
                    <a:pt x="439" y="2547"/>
                    <a:pt x="555" y="2547"/>
                  </a:cubicBezTo>
                  <a:cubicBezTo>
                    <a:pt x="909" y="2547"/>
                    <a:pt x="1449" y="2252"/>
                    <a:pt x="1942" y="1769"/>
                  </a:cubicBezTo>
                  <a:cubicBezTo>
                    <a:pt x="2584" y="1114"/>
                    <a:pt x="2894" y="364"/>
                    <a:pt x="2620" y="102"/>
                  </a:cubicBezTo>
                  <a:cubicBezTo>
                    <a:pt x="2551" y="33"/>
                    <a:pt x="2453" y="0"/>
                    <a:pt x="233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 name="Picture 5">
            <a:extLst>
              <a:ext uri="{FF2B5EF4-FFF2-40B4-BE49-F238E27FC236}">
                <a16:creationId xmlns:a16="http://schemas.microsoft.com/office/drawing/2014/main" id="{36FA3A10-ABDE-E95A-7C53-C7E451AF33EA}"/>
              </a:ext>
            </a:extLst>
          </p:cNvPr>
          <p:cNvPicPr>
            <a:picLocks noChangeAspect="1"/>
          </p:cNvPicPr>
          <p:nvPr/>
        </p:nvPicPr>
        <p:blipFill>
          <a:blip r:embed="rId3"/>
          <a:stretch>
            <a:fillRect/>
          </a:stretch>
        </p:blipFill>
        <p:spPr>
          <a:xfrm>
            <a:off x="2168550" y="171450"/>
            <a:ext cx="4806899" cy="4972050"/>
          </a:xfrm>
          <a:prstGeom prst="rect">
            <a:avLst/>
          </a:prstGeom>
        </p:spPr>
      </p:pic>
      <p:pic>
        <p:nvPicPr>
          <p:cNvPr id="7" name="Picture 6">
            <a:extLst>
              <a:ext uri="{FF2B5EF4-FFF2-40B4-BE49-F238E27FC236}">
                <a16:creationId xmlns:a16="http://schemas.microsoft.com/office/drawing/2014/main" id="{3FECF599-6A7E-6777-4FF6-CD103FA40430}"/>
              </a:ext>
            </a:extLst>
          </p:cNvPr>
          <p:cNvPicPr>
            <a:picLocks noChangeAspect="1"/>
          </p:cNvPicPr>
          <p:nvPr/>
        </p:nvPicPr>
        <p:blipFill>
          <a:blip r:embed="rId4"/>
          <a:stretch>
            <a:fillRect/>
          </a:stretch>
        </p:blipFill>
        <p:spPr>
          <a:xfrm>
            <a:off x="2377249" y="10459"/>
            <a:ext cx="4389500" cy="464860"/>
          </a:xfrm>
          <a:prstGeom prst="rect">
            <a:avLst/>
          </a:prstGeom>
        </p:spPr>
      </p:pic>
      <p:sp>
        <p:nvSpPr>
          <p:cNvPr id="14" name="Google Shape;730;p56">
            <a:extLst>
              <a:ext uri="{FF2B5EF4-FFF2-40B4-BE49-F238E27FC236}">
                <a16:creationId xmlns:a16="http://schemas.microsoft.com/office/drawing/2014/main" id="{C96E7011-45C2-EEBD-2386-8E24E1B94A1F}"/>
              </a:ext>
            </a:extLst>
          </p:cNvPr>
          <p:cNvSpPr/>
          <p:nvPr/>
        </p:nvSpPr>
        <p:spPr>
          <a:xfrm rot="701727">
            <a:off x="6593214" y="1677127"/>
            <a:ext cx="1672100" cy="1116090"/>
          </a:xfrm>
          <a:custGeom>
            <a:avLst/>
            <a:gdLst/>
            <a:ahLst/>
            <a:cxnLst/>
            <a:rect l="l" t="t" r="r" b="b"/>
            <a:pathLst>
              <a:path w="54871" h="58412" extrusionOk="0">
                <a:moveTo>
                  <a:pt x="0" y="0"/>
                </a:moveTo>
                <a:lnTo>
                  <a:pt x="0" y="33630"/>
                </a:lnTo>
                <a:lnTo>
                  <a:pt x="9514" y="33630"/>
                </a:lnTo>
                <a:lnTo>
                  <a:pt x="1771" y="58411"/>
                </a:lnTo>
                <a:lnTo>
                  <a:pt x="23547" y="33630"/>
                </a:lnTo>
                <a:lnTo>
                  <a:pt x="54870" y="33630"/>
                </a:lnTo>
                <a:lnTo>
                  <a:pt x="54870" y="0"/>
                </a:lnTo>
                <a:close/>
              </a:path>
            </a:pathLst>
          </a:custGeom>
          <a:solidFill>
            <a:schemeClr val="accent2"/>
          </a:solidFill>
          <a:ln>
            <a:noFill/>
          </a:ln>
          <a:effectLst>
            <a:softEdge rad="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472;p71">
            <a:extLst>
              <a:ext uri="{FF2B5EF4-FFF2-40B4-BE49-F238E27FC236}">
                <a16:creationId xmlns:a16="http://schemas.microsoft.com/office/drawing/2014/main" id="{29F2E997-C844-1D4D-CEEE-28945AEE14E9}"/>
              </a:ext>
            </a:extLst>
          </p:cNvPr>
          <p:cNvSpPr txBox="1">
            <a:spLocks/>
          </p:cNvSpPr>
          <p:nvPr/>
        </p:nvSpPr>
        <p:spPr>
          <a:xfrm rot="701727">
            <a:off x="6676510" y="1756617"/>
            <a:ext cx="1517737" cy="42664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1pPr>
            <a:lvl2pPr marR="0" lvl="1"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2pPr>
            <a:lvl3pPr marR="0" lvl="2"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3pPr>
            <a:lvl4pPr marR="0" lvl="3"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4pPr>
            <a:lvl5pPr marR="0" lvl="4"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5pPr>
            <a:lvl6pPr marR="0" lvl="5"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6pPr>
            <a:lvl7pPr marR="0" lvl="6"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7pPr>
            <a:lvl8pPr marR="0" lvl="7"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8pPr>
            <a:lvl9pPr marR="0" lvl="8"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9pPr>
          </a:lstStyle>
          <a:p>
            <a:r>
              <a:rPr lang="en-US" sz="1000" b="1" dirty="0">
                <a:solidFill>
                  <a:schemeClr val="bg1"/>
                </a:solidFill>
              </a:rPr>
              <a:t>Real-time AI Feedback</a:t>
            </a:r>
            <a:r>
              <a:rPr lang="en-US" sz="1000" dirty="0">
                <a:solidFill>
                  <a:schemeClr val="bg1"/>
                </a:solidFill>
              </a:rPr>
              <a:t>: </a:t>
            </a:r>
            <a:r>
              <a:rPr lang="en-US" sz="1000" dirty="0">
                <a:solidFill>
                  <a:schemeClr val="bg1"/>
                </a:solidFill>
                <a:latin typeface="Fira Sans Condensed" panose="020B0503050000020004" pitchFamily="34" charset="0"/>
              </a:rPr>
              <a:t>Live status updates during redaction process</a:t>
            </a:r>
          </a:p>
        </p:txBody>
      </p:sp>
      <p:sp>
        <p:nvSpPr>
          <p:cNvPr id="19" name="Google Shape;730;p56">
            <a:extLst>
              <a:ext uri="{FF2B5EF4-FFF2-40B4-BE49-F238E27FC236}">
                <a16:creationId xmlns:a16="http://schemas.microsoft.com/office/drawing/2014/main" id="{23CD0655-B30E-A0E7-960A-80037A408C55}"/>
              </a:ext>
            </a:extLst>
          </p:cNvPr>
          <p:cNvSpPr/>
          <p:nvPr/>
        </p:nvSpPr>
        <p:spPr>
          <a:xfrm rot="701727">
            <a:off x="6344689" y="4020269"/>
            <a:ext cx="1817612" cy="1263359"/>
          </a:xfrm>
          <a:custGeom>
            <a:avLst/>
            <a:gdLst/>
            <a:ahLst/>
            <a:cxnLst/>
            <a:rect l="l" t="t" r="r" b="b"/>
            <a:pathLst>
              <a:path w="54871" h="58412" extrusionOk="0">
                <a:moveTo>
                  <a:pt x="0" y="0"/>
                </a:moveTo>
                <a:lnTo>
                  <a:pt x="0" y="33630"/>
                </a:lnTo>
                <a:lnTo>
                  <a:pt x="9514" y="33630"/>
                </a:lnTo>
                <a:lnTo>
                  <a:pt x="1771" y="58411"/>
                </a:lnTo>
                <a:lnTo>
                  <a:pt x="23547" y="33630"/>
                </a:lnTo>
                <a:lnTo>
                  <a:pt x="54870" y="33630"/>
                </a:lnTo>
                <a:lnTo>
                  <a:pt x="54870" y="0"/>
                </a:lnTo>
                <a:close/>
              </a:path>
            </a:pathLst>
          </a:custGeom>
          <a:solidFill>
            <a:schemeClr val="accent2"/>
          </a:solidFill>
          <a:ln>
            <a:noFill/>
          </a:ln>
          <a:effectLst>
            <a:softEdge rad="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472;p71">
            <a:extLst>
              <a:ext uri="{FF2B5EF4-FFF2-40B4-BE49-F238E27FC236}">
                <a16:creationId xmlns:a16="http://schemas.microsoft.com/office/drawing/2014/main" id="{DF358AA0-666F-2BA4-923E-1C06B353DCF7}"/>
              </a:ext>
            </a:extLst>
          </p:cNvPr>
          <p:cNvSpPr txBox="1">
            <a:spLocks/>
          </p:cNvSpPr>
          <p:nvPr/>
        </p:nvSpPr>
        <p:spPr>
          <a:xfrm rot="701727">
            <a:off x="6426237" y="4128183"/>
            <a:ext cx="1962266" cy="56456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1pPr>
            <a:lvl2pPr marR="0" lvl="1"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2pPr>
            <a:lvl3pPr marR="0" lvl="2"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3pPr>
            <a:lvl4pPr marR="0" lvl="3"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4pPr>
            <a:lvl5pPr marR="0" lvl="4"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5pPr>
            <a:lvl6pPr marR="0" lvl="5"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6pPr>
            <a:lvl7pPr marR="0" lvl="6"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7pPr>
            <a:lvl8pPr marR="0" lvl="7"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8pPr>
            <a:lvl9pPr marR="0" lvl="8"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9pPr>
          </a:lstStyle>
          <a:p>
            <a:r>
              <a:rPr lang="en-US" sz="1000" b="1" dirty="0">
                <a:solidFill>
                  <a:schemeClr val="bg1"/>
                </a:solidFill>
              </a:rPr>
              <a:t>Progress Indicator</a:t>
            </a:r>
            <a:r>
              <a:rPr lang="en-US" sz="1000" dirty="0">
                <a:solidFill>
                  <a:schemeClr val="bg1"/>
                </a:solidFill>
              </a:rPr>
              <a:t>: </a:t>
            </a:r>
            <a:r>
              <a:rPr lang="en-US" sz="1000" dirty="0">
                <a:solidFill>
                  <a:schemeClr val="bg1"/>
                </a:solidFill>
                <a:latin typeface="Fira Sans Condensed" panose="020B0503050000020004" pitchFamily="34" charset="0"/>
              </a:rPr>
              <a:t>Button changes caption to Redacting with AI and shows progress indicator</a:t>
            </a:r>
          </a:p>
        </p:txBody>
      </p:sp>
    </p:spTree>
    <p:extLst>
      <p:ext uri="{BB962C8B-B14F-4D97-AF65-F5344CB8AC3E}">
        <p14:creationId xmlns:p14="http://schemas.microsoft.com/office/powerpoint/2010/main" val="1430807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37"/>
                                        </p:tgtEl>
                                        <p:attrNameLst>
                                          <p:attrName>style.visibility</p:attrName>
                                        </p:attrNameLst>
                                      </p:cBhvr>
                                      <p:to>
                                        <p:strVal val="visible"/>
                                      </p:to>
                                    </p:set>
                                    <p:animEffect transition="in" filter="fade">
                                      <p:cBhvr>
                                        <p:cTn id="7" dur="500"/>
                                        <p:tgtEl>
                                          <p:spTgt spid="53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26"/>
                                        </p:tgtEl>
                                        <p:attrNameLst>
                                          <p:attrName>style.visibility</p:attrName>
                                        </p:attrNameLst>
                                      </p:cBhvr>
                                      <p:to>
                                        <p:strVal val="visible"/>
                                      </p:to>
                                    </p:set>
                                    <p:animEffect transition="in" filter="fade">
                                      <p:cBhvr>
                                        <p:cTn id="11" dur="500"/>
                                        <p:tgtEl>
                                          <p:spTgt spid="526"/>
                                        </p:tgtEl>
                                      </p:cBhvr>
                                    </p:animEffect>
                                  </p:childTnLst>
                                </p:cTn>
                              </p:par>
                              <p:par>
                                <p:cTn id="12" presetID="10" presetClass="entr" presetSubtype="0" fill="hold" nodeType="withEffect">
                                  <p:stCondLst>
                                    <p:cond delay="0"/>
                                  </p:stCondLst>
                                  <p:childTnLst>
                                    <p:set>
                                      <p:cBhvr>
                                        <p:cTn id="13" dur="1" fill="hold">
                                          <p:stCondLst>
                                            <p:cond delay="0"/>
                                          </p:stCondLst>
                                        </p:cTn>
                                        <p:tgtEl>
                                          <p:spTgt spid="539"/>
                                        </p:tgtEl>
                                        <p:attrNameLst>
                                          <p:attrName>style.visibility</p:attrName>
                                        </p:attrNameLst>
                                      </p:cBhvr>
                                      <p:to>
                                        <p:strVal val="visible"/>
                                      </p:to>
                                    </p:set>
                                    <p:animEffect transition="in" filter="fade">
                                      <p:cBhvr>
                                        <p:cTn id="14" dur="500"/>
                                        <p:tgtEl>
                                          <p:spTgt spid="539"/>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fade">
                                      <p:cBhvr>
                                        <p:cTn id="18" dur="500"/>
                                        <p:tgtEl>
                                          <p:spTgt spid="35"/>
                                        </p:tgtEl>
                                      </p:cBhvr>
                                    </p:animEffect>
                                  </p:childTnLst>
                                </p:cTn>
                              </p:par>
                              <p:par>
                                <p:cTn id="19" presetID="10"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1000"/>
                                        <p:tgtEl>
                                          <p:spTgt spid="17"/>
                                        </p:tgtEl>
                                      </p:cBhvr>
                                    </p:animEffect>
                                  </p:childTnLst>
                                </p:cTn>
                              </p:par>
                              <p:par>
                                <p:cTn id="22" presetID="10" presetClass="entr" presetSubtype="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13">
          <a:extLst>
            <a:ext uri="{FF2B5EF4-FFF2-40B4-BE49-F238E27FC236}">
              <a16:creationId xmlns:a16="http://schemas.microsoft.com/office/drawing/2014/main" id="{FFC874A4-DB51-A8EB-CE7B-F17334E3340C}"/>
            </a:ext>
          </a:extLst>
        </p:cNvPr>
        <p:cNvGrpSpPr/>
        <p:nvPr/>
      </p:nvGrpSpPr>
      <p:grpSpPr>
        <a:xfrm>
          <a:off x="0" y="0"/>
          <a:ext cx="0" cy="0"/>
          <a:chOff x="0" y="0"/>
          <a:chExt cx="0" cy="0"/>
        </a:xfrm>
      </p:grpSpPr>
      <p:sp>
        <p:nvSpPr>
          <p:cNvPr id="2214" name="Google Shape;2214;p90">
            <a:extLst>
              <a:ext uri="{FF2B5EF4-FFF2-40B4-BE49-F238E27FC236}">
                <a16:creationId xmlns:a16="http://schemas.microsoft.com/office/drawing/2014/main" id="{C35D96D4-FBF6-ED16-ADD9-B45328240990}"/>
              </a:ext>
            </a:extLst>
          </p:cNvPr>
          <p:cNvSpPr txBox="1">
            <a:spLocks noGrp="1"/>
          </p:cNvSpPr>
          <p:nvPr>
            <p:ph type="title"/>
          </p:nvPr>
        </p:nvSpPr>
        <p:spPr>
          <a:xfrm>
            <a:off x="236784" y="-64296"/>
            <a:ext cx="7554000" cy="500214"/>
          </a:xfrm>
          <a:prstGeom prst="rect">
            <a:avLst/>
          </a:prstGeom>
        </p:spPr>
        <p:txBody>
          <a:bodyPr spcFirstLastPara="1" wrap="square" lIns="91425" tIns="91425" rIns="91425" bIns="91425" anchor="t" anchorCtr="0">
            <a:noAutofit/>
          </a:bodyPr>
          <a:lstStyle/>
          <a:p>
            <a:pPr lvl="0">
              <a:buClr>
                <a:schemeClr val="dk1"/>
              </a:buClr>
              <a:buSzPts val="1100"/>
            </a:pPr>
            <a:r>
              <a:rPr lang="en-US" dirty="0">
                <a:solidFill>
                  <a:schemeClr val="accent2"/>
                </a:solidFill>
              </a:rPr>
              <a:t>Preview Email </a:t>
            </a:r>
            <a:r>
              <a:rPr lang="en-US" dirty="0">
                <a:solidFill>
                  <a:schemeClr val="tx1"/>
                </a:solidFill>
              </a:rPr>
              <a:t>– How It Works</a:t>
            </a:r>
            <a:endParaRPr dirty="0">
              <a:solidFill>
                <a:schemeClr val="tx1"/>
              </a:solidFill>
            </a:endParaRPr>
          </a:p>
        </p:txBody>
      </p:sp>
      <p:sp>
        <p:nvSpPr>
          <p:cNvPr id="2215" name="Google Shape;2215;p90">
            <a:extLst>
              <a:ext uri="{FF2B5EF4-FFF2-40B4-BE49-F238E27FC236}">
                <a16:creationId xmlns:a16="http://schemas.microsoft.com/office/drawing/2014/main" id="{5B467368-8B4C-A746-6084-744EAF716181}"/>
              </a:ext>
            </a:extLst>
          </p:cNvPr>
          <p:cNvSpPr txBox="1">
            <a:spLocks noGrp="1"/>
          </p:cNvSpPr>
          <p:nvPr>
            <p:ph type="title" idx="4294967295"/>
          </p:nvPr>
        </p:nvSpPr>
        <p:spPr>
          <a:xfrm>
            <a:off x="4930594" y="621439"/>
            <a:ext cx="2897100" cy="400200"/>
          </a:xfrm>
          <a:prstGeom prst="rect">
            <a:avLst/>
          </a:prstGeom>
          <a:solidFill>
            <a:schemeClr val="accent1"/>
          </a:solidFill>
        </p:spPr>
        <p:txBody>
          <a:bodyPr spcFirstLastPara="1" wrap="square" lIns="91425" tIns="91425" rIns="91425" bIns="91425" anchor="ctr" anchorCtr="0">
            <a:noAutofit/>
          </a:bodyPr>
          <a:lstStyle/>
          <a:p>
            <a:pPr lvl="0" algn="ctr"/>
            <a:r>
              <a:rPr lang="en-US" sz="1400" dirty="0"/>
              <a:t>4. View Images</a:t>
            </a:r>
            <a:endParaRPr sz="1400" dirty="0"/>
          </a:p>
        </p:txBody>
      </p:sp>
      <p:sp>
        <p:nvSpPr>
          <p:cNvPr id="2217" name="Google Shape;2217;p90">
            <a:extLst>
              <a:ext uri="{FF2B5EF4-FFF2-40B4-BE49-F238E27FC236}">
                <a16:creationId xmlns:a16="http://schemas.microsoft.com/office/drawing/2014/main" id="{44927791-A167-8803-F2DD-783C75AC5EB0}"/>
              </a:ext>
            </a:extLst>
          </p:cNvPr>
          <p:cNvSpPr txBox="1">
            <a:spLocks noGrp="1"/>
          </p:cNvSpPr>
          <p:nvPr>
            <p:ph type="title" idx="4294967295"/>
          </p:nvPr>
        </p:nvSpPr>
        <p:spPr>
          <a:xfrm>
            <a:off x="4921073" y="1876315"/>
            <a:ext cx="2897100" cy="400200"/>
          </a:xfrm>
          <a:prstGeom prst="rect">
            <a:avLst/>
          </a:prstGeom>
          <a:solidFill>
            <a:schemeClr val="accent4"/>
          </a:solidFill>
        </p:spPr>
        <p:txBody>
          <a:bodyPr spcFirstLastPara="1" wrap="square" lIns="91425" tIns="91425" rIns="91425" bIns="91425" anchor="ctr" anchorCtr="0">
            <a:noAutofit/>
          </a:bodyPr>
          <a:lstStyle/>
          <a:p>
            <a:pPr lvl="0" algn="ctr"/>
            <a:r>
              <a:rPr lang="en-US" sz="1400" dirty="0"/>
              <a:t>5. Send Email</a:t>
            </a:r>
            <a:endParaRPr sz="1400" dirty="0"/>
          </a:p>
        </p:txBody>
      </p:sp>
      <p:sp>
        <p:nvSpPr>
          <p:cNvPr id="2219" name="Google Shape;2219;p90">
            <a:extLst>
              <a:ext uri="{FF2B5EF4-FFF2-40B4-BE49-F238E27FC236}">
                <a16:creationId xmlns:a16="http://schemas.microsoft.com/office/drawing/2014/main" id="{069F929D-48C9-82F6-27DE-6B614AE76C19}"/>
              </a:ext>
            </a:extLst>
          </p:cNvPr>
          <p:cNvSpPr txBox="1">
            <a:spLocks noGrp="1"/>
          </p:cNvSpPr>
          <p:nvPr>
            <p:ph type="title" idx="4294967295"/>
          </p:nvPr>
        </p:nvSpPr>
        <p:spPr>
          <a:xfrm>
            <a:off x="1023820" y="2276653"/>
            <a:ext cx="2897100" cy="400200"/>
          </a:xfrm>
          <a:prstGeom prst="rect">
            <a:avLst/>
          </a:prstGeom>
          <a:solidFill>
            <a:schemeClr val="accent6"/>
          </a:solidFill>
        </p:spPr>
        <p:txBody>
          <a:bodyPr spcFirstLastPara="1" wrap="square" lIns="91425" tIns="91425" rIns="91425" bIns="91425" anchor="ctr" anchorCtr="0">
            <a:noAutofit/>
          </a:bodyPr>
          <a:lstStyle/>
          <a:p>
            <a:pPr lvl="0" algn="ctr"/>
            <a:r>
              <a:rPr lang="en-US" sz="1400" dirty="0">
                <a:solidFill>
                  <a:schemeClr val="lt1"/>
                </a:solidFill>
              </a:rPr>
              <a:t>2. Review Redacted Content</a:t>
            </a:r>
            <a:endParaRPr sz="1400" dirty="0">
              <a:solidFill>
                <a:schemeClr val="lt1"/>
              </a:solidFill>
            </a:endParaRPr>
          </a:p>
        </p:txBody>
      </p:sp>
      <p:sp>
        <p:nvSpPr>
          <p:cNvPr id="2221" name="Google Shape;2221;p90">
            <a:extLst>
              <a:ext uri="{FF2B5EF4-FFF2-40B4-BE49-F238E27FC236}">
                <a16:creationId xmlns:a16="http://schemas.microsoft.com/office/drawing/2014/main" id="{8A51B814-C5EA-2E52-F49E-0C9AFBA0AA40}"/>
              </a:ext>
            </a:extLst>
          </p:cNvPr>
          <p:cNvSpPr txBox="1">
            <a:spLocks noGrp="1"/>
          </p:cNvSpPr>
          <p:nvPr>
            <p:ph type="title" idx="4294967295"/>
          </p:nvPr>
        </p:nvSpPr>
        <p:spPr>
          <a:xfrm>
            <a:off x="1016676" y="3676538"/>
            <a:ext cx="2897100" cy="400200"/>
          </a:xfrm>
          <a:prstGeom prst="rect">
            <a:avLst/>
          </a:prstGeom>
          <a:solidFill>
            <a:schemeClr val="accent2"/>
          </a:solidFill>
        </p:spPr>
        <p:txBody>
          <a:bodyPr spcFirstLastPara="1" wrap="square" lIns="91425" tIns="91425" rIns="91425" bIns="91425" anchor="ctr" anchorCtr="0">
            <a:noAutofit/>
          </a:bodyPr>
          <a:lstStyle/>
          <a:p>
            <a:pPr lvl="0" algn="ctr"/>
            <a:r>
              <a:rPr lang="en" sz="1400" dirty="0">
                <a:solidFill>
                  <a:schemeClr val="lt1"/>
                </a:solidFill>
              </a:rPr>
              <a:t>3. </a:t>
            </a:r>
            <a:r>
              <a:rPr lang="en-US" sz="1400" dirty="0">
                <a:solidFill>
                  <a:schemeClr val="lt1"/>
                </a:solidFill>
              </a:rPr>
              <a:t>Make Manual Edits (if needed)</a:t>
            </a:r>
            <a:endParaRPr sz="1400" dirty="0">
              <a:solidFill>
                <a:schemeClr val="lt1"/>
              </a:solidFill>
            </a:endParaRPr>
          </a:p>
        </p:txBody>
      </p:sp>
      <p:sp>
        <p:nvSpPr>
          <p:cNvPr id="2222" name="Google Shape;2222;p90">
            <a:extLst>
              <a:ext uri="{FF2B5EF4-FFF2-40B4-BE49-F238E27FC236}">
                <a16:creationId xmlns:a16="http://schemas.microsoft.com/office/drawing/2014/main" id="{A2CB5046-BC02-96EE-AE2B-9D47D7E17D69}"/>
              </a:ext>
            </a:extLst>
          </p:cNvPr>
          <p:cNvSpPr txBox="1">
            <a:spLocks noGrp="1"/>
          </p:cNvSpPr>
          <p:nvPr>
            <p:ph type="subTitle" idx="4294967295"/>
          </p:nvPr>
        </p:nvSpPr>
        <p:spPr>
          <a:xfrm>
            <a:off x="1016676" y="4076738"/>
            <a:ext cx="2897100" cy="400201"/>
          </a:xfrm>
          <a:prstGeom prst="rect">
            <a:avLst/>
          </a:prstGeom>
          <a:solidFill>
            <a:schemeClr val="lt2"/>
          </a:solidFill>
        </p:spPr>
        <p:txBody>
          <a:bodyPr spcFirstLastPara="1" wrap="square" lIns="91425" tIns="91425" rIns="91425" bIns="91425" anchor="ctr" anchorCtr="0">
            <a:noAutofit/>
          </a:bodyPr>
          <a:lstStyle/>
          <a:p>
            <a:pPr marL="45720" lvl="0" indent="-134620">
              <a:buClr>
                <a:schemeClr val="accent6"/>
              </a:buClr>
              <a:buSzPts val="1400"/>
            </a:pPr>
            <a:r>
              <a:rPr lang="en-US" sz="1000" dirty="0"/>
              <a:t>Content area is fully editable</a:t>
            </a:r>
          </a:p>
          <a:p>
            <a:pPr marL="45720" lvl="0" indent="-134620">
              <a:buClr>
                <a:schemeClr val="accent6"/>
              </a:buClr>
              <a:buSzPts val="1400"/>
            </a:pPr>
            <a:r>
              <a:rPr lang="en-US" sz="1000" dirty="0"/>
              <a:t>Make any adjustments before sending</a:t>
            </a:r>
          </a:p>
        </p:txBody>
      </p:sp>
      <p:sp>
        <p:nvSpPr>
          <p:cNvPr id="2223" name="Google Shape;2223;p90">
            <a:extLst>
              <a:ext uri="{FF2B5EF4-FFF2-40B4-BE49-F238E27FC236}">
                <a16:creationId xmlns:a16="http://schemas.microsoft.com/office/drawing/2014/main" id="{C9662C3C-E001-336A-5D4B-15EA2EC35DB2}"/>
              </a:ext>
            </a:extLst>
          </p:cNvPr>
          <p:cNvSpPr/>
          <p:nvPr/>
        </p:nvSpPr>
        <p:spPr>
          <a:xfrm>
            <a:off x="3587687" y="35576"/>
            <a:ext cx="5599175" cy="787275"/>
          </a:xfrm>
          <a:custGeom>
            <a:avLst/>
            <a:gdLst/>
            <a:ahLst/>
            <a:cxnLst/>
            <a:rect l="l" t="t" r="r" b="b"/>
            <a:pathLst>
              <a:path w="223967" h="31491" extrusionOk="0">
                <a:moveTo>
                  <a:pt x="223967" y="0"/>
                </a:moveTo>
                <a:cubicBezTo>
                  <a:pt x="221487" y="7446"/>
                  <a:pt x="217464" y="15437"/>
                  <a:pt x="210734" y="19475"/>
                </a:cubicBezTo>
                <a:cubicBezTo>
                  <a:pt x="203490" y="23821"/>
                  <a:pt x="188187" y="24992"/>
                  <a:pt x="185516" y="16978"/>
                </a:cubicBezTo>
                <a:cubicBezTo>
                  <a:pt x="184301" y="13332"/>
                  <a:pt x="185573" y="7710"/>
                  <a:pt x="189011" y="5992"/>
                </a:cubicBezTo>
                <a:cubicBezTo>
                  <a:pt x="192375" y="4311"/>
                  <a:pt x="197453" y="4475"/>
                  <a:pt x="200247" y="6991"/>
                </a:cubicBezTo>
                <a:cubicBezTo>
                  <a:pt x="206115" y="12274"/>
                  <a:pt x="200087" y="26529"/>
                  <a:pt x="192756" y="29462"/>
                </a:cubicBezTo>
                <a:cubicBezTo>
                  <a:pt x="170167" y="38499"/>
                  <a:pt x="146344" y="14234"/>
                  <a:pt x="122345" y="10237"/>
                </a:cubicBezTo>
                <a:cubicBezTo>
                  <a:pt x="103760" y="7142"/>
                  <a:pt x="86306" y="21383"/>
                  <a:pt x="67914" y="25467"/>
                </a:cubicBezTo>
                <a:cubicBezTo>
                  <a:pt x="62037" y="26772"/>
                  <a:pt x="55778" y="28675"/>
                  <a:pt x="49937" y="27215"/>
                </a:cubicBezTo>
                <a:cubicBezTo>
                  <a:pt x="41530" y="25113"/>
                  <a:pt x="33634" y="19974"/>
                  <a:pt x="24968" y="19974"/>
                </a:cubicBezTo>
                <a:cubicBezTo>
                  <a:pt x="21132" y="19974"/>
                  <a:pt x="17913" y="23002"/>
                  <a:pt x="14482" y="24718"/>
                </a:cubicBezTo>
                <a:cubicBezTo>
                  <a:pt x="10141" y="26888"/>
                  <a:pt x="4853" y="26216"/>
                  <a:pt x="0" y="26216"/>
                </a:cubicBezTo>
              </a:path>
            </a:pathLst>
          </a:custGeom>
          <a:noFill/>
          <a:ln w="28575" cap="flat" cmpd="sng">
            <a:solidFill>
              <a:srgbClr val="CAC5F9"/>
            </a:solidFill>
            <a:prstDash val="dash"/>
            <a:round/>
            <a:headEnd type="none" w="med" len="med"/>
            <a:tailEnd type="none" w="med" len="med"/>
          </a:ln>
        </p:spPr>
      </p:sp>
      <p:sp>
        <p:nvSpPr>
          <p:cNvPr id="2" name="Google Shape;2222;p90">
            <a:extLst>
              <a:ext uri="{FF2B5EF4-FFF2-40B4-BE49-F238E27FC236}">
                <a16:creationId xmlns:a16="http://schemas.microsoft.com/office/drawing/2014/main" id="{3CADDB24-C207-9F7D-CF41-550F2203BCB9}"/>
              </a:ext>
            </a:extLst>
          </p:cNvPr>
          <p:cNvSpPr txBox="1">
            <a:spLocks/>
          </p:cNvSpPr>
          <p:nvPr/>
        </p:nvSpPr>
        <p:spPr>
          <a:xfrm>
            <a:off x="1019052" y="2686087"/>
            <a:ext cx="2897100" cy="845273"/>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Fira Sans Condensed"/>
              <a:buChar char="●"/>
              <a:defRPr sz="1800" b="0" i="0" u="none" strike="noStrike" cap="none">
                <a:solidFill>
                  <a:schemeClr val="dk2"/>
                </a:solidFill>
                <a:latin typeface="Fira Sans Condensed"/>
                <a:ea typeface="Fira Sans Condensed"/>
                <a:cs typeface="Fira Sans Condensed"/>
                <a:sym typeface="Fira Sans Condensed"/>
              </a:defRPr>
            </a:lvl1pPr>
            <a:lvl2pPr marL="914400" marR="0" lvl="1"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2pPr>
            <a:lvl3pPr marL="1371600" marR="0" lvl="2"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3pPr>
            <a:lvl4pPr marL="1828800" marR="0" lvl="3"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4pPr>
            <a:lvl5pPr marL="2286000" marR="0" lvl="4"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5pPr>
            <a:lvl6pPr marL="2743200" marR="0" lvl="5"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6pPr>
            <a:lvl7pPr marL="3200400" marR="0" lvl="6"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7pPr>
            <a:lvl8pPr marL="3657600" marR="0" lvl="7"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8pPr>
            <a:lvl9pPr marL="4114800" marR="0" lvl="8" indent="-317500" algn="l" rtl="0">
              <a:lnSpc>
                <a:spcPct val="100000"/>
              </a:lnSpc>
              <a:spcBef>
                <a:spcPts val="1600"/>
              </a:spcBef>
              <a:spcAft>
                <a:spcPts val="160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9pPr>
          </a:lstStyle>
          <a:p>
            <a:pPr marL="45720" indent="-134620">
              <a:buClr>
                <a:schemeClr val="accent6"/>
              </a:buClr>
              <a:buSzPts val="1400"/>
            </a:pPr>
            <a:r>
              <a:rPr lang="en-US" sz="1000" dirty="0"/>
              <a:t>Verify all sensitive information is properly </a:t>
            </a:r>
          </a:p>
          <a:p>
            <a:pPr marL="0" indent="0">
              <a:buClr>
                <a:schemeClr val="accent6"/>
              </a:buClr>
              <a:buSzPts val="1400"/>
              <a:buNone/>
            </a:pPr>
            <a:r>
              <a:rPr lang="en-US" sz="1000" dirty="0"/>
              <a:t>    redacted</a:t>
            </a:r>
          </a:p>
          <a:p>
            <a:pPr marL="45720" indent="-134620">
              <a:buClr>
                <a:schemeClr val="accent6"/>
              </a:buClr>
              <a:buSzPts val="1400"/>
            </a:pPr>
            <a:r>
              <a:rPr lang="en-US" sz="1000" dirty="0"/>
              <a:t>Check that non-sensitive information remains </a:t>
            </a:r>
          </a:p>
          <a:p>
            <a:pPr marL="0" indent="0">
              <a:buClr>
                <a:schemeClr val="accent6"/>
              </a:buClr>
              <a:buSzPts val="1400"/>
              <a:buNone/>
            </a:pPr>
            <a:r>
              <a:rPr lang="en-US" sz="1000" dirty="0"/>
              <a:t>    intact</a:t>
            </a:r>
          </a:p>
          <a:p>
            <a:pPr marL="45720" indent="-134620" algn="ctr">
              <a:buClr>
                <a:schemeClr val="accent6"/>
              </a:buClr>
              <a:buSzPts val="1400"/>
            </a:pPr>
            <a:endParaRPr lang="en-US" sz="1000" dirty="0"/>
          </a:p>
        </p:txBody>
      </p:sp>
      <p:sp>
        <p:nvSpPr>
          <p:cNvPr id="3" name="Google Shape;2222;p90">
            <a:extLst>
              <a:ext uri="{FF2B5EF4-FFF2-40B4-BE49-F238E27FC236}">
                <a16:creationId xmlns:a16="http://schemas.microsoft.com/office/drawing/2014/main" id="{CAB7354F-45BD-B52D-202C-B3765615DE51}"/>
              </a:ext>
            </a:extLst>
          </p:cNvPr>
          <p:cNvSpPr txBox="1">
            <a:spLocks/>
          </p:cNvSpPr>
          <p:nvPr/>
        </p:nvSpPr>
        <p:spPr>
          <a:xfrm>
            <a:off x="4929088" y="1030868"/>
            <a:ext cx="2897100" cy="700057"/>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Fira Sans Condensed"/>
              <a:buChar char="●"/>
              <a:defRPr sz="1800" b="0" i="0" u="none" strike="noStrike" cap="none">
                <a:solidFill>
                  <a:schemeClr val="dk2"/>
                </a:solidFill>
                <a:latin typeface="Fira Sans Condensed"/>
                <a:ea typeface="Fira Sans Condensed"/>
                <a:cs typeface="Fira Sans Condensed"/>
                <a:sym typeface="Fira Sans Condensed"/>
              </a:defRPr>
            </a:lvl1pPr>
            <a:lvl2pPr marL="914400" marR="0" lvl="1"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2pPr>
            <a:lvl3pPr marL="1371600" marR="0" lvl="2"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3pPr>
            <a:lvl4pPr marL="1828800" marR="0" lvl="3"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4pPr>
            <a:lvl5pPr marL="2286000" marR="0" lvl="4"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5pPr>
            <a:lvl6pPr marL="2743200" marR="0" lvl="5"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6pPr>
            <a:lvl7pPr marL="3200400" marR="0" lvl="6"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7pPr>
            <a:lvl8pPr marL="3657600" marR="0" lvl="7"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8pPr>
            <a:lvl9pPr marL="4114800" marR="0" lvl="8" indent="-317500" algn="l" rtl="0">
              <a:lnSpc>
                <a:spcPct val="100000"/>
              </a:lnSpc>
              <a:spcBef>
                <a:spcPts val="1600"/>
              </a:spcBef>
              <a:spcAft>
                <a:spcPts val="160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9pPr>
          </a:lstStyle>
          <a:p>
            <a:pPr marL="45720" indent="-134620">
              <a:buClr>
                <a:schemeClr val="accent6"/>
              </a:buClr>
              <a:buSzPts val="1400"/>
            </a:pPr>
            <a:r>
              <a:rPr lang="en-US" sz="1000" dirty="0"/>
              <a:t>Click any image to open full-size modal</a:t>
            </a:r>
          </a:p>
          <a:p>
            <a:pPr marL="45720" indent="-134620">
              <a:buClr>
                <a:schemeClr val="accent6"/>
              </a:buClr>
              <a:buSzPts val="1400"/>
            </a:pPr>
            <a:r>
              <a:rPr lang="en-US" sz="1000" dirty="0"/>
              <a:t>Compare original vs. redacted versions</a:t>
            </a:r>
          </a:p>
          <a:p>
            <a:pPr marL="45720" indent="-134620">
              <a:buClr>
                <a:schemeClr val="accent6"/>
              </a:buClr>
              <a:buSzPts val="1400"/>
            </a:pPr>
            <a:r>
              <a:rPr lang="en-US" sz="1000" dirty="0"/>
              <a:t>Close modal with X button</a:t>
            </a:r>
          </a:p>
          <a:p>
            <a:pPr marL="0" indent="0">
              <a:buClr>
                <a:schemeClr val="accent6"/>
              </a:buClr>
              <a:buSzPts val="1400"/>
              <a:buNone/>
            </a:pPr>
            <a:endParaRPr lang="en-US" sz="1000" dirty="0"/>
          </a:p>
        </p:txBody>
      </p:sp>
      <p:sp>
        <p:nvSpPr>
          <p:cNvPr id="4" name="Google Shape;2222;p90">
            <a:extLst>
              <a:ext uri="{FF2B5EF4-FFF2-40B4-BE49-F238E27FC236}">
                <a16:creationId xmlns:a16="http://schemas.microsoft.com/office/drawing/2014/main" id="{C20FA840-56E1-00AD-A7B8-45788F7DD7DF}"/>
              </a:ext>
            </a:extLst>
          </p:cNvPr>
          <p:cNvSpPr txBox="1">
            <a:spLocks/>
          </p:cNvSpPr>
          <p:nvPr/>
        </p:nvSpPr>
        <p:spPr>
          <a:xfrm>
            <a:off x="4919567" y="2276515"/>
            <a:ext cx="2897100" cy="773866"/>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Fira Sans Condensed"/>
              <a:buChar char="●"/>
              <a:defRPr sz="1800" b="0" i="0" u="none" strike="noStrike" cap="none">
                <a:solidFill>
                  <a:schemeClr val="dk2"/>
                </a:solidFill>
                <a:latin typeface="Fira Sans Condensed"/>
                <a:ea typeface="Fira Sans Condensed"/>
                <a:cs typeface="Fira Sans Condensed"/>
                <a:sym typeface="Fira Sans Condensed"/>
              </a:defRPr>
            </a:lvl1pPr>
            <a:lvl2pPr marL="914400" marR="0" lvl="1"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2pPr>
            <a:lvl3pPr marL="1371600" marR="0" lvl="2"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3pPr>
            <a:lvl4pPr marL="1828800" marR="0" lvl="3"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4pPr>
            <a:lvl5pPr marL="2286000" marR="0" lvl="4"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5pPr>
            <a:lvl6pPr marL="2743200" marR="0" lvl="5"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6pPr>
            <a:lvl7pPr marL="3200400" marR="0" lvl="6"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7pPr>
            <a:lvl8pPr marL="3657600" marR="0" lvl="7"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8pPr>
            <a:lvl9pPr marL="4114800" marR="0" lvl="8" indent="-317500" algn="l" rtl="0">
              <a:lnSpc>
                <a:spcPct val="100000"/>
              </a:lnSpc>
              <a:spcBef>
                <a:spcPts val="1600"/>
              </a:spcBef>
              <a:spcAft>
                <a:spcPts val="160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9pPr>
          </a:lstStyle>
          <a:p>
            <a:pPr marL="45720" indent="-134620">
              <a:buClr>
                <a:schemeClr val="accent6"/>
              </a:buClr>
              <a:buSzPts val="1400"/>
            </a:pPr>
            <a:r>
              <a:rPr lang="en-US" sz="1000" dirty="0"/>
              <a:t>Email sent via configured service </a:t>
            </a:r>
          </a:p>
          <a:p>
            <a:pPr marL="0" indent="0">
              <a:buClr>
                <a:schemeClr val="accent6"/>
              </a:buClr>
              <a:buSzPts val="1400"/>
              <a:buNone/>
            </a:pPr>
            <a:r>
              <a:rPr lang="en-US" sz="1000" dirty="0"/>
              <a:t>    (</a:t>
            </a:r>
            <a:r>
              <a:rPr lang="en-US" sz="1000" dirty="0" err="1"/>
              <a:t>Mailpit</a:t>
            </a:r>
            <a:r>
              <a:rPr lang="en-US" sz="1000" dirty="0"/>
              <a:t>/Resend/Brevo)</a:t>
            </a:r>
          </a:p>
          <a:p>
            <a:pPr marL="45720" indent="-134620">
              <a:buClr>
                <a:schemeClr val="accent6"/>
              </a:buClr>
              <a:buSzPts val="1400"/>
            </a:pPr>
            <a:r>
              <a:rPr lang="en-US" sz="1000" dirty="0"/>
              <a:t>Images attached if present</a:t>
            </a:r>
          </a:p>
          <a:p>
            <a:pPr marL="45720" indent="-134620">
              <a:buClr>
                <a:schemeClr val="accent6"/>
              </a:buClr>
              <a:buSzPts val="1400"/>
            </a:pPr>
            <a:r>
              <a:rPr lang="en-US" sz="1000" dirty="0"/>
              <a:t>Redirects to success page</a:t>
            </a:r>
          </a:p>
        </p:txBody>
      </p:sp>
      <p:sp>
        <p:nvSpPr>
          <p:cNvPr id="5" name="Google Shape;2217;p90">
            <a:extLst>
              <a:ext uri="{FF2B5EF4-FFF2-40B4-BE49-F238E27FC236}">
                <a16:creationId xmlns:a16="http://schemas.microsoft.com/office/drawing/2014/main" id="{F85EBFDD-A4F7-3463-8B13-9CDC8579778D}"/>
              </a:ext>
            </a:extLst>
          </p:cNvPr>
          <p:cNvSpPr txBox="1">
            <a:spLocks/>
          </p:cNvSpPr>
          <p:nvPr/>
        </p:nvSpPr>
        <p:spPr>
          <a:xfrm>
            <a:off x="4930594" y="3178863"/>
            <a:ext cx="2897100" cy="400200"/>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1pPr>
            <a:lvl2pPr marR="0" lvl="1"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2pPr>
            <a:lvl3pPr marR="0" lvl="2"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3pPr>
            <a:lvl4pPr marR="0" lvl="3"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4pPr>
            <a:lvl5pPr marR="0" lvl="4"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5pPr>
            <a:lvl6pPr marR="0" lvl="5"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6pPr>
            <a:lvl7pPr marR="0" lvl="6"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7pPr>
            <a:lvl8pPr marR="0" lvl="7"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8pPr>
            <a:lvl9pPr marR="0" lvl="8"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9pPr>
          </a:lstStyle>
          <a:p>
            <a:pPr algn="ctr"/>
            <a:r>
              <a:rPr lang="en-US" sz="1400" dirty="0"/>
              <a:t>6. Go Back</a:t>
            </a:r>
          </a:p>
        </p:txBody>
      </p:sp>
      <p:sp>
        <p:nvSpPr>
          <p:cNvPr id="6" name="Google Shape;2222;p90">
            <a:extLst>
              <a:ext uri="{FF2B5EF4-FFF2-40B4-BE49-F238E27FC236}">
                <a16:creationId xmlns:a16="http://schemas.microsoft.com/office/drawing/2014/main" id="{3C5BE9CA-1E4E-B699-1F39-E714D12E6559}"/>
              </a:ext>
            </a:extLst>
          </p:cNvPr>
          <p:cNvSpPr txBox="1">
            <a:spLocks/>
          </p:cNvSpPr>
          <p:nvPr/>
        </p:nvSpPr>
        <p:spPr>
          <a:xfrm>
            <a:off x="4929088" y="3579063"/>
            <a:ext cx="2897100" cy="773866"/>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Fira Sans Condensed"/>
              <a:buChar char="●"/>
              <a:defRPr sz="1800" b="0" i="0" u="none" strike="noStrike" cap="none">
                <a:solidFill>
                  <a:schemeClr val="dk2"/>
                </a:solidFill>
                <a:latin typeface="Fira Sans Condensed"/>
                <a:ea typeface="Fira Sans Condensed"/>
                <a:cs typeface="Fira Sans Condensed"/>
                <a:sym typeface="Fira Sans Condensed"/>
              </a:defRPr>
            </a:lvl1pPr>
            <a:lvl2pPr marL="914400" marR="0" lvl="1"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2pPr>
            <a:lvl3pPr marL="1371600" marR="0" lvl="2"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3pPr>
            <a:lvl4pPr marL="1828800" marR="0" lvl="3"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4pPr>
            <a:lvl5pPr marL="2286000" marR="0" lvl="4"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5pPr>
            <a:lvl6pPr marL="2743200" marR="0" lvl="5"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6pPr>
            <a:lvl7pPr marL="3200400" marR="0" lvl="6"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7pPr>
            <a:lvl8pPr marL="3657600" marR="0" lvl="7"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8pPr>
            <a:lvl9pPr marL="4114800" marR="0" lvl="8" indent="-317500" algn="l" rtl="0">
              <a:lnSpc>
                <a:spcPct val="100000"/>
              </a:lnSpc>
              <a:spcBef>
                <a:spcPts val="1600"/>
              </a:spcBef>
              <a:spcAft>
                <a:spcPts val="160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9pPr>
          </a:lstStyle>
          <a:p>
            <a:pPr marL="45720" indent="-134620">
              <a:buClr>
                <a:schemeClr val="accent6"/>
              </a:buClr>
              <a:buSzPts val="1400"/>
            </a:pPr>
            <a:r>
              <a:rPr lang="en-US" sz="1000" dirty="0"/>
              <a:t>Returns to compose page</a:t>
            </a:r>
          </a:p>
          <a:p>
            <a:pPr marL="45720" indent="-134620">
              <a:buClr>
                <a:schemeClr val="accent6"/>
              </a:buClr>
              <a:buSzPts val="1400"/>
            </a:pPr>
            <a:r>
              <a:rPr lang="en-US" sz="1000" dirty="0"/>
              <a:t>All original data restored (unredacted content, </a:t>
            </a:r>
          </a:p>
          <a:p>
            <a:pPr marL="0" indent="0">
              <a:buClr>
                <a:schemeClr val="accent6"/>
              </a:buClr>
              <a:buSzPts val="1400"/>
              <a:buNone/>
            </a:pPr>
            <a:r>
              <a:rPr lang="en-US" sz="1000" dirty="0"/>
              <a:t>    original images)</a:t>
            </a:r>
          </a:p>
          <a:p>
            <a:pPr marL="45720" indent="-134620">
              <a:buClr>
                <a:schemeClr val="accent6"/>
              </a:buClr>
              <a:buSzPts val="1400"/>
            </a:pPr>
            <a:r>
              <a:rPr lang="en-US" sz="1000" dirty="0"/>
              <a:t>Can modify settings and redact again</a:t>
            </a:r>
          </a:p>
        </p:txBody>
      </p:sp>
      <p:sp>
        <p:nvSpPr>
          <p:cNvPr id="9" name="Google Shape;2219;p90">
            <a:extLst>
              <a:ext uri="{FF2B5EF4-FFF2-40B4-BE49-F238E27FC236}">
                <a16:creationId xmlns:a16="http://schemas.microsoft.com/office/drawing/2014/main" id="{72E81F3F-575B-79B5-9391-4839E957A009}"/>
              </a:ext>
            </a:extLst>
          </p:cNvPr>
          <p:cNvSpPr txBox="1">
            <a:spLocks/>
          </p:cNvSpPr>
          <p:nvPr/>
        </p:nvSpPr>
        <p:spPr>
          <a:xfrm>
            <a:off x="1019052" y="602182"/>
            <a:ext cx="2897100" cy="400200"/>
          </a:xfrm>
          <a:prstGeom prst="rect">
            <a:avLst/>
          </a:prstGeom>
          <a:solidFill>
            <a:srgbClr val="00B05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1pPr>
            <a:lvl2pPr marR="0" lvl="1"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2pPr>
            <a:lvl3pPr marR="0" lvl="2"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3pPr>
            <a:lvl4pPr marR="0" lvl="3"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4pPr>
            <a:lvl5pPr marR="0" lvl="4"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5pPr>
            <a:lvl6pPr marR="0" lvl="5"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6pPr>
            <a:lvl7pPr marR="0" lvl="6"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7pPr>
            <a:lvl8pPr marR="0" lvl="7"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8pPr>
            <a:lvl9pPr marR="0" lvl="8"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9pPr>
          </a:lstStyle>
          <a:p>
            <a:pPr algn="ctr"/>
            <a:r>
              <a:rPr lang="en-US" sz="1400" dirty="0">
                <a:solidFill>
                  <a:schemeClr val="lt1"/>
                </a:solidFill>
              </a:rPr>
              <a:t>1. Overview</a:t>
            </a:r>
          </a:p>
        </p:txBody>
      </p:sp>
      <p:sp>
        <p:nvSpPr>
          <p:cNvPr id="10" name="Google Shape;2222;p90">
            <a:extLst>
              <a:ext uri="{FF2B5EF4-FFF2-40B4-BE49-F238E27FC236}">
                <a16:creationId xmlns:a16="http://schemas.microsoft.com/office/drawing/2014/main" id="{086BA611-D5C4-EA56-646E-D1D762DD9668}"/>
              </a:ext>
            </a:extLst>
          </p:cNvPr>
          <p:cNvSpPr txBox="1">
            <a:spLocks/>
          </p:cNvSpPr>
          <p:nvPr/>
        </p:nvSpPr>
        <p:spPr>
          <a:xfrm>
            <a:off x="1014284" y="1011615"/>
            <a:ext cx="2897100" cy="1107662"/>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Fira Sans Condensed"/>
              <a:buChar char="●"/>
              <a:defRPr sz="1800" b="0" i="0" u="none" strike="noStrike" cap="none">
                <a:solidFill>
                  <a:schemeClr val="dk2"/>
                </a:solidFill>
                <a:latin typeface="Fira Sans Condensed"/>
                <a:ea typeface="Fira Sans Condensed"/>
                <a:cs typeface="Fira Sans Condensed"/>
                <a:sym typeface="Fira Sans Condensed"/>
              </a:defRPr>
            </a:lvl1pPr>
            <a:lvl2pPr marL="914400" marR="0" lvl="1"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2pPr>
            <a:lvl3pPr marL="1371600" marR="0" lvl="2"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3pPr>
            <a:lvl4pPr marL="1828800" marR="0" lvl="3"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4pPr>
            <a:lvl5pPr marL="2286000" marR="0" lvl="4"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5pPr>
            <a:lvl6pPr marL="2743200" marR="0" lvl="5"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6pPr>
            <a:lvl7pPr marL="3200400" marR="0" lvl="6"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7pPr>
            <a:lvl8pPr marL="3657600" marR="0" lvl="7"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8pPr>
            <a:lvl9pPr marL="4114800" marR="0" lvl="8" indent="-317500" algn="l" rtl="0">
              <a:lnSpc>
                <a:spcPct val="100000"/>
              </a:lnSpc>
              <a:spcBef>
                <a:spcPts val="1600"/>
              </a:spcBef>
              <a:spcAft>
                <a:spcPts val="160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9pPr>
          </a:lstStyle>
          <a:p>
            <a:pPr marL="0" indent="0">
              <a:buClr>
                <a:schemeClr val="accent6"/>
              </a:buClr>
              <a:buSzPts val="1400"/>
              <a:buNone/>
            </a:pPr>
            <a:endParaRPr lang="en-US" sz="1000" dirty="0"/>
          </a:p>
          <a:p>
            <a:pPr marL="0" indent="0">
              <a:buClr>
                <a:schemeClr val="accent6"/>
              </a:buClr>
              <a:buSzPts val="1400"/>
              <a:buNone/>
            </a:pPr>
            <a:endParaRPr lang="en-US" sz="1000" dirty="0"/>
          </a:p>
          <a:p>
            <a:pPr marL="45720" indent="-134620">
              <a:buClr>
                <a:schemeClr val="accent6"/>
              </a:buClr>
              <a:buSzPts val="1400"/>
            </a:pPr>
            <a:endParaRPr lang="en-US" sz="1000" dirty="0"/>
          </a:p>
          <a:p>
            <a:pPr marL="45720" indent="-134620">
              <a:buClr>
                <a:schemeClr val="accent6"/>
              </a:buClr>
              <a:buSzPts val="1400"/>
            </a:pPr>
            <a:r>
              <a:rPr lang="en-US" sz="1000" dirty="0"/>
              <a:t>Page displays redacted email content (editable)</a:t>
            </a:r>
          </a:p>
          <a:p>
            <a:pPr marL="45720" indent="-134620">
              <a:buClr>
                <a:schemeClr val="accent6"/>
              </a:buClr>
              <a:buSzPts val="1400"/>
            </a:pPr>
            <a:r>
              <a:rPr lang="en-US" sz="1000" dirty="0"/>
              <a:t>Check that non-sensitive information remains </a:t>
            </a:r>
          </a:p>
          <a:p>
            <a:pPr marL="0" indent="0">
              <a:buClr>
                <a:schemeClr val="accent6"/>
              </a:buClr>
              <a:buSzPts val="1400"/>
              <a:buNone/>
            </a:pPr>
            <a:r>
              <a:rPr lang="en-US" sz="1000" dirty="0"/>
              <a:t>    intact</a:t>
            </a:r>
          </a:p>
          <a:p>
            <a:pPr marL="45720" indent="-134620">
              <a:buClr>
                <a:schemeClr val="accent6"/>
              </a:buClr>
              <a:buSzPts val="1400"/>
            </a:pPr>
            <a:r>
              <a:rPr lang="en-US" sz="1000" dirty="0"/>
              <a:t>"Show Comparison" button for side-by-side text </a:t>
            </a:r>
          </a:p>
          <a:p>
            <a:pPr marL="0" indent="0">
              <a:buClr>
                <a:schemeClr val="accent6"/>
              </a:buClr>
              <a:buSzPts val="1400"/>
              <a:buNone/>
            </a:pPr>
            <a:r>
              <a:rPr lang="en-US" sz="1000" dirty="0"/>
              <a:t>     comparison</a:t>
            </a:r>
          </a:p>
          <a:p>
            <a:pPr marL="45720" indent="-134620">
              <a:buClr>
                <a:schemeClr val="accent6"/>
              </a:buClr>
              <a:buSzPts val="1400"/>
            </a:pPr>
            <a:r>
              <a:rPr lang="en-US" sz="1000" dirty="0"/>
              <a:t>Original data preserved for "Back" button </a:t>
            </a:r>
          </a:p>
          <a:p>
            <a:pPr marL="0" indent="0">
              <a:buClr>
                <a:schemeClr val="accent6"/>
              </a:buClr>
              <a:buSzPts val="1400"/>
              <a:buNone/>
            </a:pPr>
            <a:r>
              <a:rPr lang="en-US" sz="1000" dirty="0"/>
              <a:t>     functionality</a:t>
            </a:r>
          </a:p>
          <a:p>
            <a:pPr marL="0" indent="0">
              <a:buClr>
                <a:schemeClr val="accent6"/>
              </a:buClr>
              <a:buSzPts val="1400"/>
              <a:buNone/>
            </a:pPr>
            <a:endParaRPr lang="en-US" sz="1000" dirty="0"/>
          </a:p>
          <a:p>
            <a:pPr marL="0" indent="0">
              <a:buClr>
                <a:schemeClr val="accent6"/>
              </a:buClr>
              <a:buSzPts val="1400"/>
              <a:buNone/>
            </a:pPr>
            <a:endParaRPr lang="en-US" sz="1000" dirty="0"/>
          </a:p>
          <a:p>
            <a:pPr marL="45720" indent="-134620" algn="ctr">
              <a:buClr>
                <a:schemeClr val="accent6"/>
              </a:buClr>
              <a:buSzPts val="1400"/>
            </a:pPr>
            <a:endParaRPr lang="en-US" sz="1000" dirty="0"/>
          </a:p>
        </p:txBody>
      </p:sp>
    </p:spTree>
    <p:extLst>
      <p:ext uri="{BB962C8B-B14F-4D97-AF65-F5344CB8AC3E}">
        <p14:creationId xmlns:p14="http://schemas.microsoft.com/office/powerpoint/2010/main" val="1571033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223"/>
                                        </p:tgtEl>
                                        <p:attrNameLst>
                                          <p:attrName>style.visibility</p:attrName>
                                        </p:attrNameLst>
                                      </p:cBhvr>
                                      <p:to>
                                        <p:strVal val="visible"/>
                                      </p:to>
                                    </p:set>
                                    <p:animEffect transition="in" filter="fade">
                                      <p:cBhvr>
                                        <p:cTn id="7" dur="500"/>
                                        <p:tgtEl>
                                          <p:spTgt spid="2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5">
          <a:extLst>
            <a:ext uri="{FF2B5EF4-FFF2-40B4-BE49-F238E27FC236}">
              <a16:creationId xmlns:a16="http://schemas.microsoft.com/office/drawing/2014/main" id="{8560AC7C-7FC1-9053-D427-7F6E7AA28B5A}"/>
            </a:ext>
          </a:extLst>
        </p:cNvPr>
        <p:cNvGrpSpPr/>
        <p:nvPr/>
      </p:nvGrpSpPr>
      <p:grpSpPr>
        <a:xfrm>
          <a:off x="0" y="0"/>
          <a:ext cx="0" cy="0"/>
          <a:chOff x="0" y="0"/>
          <a:chExt cx="0" cy="0"/>
        </a:xfrm>
      </p:grpSpPr>
      <p:sp>
        <p:nvSpPr>
          <p:cNvPr id="537" name="Google Shape;537;p52">
            <a:extLst>
              <a:ext uri="{FF2B5EF4-FFF2-40B4-BE49-F238E27FC236}">
                <a16:creationId xmlns:a16="http://schemas.microsoft.com/office/drawing/2014/main" id="{B2CA4EC8-CD9E-FD15-E731-C151972786BD}"/>
              </a:ext>
            </a:extLst>
          </p:cNvPr>
          <p:cNvSpPr/>
          <p:nvPr/>
        </p:nvSpPr>
        <p:spPr>
          <a:xfrm>
            <a:off x="2192925" y="393814"/>
            <a:ext cx="6941225" cy="426650"/>
          </a:xfrm>
          <a:custGeom>
            <a:avLst/>
            <a:gdLst/>
            <a:ahLst/>
            <a:cxnLst/>
            <a:rect l="l" t="t" r="r" b="b"/>
            <a:pathLst>
              <a:path w="277649" h="17066" extrusionOk="0">
                <a:moveTo>
                  <a:pt x="277649" y="2182"/>
                </a:moveTo>
                <a:cubicBezTo>
                  <a:pt x="253641" y="10185"/>
                  <a:pt x="226797" y="4261"/>
                  <a:pt x="201745" y="684"/>
                </a:cubicBezTo>
                <a:cubicBezTo>
                  <a:pt x="183544" y="-1915"/>
                  <a:pt x="165058" y="7959"/>
                  <a:pt x="146814" y="5678"/>
                </a:cubicBezTo>
                <a:cubicBezTo>
                  <a:pt x="134644" y="4156"/>
                  <a:pt x="122387" y="-1719"/>
                  <a:pt x="110360" y="684"/>
                </a:cubicBezTo>
                <a:cubicBezTo>
                  <a:pt x="105063" y="1743"/>
                  <a:pt x="101842" y="7545"/>
                  <a:pt x="96877" y="9673"/>
                </a:cubicBezTo>
                <a:cubicBezTo>
                  <a:pt x="91197" y="12107"/>
                  <a:pt x="84579" y="11171"/>
                  <a:pt x="78400" y="11171"/>
                </a:cubicBezTo>
                <a:cubicBezTo>
                  <a:pt x="73434" y="11171"/>
                  <a:pt x="66140" y="12116"/>
                  <a:pt x="63919" y="7675"/>
                </a:cubicBezTo>
                <a:cubicBezTo>
                  <a:pt x="62054" y="3944"/>
                  <a:pt x="71568" y="-819"/>
                  <a:pt x="74905" y="1683"/>
                </a:cubicBezTo>
                <a:cubicBezTo>
                  <a:pt x="78245" y="4187"/>
                  <a:pt x="77246" y="11663"/>
                  <a:pt x="73906" y="14167"/>
                </a:cubicBezTo>
                <a:cubicBezTo>
                  <a:pt x="63283" y="22131"/>
                  <a:pt x="47475" y="11276"/>
                  <a:pt x="34456" y="8674"/>
                </a:cubicBezTo>
                <a:cubicBezTo>
                  <a:pt x="23118" y="6408"/>
                  <a:pt x="11562" y="12669"/>
                  <a:pt x="0" y="12669"/>
                </a:cubicBezTo>
              </a:path>
            </a:pathLst>
          </a:custGeom>
          <a:noFill/>
          <a:ln w="28575" cap="flat" cmpd="sng">
            <a:solidFill>
              <a:schemeClr val="accent1"/>
            </a:solidFill>
            <a:prstDash val="dash"/>
            <a:round/>
            <a:headEnd type="none" w="med" len="med"/>
            <a:tailEnd type="none" w="med" len="med"/>
          </a:ln>
        </p:spPr>
      </p:sp>
      <p:sp>
        <p:nvSpPr>
          <p:cNvPr id="18" name="Google Shape;2797;p104">
            <a:extLst>
              <a:ext uri="{FF2B5EF4-FFF2-40B4-BE49-F238E27FC236}">
                <a16:creationId xmlns:a16="http://schemas.microsoft.com/office/drawing/2014/main" id="{372DC463-11BB-FC62-A90B-3838FC2EB83D}"/>
              </a:ext>
            </a:extLst>
          </p:cNvPr>
          <p:cNvSpPr txBox="1">
            <a:spLocks noGrp="1"/>
          </p:cNvSpPr>
          <p:nvPr>
            <p:ph type="title"/>
          </p:nvPr>
        </p:nvSpPr>
        <p:spPr>
          <a:xfrm>
            <a:off x="17525" y="-66600"/>
            <a:ext cx="2771000" cy="572700"/>
          </a:xfrm>
          <a:prstGeom prst="rect">
            <a:avLst/>
          </a:prstGeom>
        </p:spPr>
        <p:txBody>
          <a:bodyPr spcFirstLastPara="1" wrap="square" lIns="91425" tIns="91425" rIns="91425" bIns="91425" anchor="t" anchorCtr="0">
            <a:noAutofit/>
          </a:bodyPr>
          <a:lstStyle/>
          <a:p>
            <a:r>
              <a:rPr lang="en" sz="1800" dirty="0">
                <a:solidFill>
                  <a:schemeClr val="accent2"/>
                </a:solidFill>
              </a:rPr>
              <a:t>Preview</a:t>
            </a:r>
            <a:r>
              <a:rPr lang="en-US" sz="1800" dirty="0">
                <a:solidFill>
                  <a:schemeClr val="accent2"/>
                </a:solidFill>
              </a:rPr>
              <a:t> Email</a:t>
            </a:r>
            <a:br>
              <a:rPr lang="en-US" sz="1800" dirty="0">
                <a:solidFill>
                  <a:schemeClr val="accent2"/>
                </a:solidFill>
              </a:rPr>
            </a:br>
            <a:r>
              <a:rPr lang="en" sz="1800" dirty="0"/>
              <a:t>Features</a:t>
            </a:r>
            <a:endParaRPr sz="1800" dirty="0"/>
          </a:p>
        </p:txBody>
      </p:sp>
      <p:grpSp>
        <p:nvGrpSpPr>
          <p:cNvPr id="39" name="Google Shape;652;p54">
            <a:extLst>
              <a:ext uri="{FF2B5EF4-FFF2-40B4-BE49-F238E27FC236}">
                <a16:creationId xmlns:a16="http://schemas.microsoft.com/office/drawing/2014/main" id="{12D3052C-943E-AC0C-B7A2-54DCEEE9ABDA}"/>
              </a:ext>
            </a:extLst>
          </p:cNvPr>
          <p:cNvGrpSpPr/>
          <p:nvPr/>
        </p:nvGrpSpPr>
        <p:grpSpPr>
          <a:xfrm>
            <a:off x="7465429" y="2117780"/>
            <a:ext cx="1501952" cy="1583685"/>
            <a:chOff x="6524266" y="1144723"/>
            <a:chExt cx="1090320" cy="1174855"/>
          </a:xfrm>
        </p:grpSpPr>
        <p:sp>
          <p:nvSpPr>
            <p:cNvPr id="40" name="Google Shape;653;p54">
              <a:extLst>
                <a:ext uri="{FF2B5EF4-FFF2-40B4-BE49-F238E27FC236}">
                  <a16:creationId xmlns:a16="http://schemas.microsoft.com/office/drawing/2014/main" id="{71D80292-D9B4-0697-3013-51CFAC1AA63B}"/>
                </a:ext>
              </a:extLst>
            </p:cNvPr>
            <p:cNvSpPr/>
            <p:nvPr/>
          </p:nvSpPr>
          <p:spPr>
            <a:xfrm>
              <a:off x="6554065" y="1324360"/>
              <a:ext cx="1060521" cy="995218"/>
            </a:xfrm>
            <a:custGeom>
              <a:avLst/>
              <a:gdLst/>
              <a:ahLst/>
              <a:cxnLst/>
              <a:rect l="l" t="t" r="r" b="b"/>
              <a:pathLst>
                <a:path w="50393" h="47290" extrusionOk="0">
                  <a:moveTo>
                    <a:pt x="10278" y="1"/>
                  </a:moveTo>
                  <a:lnTo>
                    <a:pt x="1" y="24266"/>
                  </a:lnTo>
                  <a:lnTo>
                    <a:pt x="13984" y="47289"/>
                  </a:lnTo>
                  <a:lnTo>
                    <a:pt x="50392" y="27111"/>
                  </a:lnTo>
                  <a:lnTo>
                    <a:pt x="36805" y="3367"/>
                  </a:lnTo>
                  <a:lnTo>
                    <a:pt x="1027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654;p54">
              <a:extLst>
                <a:ext uri="{FF2B5EF4-FFF2-40B4-BE49-F238E27FC236}">
                  <a16:creationId xmlns:a16="http://schemas.microsoft.com/office/drawing/2014/main" id="{12191BBB-E0A5-CE78-01DA-3D3D57D3C387}"/>
                </a:ext>
              </a:extLst>
            </p:cNvPr>
            <p:cNvSpPr/>
            <p:nvPr/>
          </p:nvSpPr>
          <p:spPr>
            <a:xfrm>
              <a:off x="6524266" y="1144723"/>
              <a:ext cx="743499" cy="776582"/>
            </a:xfrm>
            <a:custGeom>
              <a:avLst/>
              <a:gdLst/>
              <a:ahLst/>
              <a:cxnLst/>
              <a:rect l="l" t="t" r="r" b="b"/>
              <a:pathLst>
                <a:path w="35329" h="36901" extrusionOk="0">
                  <a:moveTo>
                    <a:pt x="24155" y="1"/>
                  </a:moveTo>
                  <a:lnTo>
                    <a:pt x="0" y="14493"/>
                  </a:lnTo>
                  <a:lnTo>
                    <a:pt x="12078" y="34119"/>
                  </a:lnTo>
                  <a:lnTo>
                    <a:pt x="27638" y="36900"/>
                  </a:lnTo>
                  <a:lnTo>
                    <a:pt x="35328" y="18116"/>
                  </a:lnTo>
                  <a:lnTo>
                    <a:pt x="241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655;p54">
              <a:extLst>
                <a:ext uri="{FF2B5EF4-FFF2-40B4-BE49-F238E27FC236}">
                  <a16:creationId xmlns:a16="http://schemas.microsoft.com/office/drawing/2014/main" id="{51534B73-EC78-D629-6F88-6373831A0E5D}"/>
                </a:ext>
              </a:extLst>
            </p:cNvPr>
            <p:cNvSpPr/>
            <p:nvPr/>
          </p:nvSpPr>
          <p:spPr>
            <a:xfrm>
              <a:off x="6554065" y="1395218"/>
              <a:ext cx="1060521" cy="924360"/>
            </a:xfrm>
            <a:custGeom>
              <a:avLst/>
              <a:gdLst/>
              <a:ahLst/>
              <a:cxnLst/>
              <a:rect l="l" t="t" r="r" b="b"/>
              <a:pathLst>
                <a:path w="50393" h="43923" extrusionOk="0">
                  <a:moveTo>
                    <a:pt x="36805" y="0"/>
                  </a:moveTo>
                  <a:lnTo>
                    <a:pt x="25707" y="22201"/>
                  </a:lnTo>
                  <a:lnTo>
                    <a:pt x="1" y="20899"/>
                  </a:lnTo>
                  <a:lnTo>
                    <a:pt x="13984" y="43922"/>
                  </a:lnTo>
                  <a:lnTo>
                    <a:pt x="50392" y="23744"/>
                  </a:lnTo>
                  <a:lnTo>
                    <a:pt x="3680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656;p54">
              <a:extLst>
                <a:ext uri="{FF2B5EF4-FFF2-40B4-BE49-F238E27FC236}">
                  <a16:creationId xmlns:a16="http://schemas.microsoft.com/office/drawing/2014/main" id="{6BB019A1-DB99-0325-1037-82BDFB518279}"/>
                </a:ext>
              </a:extLst>
            </p:cNvPr>
            <p:cNvSpPr/>
            <p:nvPr/>
          </p:nvSpPr>
          <p:spPr>
            <a:xfrm>
              <a:off x="6554065" y="1395218"/>
              <a:ext cx="1060521" cy="924360"/>
            </a:xfrm>
            <a:custGeom>
              <a:avLst/>
              <a:gdLst/>
              <a:ahLst/>
              <a:cxnLst/>
              <a:rect l="l" t="t" r="r" b="b"/>
              <a:pathLst>
                <a:path w="50393" h="43923" extrusionOk="0">
                  <a:moveTo>
                    <a:pt x="36805" y="0"/>
                  </a:moveTo>
                  <a:lnTo>
                    <a:pt x="26222" y="24997"/>
                  </a:lnTo>
                  <a:lnTo>
                    <a:pt x="1" y="20899"/>
                  </a:lnTo>
                  <a:lnTo>
                    <a:pt x="13984" y="43922"/>
                  </a:lnTo>
                  <a:lnTo>
                    <a:pt x="50392" y="23744"/>
                  </a:lnTo>
                  <a:lnTo>
                    <a:pt x="368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657;p54">
              <a:extLst>
                <a:ext uri="{FF2B5EF4-FFF2-40B4-BE49-F238E27FC236}">
                  <a16:creationId xmlns:a16="http://schemas.microsoft.com/office/drawing/2014/main" id="{0944500F-C81A-B5DE-5498-1C792C31AF55}"/>
                </a:ext>
              </a:extLst>
            </p:cNvPr>
            <p:cNvSpPr/>
            <p:nvPr/>
          </p:nvSpPr>
          <p:spPr>
            <a:xfrm>
              <a:off x="6713330" y="1321056"/>
              <a:ext cx="328828" cy="214470"/>
            </a:xfrm>
            <a:custGeom>
              <a:avLst/>
              <a:gdLst/>
              <a:ahLst/>
              <a:cxnLst/>
              <a:rect l="l" t="t" r="r" b="b"/>
              <a:pathLst>
                <a:path w="15625" h="10191" fill="none" extrusionOk="0">
                  <a:moveTo>
                    <a:pt x="0" y="10191"/>
                  </a:moveTo>
                  <a:lnTo>
                    <a:pt x="15625" y="1"/>
                  </a:lnTo>
                </a:path>
              </a:pathLst>
            </a:custGeom>
            <a:solidFill>
              <a:schemeClr val="accent5"/>
            </a:solidFill>
            <a:ln w="19050" cap="rnd" cmpd="sng">
              <a:solidFill>
                <a:schemeClr val="accent5"/>
              </a:solidFill>
              <a:prstDash val="solid"/>
              <a:miter lim="151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658;p54">
              <a:extLst>
                <a:ext uri="{FF2B5EF4-FFF2-40B4-BE49-F238E27FC236}">
                  <a16:creationId xmlns:a16="http://schemas.microsoft.com/office/drawing/2014/main" id="{6203D26C-9CE4-3B59-BF4F-4D4CBD389737}"/>
                </a:ext>
              </a:extLst>
            </p:cNvPr>
            <p:cNvSpPr/>
            <p:nvPr/>
          </p:nvSpPr>
          <p:spPr>
            <a:xfrm>
              <a:off x="6827686" y="1530745"/>
              <a:ext cx="328849" cy="214470"/>
            </a:xfrm>
            <a:custGeom>
              <a:avLst/>
              <a:gdLst/>
              <a:ahLst/>
              <a:cxnLst/>
              <a:rect l="l" t="t" r="r" b="b"/>
              <a:pathLst>
                <a:path w="15626" h="10191" fill="none" extrusionOk="0">
                  <a:moveTo>
                    <a:pt x="1" y="10190"/>
                  </a:moveTo>
                  <a:lnTo>
                    <a:pt x="15625" y="0"/>
                  </a:lnTo>
                </a:path>
              </a:pathLst>
            </a:custGeom>
            <a:solidFill>
              <a:schemeClr val="accent5"/>
            </a:solidFill>
            <a:ln w="19050" cap="rnd" cmpd="sng">
              <a:solidFill>
                <a:schemeClr val="accent5"/>
              </a:solidFill>
              <a:prstDash val="solid"/>
              <a:miter lim="151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659;p54">
              <a:extLst>
                <a:ext uri="{FF2B5EF4-FFF2-40B4-BE49-F238E27FC236}">
                  <a16:creationId xmlns:a16="http://schemas.microsoft.com/office/drawing/2014/main" id="{F990F08C-0D0C-05E6-E5F9-FB451BBC97B8}"/>
                </a:ext>
              </a:extLst>
            </p:cNvPr>
            <p:cNvSpPr/>
            <p:nvPr/>
          </p:nvSpPr>
          <p:spPr>
            <a:xfrm>
              <a:off x="6765710" y="1421145"/>
              <a:ext cx="328891" cy="214470"/>
            </a:xfrm>
            <a:custGeom>
              <a:avLst/>
              <a:gdLst/>
              <a:ahLst/>
              <a:cxnLst/>
              <a:rect l="l" t="t" r="r" b="b"/>
              <a:pathLst>
                <a:path w="15628" h="10191" fill="none" extrusionOk="0">
                  <a:moveTo>
                    <a:pt x="1" y="10191"/>
                  </a:moveTo>
                  <a:lnTo>
                    <a:pt x="15627" y="0"/>
                  </a:lnTo>
                </a:path>
              </a:pathLst>
            </a:custGeom>
            <a:solidFill>
              <a:schemeClr val="accent5"/>
            </a:solidFill>
            <a:ln w="19050" cap="rnd" cmpd="sng">
              <a:solidFill>
                <a:schemeClr val="accent5"/>
              </a:solidFill>
              <a:prstDash val="solid"/>
              <a:miter lim="151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7" name="Picture 56">
            <a:extLst>
              <a:ext uri="{FF2B5EF4-FFF2-40B4-BE49-F238E27FC236}">
                <a16:creationId xmlns:a16="http://schemas.microsoft.com/office/drawing/2014/main" id="{0A3925C9-0039-D534-9FE9-BA928BC3904B}"/>
              </a:ext>
            </a:extLst>
          </p:cNvPr>
          <p:cNvPicPr>
            <a:picLocks noChangeAspect="1"/>
          </p:cNvPicPr>
          <p:nvPr/>
        </p:nvPicPr>
        <p:blipFill>
          <a:blip r:embed="rId3"/>
          <a:stretch>
            <a:fillRect/>
          </a:stretch>
        </p:blipFill>
        <p:spPr>
          <a:xfrm>
            <a:off x="2371347" y="0"/>
            <a:ext cx="4915660" cy="5143500"/>
          </a:xfrm>
          <a:prstGeom prst="rect">
            <a:avLst/>
          </a:prstGeom>
        </p:spPr>
      </p:pic>
      <p:sp>
        <p:nvSpPr>
          <p:cNvPr id="60" name="Google Shape;840;p59">
            <a:extLst>
              <a:ext uri="{FF2B5EF4-FFF2-40B4-BE49-F238E27FC236}">
                <a16:creationId xmlns:a16="http://schemas.microsoft.com/office/drawing/2014/main" id="{769328CF-F170-8296-6B40-49CC809E94BF}"/>
              </a:ext>
            </a:extLst>
          </p:cNvPr>
          <p:cNvSpPr/>
          <p:nvPr/>
        </p:nvSpPr>
        <p:spPr>
          <a:xfrm>
            <a:off x="620854" y="1230286"/>
            <a:ext cx="1152300" cy="115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426;p50">
            <a:extLst>
              <a:ext uri="{FF2B5EF4-FFF2-40B4-BE49-F238E27FC236}">
                <a16:creationId xmlns:a16="http://schemas.microsoft.com/office/drawing/2014/main" id="{BB2A0DAB-9597-5AA3-2B96-96F311D382E5}"/>
              </a:ext>
            </a:extLst>
          </p:cNvPr>
          <p:cNvSpPr/>
          <p:nvPr/>
        </p:nvSpPr>
        <p:spPr>
          <a:xfrm>
            <a:off x="720675" y="1521624"/>
            <a:ext cx="943821" cy="767093"/>
          </a:xfrm>
          <a:custGeom>
            <a:avLst/>
            <a:gdLst/>
            <a:ahLst/>
            <a:cxnLst/>
            <a:rect l="l" t="t" r="r" b="b"/>
            <a:pathLst>
              <a:path w="30867" h="33128" extrusionOk="0">
                <a:moveTo>
                  <a:pt x="3066" y="0"/>
                </a:moveTo>
                <a:cubicBezTo>
                  <a:pt x="1380" y="0"/>
                  <a:pt x="1" y="1381"/>
                  <a:pt x="1" y="3067"/>
                </a:cubicBezTo>
                <a:lnTo>
                  <a:pt x="1" y="23081"/>
                </a:lnTo>
                <a:cubicBezTo>
                  <a:pt x="1" y="24767"/>
                  <a:pt x="1380" y="26147"/>
                  <a:pt x="3066" y="26147"/>
                </a:cubicBezTo>
                <a:lnTo>
                  <a:pt x="16250" y="26147"/>
                </a:lnTo>
                <a:lnTo>
                  <a:pt x="21934" y="33127"/>
                </a:lnTo>
                <a:lnTo>
                  <a:pt x="21934" y="26147"/>
                </a:lnTo>
                <a:lnTo>
                  <a:pt x="27801" y="26147"/>
                </a:lnTo>
                <a:cubicBezTo>
                  <a:pt x="29487" y="26147"/>
                  <a:pt x="30866" y="24767"/>
                  <a:pt x="30866" y="23081"/>
                </a:cubicBezTo>
                <a:lnTo>
                  <a:pt x="30866" y="3067"/>
                </a:lnTo>
                <a:cubicBezTo>
                  <a:pt x="30866" y="1380"/>
                  <a:pt x="29487" y="0"/>
                  <a:pt x="278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chemeClr val="lt1"/>
                </a:solidFill>
              </a:rPr>
              <a:t>Redacted</a:t>
            </a:r>
          </a:p>
          <a:p>
            <a:pPr marL="0" lvl="0" indent="0" algn="l" rtl="0">
              <a:spcBef>
                <a:spcPts val="0"/>
              </a:spcBef>
              <a:spcAft>
                <a:spcPts val="0"/>
              </a:spcAft>
              <a:buNone/>
            </a:pPr>
            <a:endParaRPr dirty="0">
              <a:solidFill>
                <a:schemeClr val="lt1"/>
              </a:solidFill>
            </a:endParaRPr>
          </a:p>
        </p:txBody>
      </p:sp>
      <p:pic>
        <p:nvPicPr>
          <p:cNvPr id="1034" name="Picture 10">
            <a:extLst>
              <a:ext uri="{FF2B5EF4-FFF2-40B4-BE49-F238E27FC236}">
                <a16:creationId xmlns:a16="http://schemas.microsoft.com/office/drawing/2014/main" id="{9E743353-2344-75F7-4568-12420444A4E9}"/>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030711" y="530460"/>
            <a:ext cx="4446591" cy="2749419"/>
          </a:xfrm>
          <a:prstGeom prst="rect">
            <a:avLst/>
          </a:prstGeom>
          <a:noFill/>
          <a:extLst>
            <a:ext uri="{909E8E84-426E-40DD-AFC4-6F175D3DCCD1}">
              <a14:hiddenFill xmlns:a14="http://schemas.microsoft.com/office/drawing/2010/main">
                <a:solidFill>
                  <a:srgbClr val="FFFFFF"/>
                </a:solidFill>
              </a14:hiddenFill>
            </a:ext>
          </a:extLst>
        </p:spPr>
      </p:pic>
      <p:sp>
        <p:nvSpPr>
          <p:cNvPr id="579" name="Google Shape;730;p56">
            <a:extLst>
              <a:ext uri="{FF2B5EF4-FFF2-40B4-BE49-F238E27FC236}">
                <a16:creationId xmlns:a16="http://schemas.microsoft.com/office/drawing/2014/main" id="{5AF8390B-137A-30F2-9EC0-00FF9559881A}"/>
              </a:ext>
            </a:extLst>
          </p:cNvPr>
          <p:cNvSpPr/>
          <p:nvPr/>
        </p:nvSpPr>
        <p:spPr>
          <a:xfrm>
            <a:off x="7050418" y="141213"/>
            <a:ext cx="1672100" cy="1116090"/>
          </a:xfrm>
          <a:custGeom>
            <a:avLst/>
            <a:gdLst/>
            <a:ahLst/>
            <a:cxnLst/>
            <a:rect l="l" t="t" r="r" b="b"/>
            <a:pathLst>
              <a:path w="54871" h="58412" extrusionOk="0">
                <a:moveTo>
                  <a:pt x="0" y="0"/>
                </a:moveTo>
                <a:lnTo>
                  <a:pt x="0" y="33630"/>
                </a:lnTo>
                <a:lnTo>
                  <a:pt x="9514" y="33630"/>
                </a:lnTo>
                <a:lnTo>
                  <a:pt x="1771" y="58411"/>
                </a:lnTo>
                <a:lnTo>
                  <a:pt x="23547" y="33630"/>
                </a:lnTo>
                <a:lnTo>
                  <a:pt x="54870" y="33630"/>
                </a:lnTo>
                <a:lnTo>
                  <a:pt x="54870" y="0"/>
                </a:lnTo>
                <a:close/>
              </a:path>
            </a:pathLst>
          </a:custGeom>
          <a:solidFill>
            <a:schemeClr val="accent2"/>
          </a:solidFill>
          <a:ln>
            <a:noFill/>
          </a:ln>
          <a:effectLst>
            <a:softEdge rad="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1472;p71">
            <a:extLst>
              <a:ext uri="{FF2B5EF4-FFF2-40B4-BE49-F238E27FC236}">
                <a16:creationId xmlns:a16="http://schemas.microsoft.com/office/drawing/2014/main" id="{05A606B0-3444-AA42-B955-DC384BAB72F4}"/>
              </a:ext>
            </a:extLst>
          </p:cNvPr>
          <p:cNvSpPr txBox="1">
            <a:spLocks/>
          </p:cNvSpPr>
          <p:nvPr/>
        </p:nvSpPr>
        <p:spPr>
          <a:xfrm>
            <a:off x="7133714" y="220703"/>
            <a:ext cx="1517737" cy="42664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1pPr>
            <a:lvl2pPr marR="0" lvl="1"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2pPr>
            <a:lvl3pPr marR="0" lvl="2"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3pPr>
            <a:lvl4pPr marR="0" lvl="3"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4pPr>
            <a:lvl5pPr marR="0" lvl="4"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5pPr>
            <a:lvl6pPr marR="0" lvl="5"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6pPr>
            <a:lvl7pPr marR="0" lvl="6"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7pPr>
            <a:lvl8pPr marR="0" lvl="7"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8pPr>
            <a:lvl9pPr marR="0" lvl="8"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9pPr>
          </a:lstStyle>
          <a:p>
            <a:r>
              <a:rPr lang="en-US" sz="1000" b="1" dirty="0">
                <a:solidFill>
                  <a:schemeClr val="bg1"/>
                </a:solidFill>
              </a:rPr>
              <a:t>Real-time AI Feedback</a:t>
            </a:r>
            <a:r>
              <a:rPr lang="en-US" sz="1000" dirty="0">
                <a:solidFill>
                  <a:schemeClr val="bg1"/>
                </a:solidFill>
              </a:rPr>
              <a:t>: </a:t>
            </a:r>
            <a:r>
              <a:rPr lang="en-US" sz="1000" dirty="0">
                <a:solidFill>
                  <a:schemeClr val="bg1"/>
                </a:solidFill>
                <a:latin typeface="Fira Sans Condensed" panose="020B0503050000020004" pitchFamily="34" charset="0"/>
              </a:rPr>
              <a:t>Live status updates during redaction process</a:t>
            </a:r>
          </a:p>
        </p:txBody>
      </p:sp>
      <p:grpSp>
        <p:nvGrpSpPr>
          <p:cNvPr id="591" name="Google Shape;957;p60">
            <a:extLst>
              <a:ext uri="{FF2B5EF4-FFF2-40B4-BE49-F238E27FC236}">
                <a16:creationId xmlns:a16="http://schemas.microsoft.com/office/drawing/2014/main" id="{829D4544-6881-C5F9-360D-A7A1D26BFB88}"/>
              </a:ext>
            </a:extLst>
          </p:cNvPr>
          <p:cNvGrpSpPr/>
          <p:nvPr/>
        </p:nvGrpSpPr>
        <p:grpSpPr>
          <a:xfrm>
            <a:off x="-395496" y="3495305"/>
            <a:ext cx="2677632" cy="1736567"/>
            <a:chOff x="4789715" y="2886775"/>
            <a:chExt cx="3245098" cy="2157276"/>
          </a:xfrm>
        </p:grpSpPr>
        <p:sp>
          <p:nvSpPr>
            <p:cNvPr id="592" name="Google Shape;958;p60">
              <a:extLst>
                <a:ext uri="{FF2B5EF4-FFF2-40B4-BE49-F238E27FC236}">
                  <a16:creationId xmlns:a16="http://schemas.microsoft.com/office/drawing/2014/main" id="{F803CC2C-BAC3-7101-45B6-A53624B5FC38}"/>
                </a:ext>
              </a:extLst>
            </p:cNvPr>
            <p:cNvSpPr/>
            <p:nvPr/>
          </p:nvSpPr>
          <p:spPr>
            <a:xfrm>
              <a:off x="6541083" y="4886246"/>
              <a:ext cx="1334242" cy="150751"/>
            </a:xfrm>
            <a:custGeom>
              <a:avLst/>
              <a:gdLst/>
              <a:ahLst/>
              <a:cxnLst/>
              <a:rect l="l" t="t" r="r" b="b"/>
              <a:pathLst>
                <a:path w="55191" h="5906" extrusionOk="0">
                  <a:moveTo>
                    <a:pt x="27595" y="1"/>
                  </a:moveTo>
                  <a:cubicBezTo>
                    <a:pt x="20277" y="1"/>
                    <a:pt x="13258" y="312"/>
                    <a:pt x="8082" y="866"/>
                  </a:cubicBezTo>
                  <a:cubicBezTo>
                    <a:pt x="2908" y="1419"/>
                    <a:pt x="1" y="2170"/>
                    <a:pt x="1" y="2953"/>
                  </a:cubicBezTo>
                  <a:cubicBezTo>
                    <a:pt x="1" y="3736"/>
                    <a:pt x="2908" y="4486"/>
                    <a:pt x="8082" y="5041"/>
                  </a:cubicBezTo>
                  <a:cubicBezTo>
                    <a:pt x="13258" y="5594"/>
                    <a:pt x="20277" y="5905"/>
                    <a:pt x="27595" y="5905"/>
                  </a:cubicBezTo>
                  <a:cubicBezTo>
                    <a:pt x="34914" y="5905"/>
                    <a:pt x="41933" y="5594"/>
                    <a:pt x="47108" y="5041"/>
                  </a:cubicBezTo>
                  <a:cubicBezTo>
                    <a:pt x="52282" y="4486"/>
                    <a:pt x="55191" y="3736"/>
                    <a:pt x="55191" y="2953"/>
                  </a:cubicBezTo>
                  <a:cubicBezTo>
                    <a:pt x="55191" y="2170"/>
                    <a:pt x="52282" y="1419"/>
                    <a:pt x="47108" y="866"/>
                  </a:cubicBezTo>
                  <a:cubicBezTo>
                    <a:pt x="41933" y="312"/>
                    <a:pt x="34914" y="1"/>
                    <a:pt x="27595" y="1"/>
                  </a:cubicBezTo>
                  <a:close/>
                </a:path>
              </a:pathLst>
            </a:custGeom>
            <a:solidFill>
              <a:schemeClr val="accent1"/>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959;p60">
              <a:extLst>
                <a:ext uri="{FF2B5EF4-FFF2-40B4-BE49-F238E27FC236}">
                  <a16:creationId xmlns:a16="http://schemas.microsoft.com/office/drawing/2014/main" id="{4CC5719D-8AE1-041C-6003-714CC62F4DA4}"/>
                </a:ext>
              </a:extLst>
            </p:cNvPr>
            <p:cNvSpPr/>
            <p:nvPr/>
          </p:nvSpPr>
          <p:spPr>
            <a:xfrm>
              <a:off x="4789715" y="4906840"/>
              <a:ext cx="1161495" cy="124292"/>
            </a:xfrm>
            <a:custGeom>
              <a:avLst/>
              <a:gdLst/>
              <a:ahLst/>
              <a:cxnLst/>
              <a:rect l="l" t="t" r="r" b="b"/>
              <a:pathLst>
                <a:path w="55191" h="5906" extrusionOk="0">
                  <a:moveTo>
                    <a:pt x="27595" y="1"/>
                  </a:moveTo>
                  <a:cubicBezTo>
                    <a:pt x="20277" y="1"/>
                    <a:pt x="13258" y="312"/>
                    <a:pt x="8082" y="866"/>
                  </a:cubicBezTo>
                  <a:cubicBezTo>
                    <a:pt x="2908" y="1419"/>
                    <a:pt x="1" y="2170"/>
                    <a:pt x="1" y="2953"/>
                  </a:cubicBezTo>
                  <a:cubicBezTo>
                    <a:pt x="1" y="3736"/>
                    <a:pt x="2908" y="4486"/>
                    <a:pt x="8082" y="5041"/>
                  </a:cubicBezTo>
                  <a:cubicBezTo>
                    <a:pt x="13258" y="5594"/>
                    <a:pt x="20277" y="5905"/>
                    <a:pt x="27595" y="5905"/>
                  </a:cubicBezTo>
                  <a:cubicBezTo>
                    <a:pt x="34914" y="5905"/>
                    <a:pt x="41933" y="5594"/>
                    <a:pt x="47108" y="5041"/>
                  </a:cubicBezTo>
                  <a:cubicBezTo>
                    <a:pt x="52282" y="4486"/>
                    <a:pt x="55191" y="3736"/>
                    <a:pt x="55191" y="2953"/>
                  </a:cubicBezTo>
                  <a:cubicBezTo>
                    <a:pt x="55191" y="2170"/>
                    <a:pt x="52282" y="1419"/>
                    <a:pt x="47108" y="866"/>
                  </a:cubicBezTo>
                  <a:cubicBezTo>
                    <a:pt x="41933" y="312"/>
                    <a:pt x="34914" y="1"/>
                    <a:pt x="27595" y="1"/>
                  </a:cubicBezTo>
                  <a:close/>
                </a:path>
              </a:pathLst>
            </a:custGeom>
            <a:solidFill>
              <a:schemeClr val="accent1"/>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960;p60">
              <a:extLst>
                <a:ext uri="{FF2B5EF4-FFF2-40B4-BE49-F238E27FC236}">
                  <a16:creationId xmlns:a16="http://schemas.microsoft.com/office/drawing/2014/main" id="{A122304B-A20A-480C-C210-A914BB84B29D}"/>
                </a:ext>
              </a:extLst>
            </p:cNvPr>
            <p:cNvSpPr/>
            <p:nvPr/>
          </p:nvSpPr>
          <p:spPr>
            <a:xfrm>
              <a:off x="7882626" y="2999135"/>
              <a:ext cx="8446" cy="15698"/>
            </a:xfrm>
            <a:custGeom>
              <a:avLst/>
              <a:gdLst/>
              <a:ahLst/>
              <a:cxnLst/>
              <a:rect l="l" t="t" r="r" b="b"/>
              <a:pathLst>
                <a:path w="417" h="775" extrusionOk="0">
                  <a:moveTo>
                    <a:pt x="191" y="0"/>
                  </a:moveTo>
                  <a:lnTo>
                    <a:pt x="0" y="24"/>
                  </a:lnTo>
                  <a:cubicBezTo>
                    <a:pt x="48" y="286"/>
                    <a:pt x="131" y="536"/>
                    <a:pt x="250" y="774"/>
                  </a:cubicBezTo>
                  <a:lnTo>
                    <a:pt x="417" y="679"/>
                  </a:lnTo>
                  <a:cubicBezTo>
                    <a:pt x="310" y="465"/>
                    <a:pt x="226" y="238"/>
                    <a:pt x="191" y="0"/>
                  </a:cubicBezTo>
                  <a:close/>
                </a:path>
              </a:pathLst>
            </a:custGeom>
            <a:solidFill>
              <a:srgbClr val="6774FF"/>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961;p60">
              <a:extLst>
                <a:ext uri="{FF2B5EF4-FFF2-40B4-BE49-F238E27FC236}">
                  <a16:creationId xmlns:a16="http://schemas.microsoft.com/office/drawing/2014/main" id="{A564F6CB-C5EE-F2DA-AD07-7FA06B0C572D}"/>
                </a:ext>
              </a:extLst>
            </p:cNvPr>
            <p:cNvSpPr/>
            <p:nvPr/>
          </p:nvSpPr>
          <p:spPr>
            <a:xfrm>
              <a:off x="7936892" y="3047364"/>
              <a:ext cx="15920" cy="7251"/>
            </a:xfrm>
            <a:custGeom>
              <a:avLst/>
              <a:gdLst/>
              <a:ahLst/>
              <a:cxnLst/>
              <a:rect l="l" t="t" r="r" b="b"/>
              <a:pathLst>
                <a:path w="786" h="358" extrusionOk="0">
                  <a:moveTo>
                    <a:pt x="60" y="1"/>
                  </a:moveTo>
                  <a:lnTo>
                    <a:pt x="0" y="179"/>
                  </a:lnTo>
                  <a:cubicBezTo>
                    <a:pt x="238" y="251"/>
                    <a:pt x="488" y="310"/>
                    <a:pt x="750" y="358"/>
                  </a:cubicBezTo>
                  <a:lnTo>
                    <a:pt x="786" y="179"/>
                  </a:lnTo>
                  <a:cubicBezTo>
                    <a:pt x="524" y="132"/>
                    <a:pt x="286" y="60"/>
                    <a:pt x="60" y="1"/>
                  </a:cubicBezTo>
                  <a:close/>
                </a:path>
              </a:pathLst>
            </a:custGeom>
            <a:solidFill>
              <a:srgbClr val="6774FF"/>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962;p60">
              <a:extLst>
                <a:ext uri="{FF2B5EF4-FFF2-40B4-BE49-F238E27FC236}">
                  <a16:creationId xmlns:a16="http://schemas.microsoft.com/office/drawing/2014/main" id="{BB18FEA1-CA85-840B-1887-8183889C4D25}"/>
                </a:ext>
              </a:extLst>
            </p:cNvPr>
            <p:cNvSpPr/>
            <p:nvPr/>
          </p:nvSpPr>
          <p:spPr>
            <a:xfrm>
              <a:off x="7902396" y="3030248"/>
              <a:ext cx="14725" cy="11586"/>
            </a:xfrm>
            <a:custGeom>
              <a:avLst/>
              <a:gdLst/>
              <a:ahLst/>
              <a:cxnLst/>
              <a:rect l="l" t="t" r="r" b="b"/>
              <a:pathLst>
                <a:path w="727" h="572" extrusionOk="0">
                  <a:moveTo>
                    <a:pt x="120" y="0"/>
                  </a:moveTo>
                  <a:lnTo>
                    <a:pt x="1" y="143"/>
                  </a:lnTo>
                  <a:cubicBezTo>
                    <a:pt x="191" y="310"/>
                    <a:pt x="405" y="453"/>
                    <a:pt x="632" y="572"/>
                  </a:cubicBezTo>
                  <a:lnTo>
                    <a:pt x="727" y="417"/>
                  </a:lnTo>
                  <a:cubicBezTo>
                    <a:pt x="512" y="298"/>
                    <a:pt x="310" y="155"/>
                    <a:pt x="120" y="0"/>
                  </a:cubicBezTo>
                  <a:close/>
                </a:path>
              </a:pathLst>
            </a:custGeom>
            <a:solidFill>
              <a:srgbClr val="6774FF"/>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963;p60">
              <a:extLst>
                <a:ext uri="{FF2B5EF4-FFF2-40B4-BE49-F238E27FC236}">
                  <a16:creationId xmlns:a16="http://schemas.microsoft.com/office/drawing/2014/main" id="{4455ECE2-EF4E-AB5E-6A6D-F52C62CF3F71}"/>
                </a:ext>
              </a:extLst>
            </p:cNvPr>
            <p:cNvSpPr/>
            <p:nvPr/>
          </p:nvSpPr>
          <p:spPr>
            <a:xfrm>
              <a:off x="7974993" y="3053887"/>
              <a:ext cx="15455" cy="4355"/>
            </a:xfrm>
            <a:custGeom>
              <a:avLst/>
              <a:gdLst/>
              <a:ahLst/>
              <a:cxnLst/>
              <a:rect l="l" t="t" r="r" b="b"/>
              <a:pathLst>
                <a:path w="763" h="215" extrusionOk="0">
                  <a:moveTo>
                    <a:pt x="12" y="0"/>
                  </a:moveTo>
                  <a:lnTo>
                    <a:pt x="0" y="191"/>
                  </a:lnTo>
                  <a:cubicBezTo>
                    <a:pt x="227" y="202"/>
                    <a:pt x="453" y="214"/>
                    <a:pt x="679" y="214"/>
                  </a:cubicBezTo>
                  <a:lnTo>
                    <a:pt x="762" y="214"/>
                  </a:lnTo>
                  <a:lnTo>
                    <a:pt x="762" y="24"/>
                  </a:lnTo>
                  <a:lnTo>
                    <a:pt x="679" y="24"/>
                  </a:lnTo>
                  <a:cubicBezTo>
                    <a:pt x="453" y="24"/>
                    <a:pt x="227" y="12"/>
                    <a:pt x="12" y="0"/>
                  </a:cubicBezTo>
                  <a:close/>
                </a:path>
              </a:pathLst>
            </a:custGeom>
            <a:solidFill>
              <a:srgbClr val="6774FF"/>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964;p60">
              <a:extLst>
                <a:ext uri="{FF2B5EF4-FFF2-40B4-BE49-F238E27FC236}">
                  <a16:creationId xmlns:a16="http://schemas.microsoft.com/office/drawing/2014/main" id="{03C40F6A-2FD7-40F1-98E2-692F1A13A90D}"/>
                </a:ext>
              </a:extLst>
            </p:cNvPr>
            <p:cNvSpPr/>
            <p:nvPr/>
          </p:nvSpPr>
          <p:spPr>
            <a:xfrm>
              <a:off x="7594425" y="2901703"/>
              <a:ext cx="440384" cy="376946"/>
            </a:xfrm>
            <a:custGeom>
              <a:avLst/>
              <a:gdLst/>
              <a:ahLst/>
              <a:cxnLst/>
              <a:rect l="l" t="t" r="r" b="b"/>
              <a:pathLst>
                <a:path w="21742" h="18610" extrusionOk="0">
                  <a:moveTo>
                    <a:pt x="16967" y="0"/>
                  </a:moveTo>
                  <a:lnTo>
                    <a:pt x="0" y="6953"/>
                  </a:lnTo>
                  <a:lnTo>
                    <a:pt x="4775" y="18610"/>
                  </a:lnTo>
                  <a:lnTo>
                    <a:pt x="21741" y="11644"/>
                  </a:lnTo>
                  <a:lnTo>
                    <a:pt x="16967" y="0"/>
                  </a:lnTo>
                  <a:close/>
                </a:path>
              </a:pathLst>
            </a:custGeom>
            <a:solidFill>
              <a:schemeClr val="accent4"/>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965;p60">
              <a:extLst>
                <a:ext uri="{FF2B5EF4-FFF2-40B4-BE49-F238E27FC236}">
                  <a16:creationId xmlns:a16="http://schemas.microsoft.com/office/drawing/2014/main" id="{8FC1A3E2-1F56-C0FD-5F8C-C73E4C89DB49}"/>
                </a:ext>
              </a:extLst>
            </p:cNvPr>
            <p:cNvSpPr/>
            <p:nvPr/>
          </p:nvSpPr>
          <p:spPr>
            <a:xfrm>
              <a:off x="7691370" y="3095108"/>
              <a:ext cx="343444" cy="183794"/>
            </a:xfrm>
            <a:custGeom>
              <a:avLst/>
              <a:gdLst/>
              <a:ahLst/>
              <a:cxnLst/>
              <a:rect l="l" t="t" r="r" b="b"/>
              <a:pathLst>
                <a:path w="16956" h="9074" extrusionOk="0">
                  <a:moveTo>
                    <a:pt x="6180" y="1"/>
                  </a:moveTo>
                  <a:lnTo>
                    <a:pt x="1" y="9074"/>
                  </a:lnTo>
                  <a:lnTo>
                    <a:pt x="1" y="9074"/>
                  </a:lnTo>
                  <a:lnTo>
                    <a:pt x="16955" y="2108"/>
                  </a:lnTo>
                  <a:lnTo>
                    <a:pt x="6180" y="1"/>
                  </a:lnTo>
                  <a:close/>
                </a:path>
              </a:pathLst>
            </a:custGeom>
            <a:solidFill>
              <a:schemeClr val="accent4"/>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966;p60">
              <a:extLst>
                <a:ext uri="{FF2B5EF4-FFF2-40B4-BE49-F238E27FC236}">
                  <a16:creationId xmlns:a16="http://schemas.microsoft.com/office/drawing/2014/main" id="{134254A0-88C1-F551-342F-B0F5B5BD04B0}"/>
                </a:ext>
              </a:extLst>
            </p:cNvPr>
            <p:cNvSpPr/>
            <p:nvPr/>
          </p:nvSpPr>
          <p:spPr>
            <a:xfrm>
              <a:off x="7594425" y="2901947"/>
              <a:ext cx="343667" cy="240933"/>
            </a:xfrm>
            <a:custGeom>
              <a:avLst/>
              <a:gdLst/>
              <a:ahLst/>
              <a:cxnLst/>
              <a:rect l="l" t="t" r="r" b="b"/>
              <a:pathLst>
                <a:path w="16967" h="11895" extrusionOk="0">
                  <a:moveTo>
                    <a:pt x="16967" y="0"/>
                  </a:moveTo>
                  <a:lnTo>
                    <a:pt x="0" y="6953"/>
                  </a:lnTo>
                  <a:lnTo>
                    <a:pt x="11930" y="11894"/>
                  </a:lnTo>
                  <a:lnTo>
                    <a:pt x="16967" y="0"/>
                  </a:lnTo>
                  <a:close/>
                </a:path>
              </a:pathLst>
            </a:custGeom>
            <a:solidFill>
              <a:schemeClr val="accent2"/>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967;p60">
              <a:extLst>
                <a:ext uri="{FF2B5EF4-FFF2-40B4-BE49-F238E27FC236}">
                  <a16:creationId xmlns:a16="http://schemas.microsoft.com/office/drawing/2014/main" id="{9A74553E-08B8-6189-952C-CFC4A5A37EA5}"/>
                </a:ext>
              </a:extLst>
            </p:cNvPr>
            <p:cNvSpPr/>
            <p:nvPr/>
          </p:nvSpPr>
          <p:spPr>
            <a:xfrm>
              <a:off x="6435825" y="3042543"/>
              <a:ext cx="418428" cy="330643"/>
            </a:xfrm>
            <a:custGeom>
              <a:avLst/>
              <a:gdLst/>
              <a:ahLst/>
              <a:cxnLst/>
              <a:rect l="l" t="t" r="r" b="b"/>
              <a:pathLst>
                <a:path w="20658" h="16324" extrusionOk="0">
                  <a:moveTo>
                    <a:pt x="2763" y="0"/>
                  </a:moveTo>
                  <a:lnTo>
                    <a:pt x="1" y="12288"/>
                  </a:lnTo>
                  <a:lnTo>
                    <a:pt x="17884" y="16324"/>
                  </a:lnTo>
                  <a:lnTo>
                    <a:pt x="20658" y="4037"/>
                  </a:lnTo>
                  <a:lnTo>
                    <a:pt x="2763" y="0"/>
                  </a:lnTo>
                  <a:close/>
                </a:path>
              </a:pathLst>
            </a:custGeom>
            <a:solidFill>
              <a:schemeClr val="accent6"/>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968;p60">
              <a:extLst>
                <a:ext uri="{FF2B5EF4-FFF2-40B4-BE49-F238E27FC236}">
                  <a16:creationId xmlns:a16="http://schemas.microsoft.com/office/drawing/2014/main" id="{BCA2B778-9A90-2F92-E992-F93151F96CA0}"/>
                </a:ext>
              </a:extLst>
            </p:cNvPr>
            <p:cNvSpPr/>
            <p:nvPr/>
          </p:nvSpPr>
          <p:spPr>
            <a:xfrm>
              <a:off x="6435825" y="3213058"/>
              <a:ext cx="362240" cy="160136"/>
            </a:xfrm>
            <a:custGeom>
              <a:avLst/>
              <a:gdLst/>
              <a:ahLst/>
              <a:cxnLst/>
              <a:rect l="l" t="t" r="r" b="b"/>
              <a:pathLst>
                <a:path w="17884" h="7906" extrusionOk="0">
                  <a:moveTo>
                    <a:pt x="10264" y="0"/>
                  </a:moveTo>
                  <a:lnTo>
                    <a:pt x="1" y="3870"/>
                  </a:lnTo>
                  <a:lnTo>
                    <a:pt x="17884" y="7906"/>
                  </a:lnTo>
                  <a:lnTo>
                    <a:pt x="10264" y="0"/>
                  </a:lnTo>
                  <a:close/>
                </a:path>
              </a:pathLst>
            </a:custGeom>
            <a:solidFill>
              <a:schemeClr val="accent6"/>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969;p60">
              <a:extLst>
                <a:ext uri="{FF2B5EF4-FFF2-40B4-BE49-F238E27FC236}">
                  <a16:creationId xmlns:a16="http://schemas.microsoft.com/office/drawing/2014/main" id="{94CCF6F1-70EA-8752-1FD7-A07CB8531BD0}"/>
                </a:ext>
              </a:extLst>
            </p:cNvPr>
            <p:cNvSpPr/>
            <p:nvPr/>
          </p:nvSpPr>
          <p:spPr>
            <a:xfrm>
              <a:off x="6491772" y="3042543"/>
              <a:ext cx="362483" cy="220678"/>
            </a:xfrm>
            <a:custGeom>
              <a:avLst/>
              <a:gdLst/>
              <a:ahLst/>
              <a:cxnLst/>
              <a:rect l="l" t="t" r="r" b="b"/>
              <a:pathLst>
                <a:path w="17896" h="10895" extrusionOk="0">
                  <a:moveTo>
                    <a:pt x="1" y="0"/>
                  </a:moveTo>
                  <a:lnTo>
                    <a:pt x="6942" y="10895"/>
                  </a:lnTo>
                  <a:lnTo>
                    <a:pt x="17896" y="4037"/>
                  </a:lnTo>
                  <a:lnTo>
                    <a:pt x="1" y="0"/>
                  </a:lnTo>
                  <a:close/>
                </a:path>
              </a:pathLst>
            </a:custGeom>
            <a:solidFill>
              <a:schemeClr val="accent4"/>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970;p60">
              <a:extLst>
                <a:ext uri="{FF2B5EF4-FFF2-40B4-BE49-F238E27FC236}">
                  <a16:creationId xmlns:a16="http://schemas.microsoft.com/office/drawing/2014/main" id="{7FF0C48C-0EBE-7173-0FB7-19D36AB11149}"/>
                </a:ext>
              </a:extLst>
            </p:cNvPr>
            <p:cNvSpPr/>
            <p:nvPr/>
          </p:nvSpPr>
          <p:spPr>
            <a:xfrm>
              <a:off x="6785281" y="3200358"/>
              <a:ext cx="92140" cy="132326"/>
            </a:xfrm>
            <a:custGeom>
              <a:avLst/>
              <a:gdLst/>
              <a:ahLst/>
              <a:cxnLst/>
              <a:rect l="l" t="t" r="r" b="b"/>
              <a:pathLst>
                <a:path w="4549" h="6533" extrusionOk="0">
                  <a:moveTo>
                    <a:pt x="1329" y="1"/>
                  </a:moveTo>
                  <a:cubicBezTo>
                    <a:pt x="1085" y="1"/>
                    <a:pt x="852" y="227"/>
                    <a:pt x="941" y="520"/>
                  </a:cubicBezTo>
                  <a:lnTo>
                    <a:pt x="1549" y="2937"/>
                  </a:lnTo>
                  <a:cubicBezTo>
                    <a:pt x="1549" y="2937"/>
                    <a:pt x="1" y="5318"/>
                    <a:pt x="3382" y="6533"/>
                  </a:cubicBezTo>
                  <a:lnTo>
                    <a:pt x="4549" y="3889"/>
                  </a:lnTo>
                  <a:lnTo>
                    <a:pt x="1644" y="163"/>
                  </a:lnTo>
                  <a:cubicBezTo>
                    <a:pt x="1557" y="50"/>
                    <a:pt x="1442" y="1"/>
                    <a:pt x="1329" y="1"/>
                  </a:cubicBezTo>
                  <a:close/>
                </a:path>
              </a:pathLst>
            </a:custGeom>
            <a:solidFill>
              <a:schemeClr val="accent4"/>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971;p60">
              <a:extLst>
                <a:ext uri="{FF2B5EF4-FFF2-40B4-BE49-F238E27FC236}">
                  <a16:creationId xmlns:a16="http://schemas.microsoft.com/office/drawing/2014/main" id="{90DFB060-7912-2D87-598D-82486A69D9FD}"/>
                </a:ext>
              </a:extLst>
            </p:cNvPr>
            <p:cNvSpPr/>
            <p:nvPr/>
          </p:nvSpPr>
          <p:spPr>
            <a:xfrm>
              <a:off x="6813254" y="3269006"/>
              <a:ext cx="302934" cy="371396"/>
            </a:xfrm>
            <a:custGeom>
              <a:avLst/>
              <a:gdLst/>
              <a:ahLst/>
              <a:cxnLst/>
              <a:rect l="l" t="t" r="r" b="b"/>
              <a:pathLst>
                <a:path w="14956" h="18336" extrusionOk="0">
                  <a:moveTo>
                    <a:pt x="3239" y="0"/>
                  </a:moveTo>
                  <a:lnTo>
                    <a:pt x="1" y="3156"/>
                  </a:lnTo>
                  <a:lnTo>
                    <a:pt x="6776" y="18336"/>
                  </a:lnTo>
                  <a:lnTo>
                    <a:pt x="14955" y="17110"/>
                  </a:lnTo>
                  <a:lnTo>
                    <a:pt x="3239" y="0"/>
                  </a:lnTo>
                  <a:close/>
                </a:path>
              </a:pathLst>
            </a:custGeom>
            <a:solidFill>
              <a:schemeClr val="accent1"/>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972;p60">
              <a:extLst>
                <a:ext uri="{FF2B5EF4-FFF2-40B4-BE49-F238E27FC236}">
                  <a16:creationId xmlns:a16="http://schemas.microsoft.com/office/drawing/2014/main" id="{6ECED33D-337E-D670-D80D-3BD9C66CDFE1}"/>
                </a:ext>
              </a:extLst>
            </p:cNvPr>
            <p:cNvSpPr/>
            <p:nvPr/>
          </p:nvSpPr>
          <p:spPr>
            <a:xfrm>
              <a:off x="6859559" y="3311199"/>
              <a:ext cx="197304" cy="316667"/>
            </a:xfrm>
            <a:custGeom>
              <a:avLst/>
              <a:gdLst/>
              <a:ahLst/>
              <a:cxnLst/>
              <a:rect l="l" t="t" r="r" b="b"/>
              <a:pathLst>
                <a:path w="9741" h="15634" extrusionOk="0">
                  <a:moveTo>
                    <a:pt x="775" y="1"/>
                  </a:moveTo>
                  <a:cubicBezTo>
                    <a:pt x="537" y="287"/>
                    <a:pt x="275" y="561"/>
                    <a:pt x="1" y="822"/>
                  </a:cubicBezTo>
                  <a:lnTo>
                    <a:pt x="8597" y="15634"/>
                  </a:lnTo>
                  <a:lnTo>
                    <a:pt x="9740" y="15467"/>
                  </a:lnTo>
                  <a:lnTo>
                    <a:pt x="775" y="1"/>
                  </a:lnTo>
                  <a:close/>
                </a:path>
              </a:pathLst>
            </a:custGeom>
            <a:solidFill>
              <a:schemeClr val="accent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973;p60">
              <a:extLst>
                <a:ext uri="{FF2B5EF4-FFF2-40B4-BE49-F238E27FC236}">
                  <a16:creationId xmlns:a16="http://schemas.microsoft.com/office/drawing/2014/main" id="{9D50AB6F-AF40-9DAC-E2C5-75BBB1FC28FF}"/>
                </a:ext>
              </a:extLst>
            </p:cNvPr>
            <p:cNvSpPr/>
            <p:nvPr/>
          </p:nvSpPr>
          <p:spPr>
            <a:xfrm>
              <a:off x="6825084" y="3288532"/>
              <a:ext cx="71399" cy="78164"/>
            </a:xfrm>
            <a:custGeom>
              <a:avLst/>
              <a:gdLst/>
              <a:ahLst/>
              <a:cxnLst/>
              <a:rect l="l" t="t" r="r" b="b"/>
              <a:pathLst>
                <a:path w="3525" h="3859" extrusionOk="0">
                  <a:moveTo>
                    <a:pt x="3310" y="1"/>
                  </a:moveTo>
                  <a:lnTo>
                    <a:pt x="0" y="3501"/>
                  </a:lnTo>
                  <a:lnTo>
                    <a:pt x="155" y="3858"/>
                  </a:lnTo>
                  <a:lnTo>
                    <a:pt x="3525" y="310"/>
                  </a:lnTo>
                  <a:lnTo>
                    <a:pt x="3310" y="1"/>
                  </a:lnTo>
                  <a:close/>
                </a:path>
              </a:pathLst>
            </a:custGeom>
            <a:solidFill>
              <a:srgbClr val="6774FF"/>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974;p60">
              <a:extLst>
                <a:ext uri="{FF2B5EF4-FFF2-40B4-BE49-F238E27FC236}">
                  <a16:creationId xmlns:a16="http://schemas.microsoft.com/office/drawing/2014/main" id="{B9024D49-8D4E-3974-49F6-596EB2B41DB4}"/>
                </a:ext>
              </a:extLst>
            </p:cNvPr>
            <p:cNvSpPr/>
            <p:nvPr/>
          </p:nvSpPr>
          <p:spPr>
            <a:xfrm>
              <a:off x="7133885" y="3221971"/>
              <a:ext cx="304980" cy="536798"/>
            </a:xfrm>
            <a:custGeom>
              <a:avLst/>
              <a:gdLst/>
              <a:ahLst/>
              <a:cxnLst/>
              <a:rect l="l" t="t" r="r" b="b"/>
              <a:pathLst>
                <a:path w="15057" h="26502" extrusionOk="0">
                  <a:moveTo>
                    <a:pt x="5972" y="1"/>
                  </a:moveTo>
                  <a:cubicBezTo>
                    <a:pt x="5972" y="1"/>
                    <a:pt x="150" y="9371"/>
                    <a:pt x="43" y="20658"/>
                  </a:cubicBezTo>
                  <a:cubicBezTo>
                    <a:pt x="0" y="25150"/>
                    <a:pt x="2375" y="26501"/>
                    <a:pt x="5247" y="26501"/>
                  </a:cubicBezTo>
                  <a:cubicBezTo>
                    <a:pt x="9584" y="26501"/>
                    <a:pt x="15057" y="23420"/>
                    <a:pt x="15057" y="23420"/>
                  </a:cubicBezTo>
                  <a:lnTo>
                    <a:pt x="13866" y="10288"/>
                  </a:lnTo>
                  <a:lnTo>
                    <a:pt x="5972" y="1"/>
                  </a:lnTo>
                  <a:close/>
                </a:path>
              </a:pathLst>
            </a:custGeom>
            <a:solidFill>
              <a:schemeClr val="accent1"/>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975;p60">
              <a:extLst>
                <a:ext uri="{FF2B5EF4-FFF2-40B4-BE49-F238E27FC236}">
                  <a16:creationId xmlns:a16="http://schemas.microsoft.com/office/drawing/2014/main" id="{0296B6EF-5F18-1378-2A82-02625BE98183}"/>
                </a:ext>
              </a:extLst>
            </p:cNvPr>
            <p:cNvSpPr/>
            <p:nvPr/>
          </p:nvSpPr>
          <p:spPr>
            <a:xfrm>
              <a:off x="6620559" y="4842411"/>
              <a:ext cx="268196" cy="150738"/>
            </a:xfrm>
            <a:custGeom>
              <a:avLst/>
              <a:gdLst/>
              <a:ahLst/>
              <a:cxnLst/>
              <a:rect l="l" t="t" r="r" b="b"/>
              <a:pathLst>
                <a:path w="13241" h="7442" extrusionOk="0">
                  <a:moveTo>
                    <a:pt x="10097" y="1"/>
                  </a:moveTo>
                  <a:lnTo>
                    <a:pt x="8383" y="3489"/>
                  </a:lnTo>
                  <a:cubicBezTo>
                    <a:pt x="8383" y="3489"/>
                    <a:pt x="5375" y="2623"/>
                    <a:pt x="2897" y="2623"/>
                  </a:cubicBezTo>
                  <a:cubicBezTo>
                    <a:pt x="1643" y="2623"/>
                    <a:pt x="525" y="2845"/>
                    <a:pt x="1" y="3513"/>
                  </a:cubicBezTo>
                  <a:cubicBezTo>
                    <a:pt x="3251" y="5299"/>
                    <a:pt x="9764" y="7442"/>
                    <a:pt x="9764" y="7442"/>
                  </a:cubicBezTo>
                  <a:lnTo>
                    <a:pt x="13241" y="441"/>
                  </a:lnTo>
                  <a:lnTo>
                    <a:pt x="10097" y="1"/>
                  </a:lnTo>
                  <a:close/>
                </a:path>
              </a:pathLst>
            </a:custGeom>
            <a:solidFill>
              <a:schemeClr val="accent4"/>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976;p60">
              <a:extLst>
                <a:ext uri="{FF2B5EF4-FFF2-40B4-BE49-F238E27FC236}">
                  <a16:creationId xmlns:a16="http://schemas.microsoft.com/office/drawing/2014/main" id="{D369DEFD-8691-90A0-484C-C2DAB1781A49}"/>
                </a:ext>
              </a:extLst>
            </p:cNvPr>
            <p:cNvSpPr/>
            <p:nvPr/>
          </p:nvSpPr>
          <p:spPr>
            <a:xfrm>
              <a:off x="7489985" y="4790069"/>
              <a:ext cx="194407" cy="253977"/>
            </a:xfrm>
            <a:custGeom>
              <a:avLst/>
              <a:gdLst/>
              <a:ahLst/>
              <a:cxnLst/>
              <a:rect l="l" t="t" r="r" b="b"/>
              <a:pathLst>
                <a:path w="9598" h="12539" extrusionOk="0">
                  <a:moveTo>
                    <a:pt x="5930" y="1"/>
                  </a:moveTo>
                  <a:lnTo>
                    <a:pt x="3739" y="2299"/>
                  </a:lnTo>
                  <a:lnTo>
                    <a:pt x="5573" y="5716"/>
                  </a:lnTo>
                  <a:cubicBezTo>
                    <a:pt x="5573" y="5716"/>
                    <a:pt x="1" y="10121"/>
                    <a:pt x="727" y="12538"/>
                  </a:cubicBezTo>
                  <a:cubicBezTo>
                    <a:pt x="4073" y="10943"/>
                    <a:pt x="9597" y="6907"/>
                    <a:pt x="9597" y="6907"/>
                  </a:cubicBezTo>
                  <a:lnTo>
                    <a:pt x="5930" y="1"/>
                  </a:lnTo>
                  <a:close/>
                </a:path>
              </a:pathLst>
            </a:custGeom>
            <a:solidFill>
              <a:schemeClr val="accent4"/>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977;p60">
              <a:extLst>
                <a:ext uri="{FF2B5EF4-FFF2-40B4-BE49-F238E27FC236}">
                  <a16:creationId xmlns:a16="http://schemas.microsoft.com/office/drawing/2014/main" id="{40694325-06FA-96A0-0674-C4B443E0325C}"/>
                </a:ext>
              </a:extLst>
            </p:cNvPr>
            <p:cNvSpPr/>
            <p:nvPr/>
          </p:nvSpPr>
          <p:spPr>
            <a:xfrm>
              <a:off x="6620802" y="4892099"/>
              <a:ext cx="231049" cy="101052"/>
            </a:xfrm>
            <a:custGeom>
              <a:avLst/>
              <a:gdLst/>
              <a:ahLst/>
              <a:cxnLst/>
              <a:rect l="l" t="t" r="r" b="b"/>
              <a:pathLst>
                <a:path w="11407" h="4989" extrusionOk="0">
                  <a:moveTo>
                    <a:pt x="8883" y="0"/>
                  </a:moveTo>
                  <a:lnTo>
                    <a:pt x="8371" y="1036"/>
                  </a:lnTo>
                  <a:cubicBezTo>
                    <a:pt x="8371" y="1036"/>
                    <a:pt x="5363" y="170"/>
                    <a:pt x="2889" y="170"/>
                  </a:cubicBezTo>
                  <a:cubicBezTo>
                    <a:pt x="1636" y="170"/>
                    <a:pt x="521" y="392"/>
                    <a:pt x="1" y="1060"/>
                  </a:cubicBezTo>
                  <a:cubicBezTo>
                    <a:pt x="3239" y="2846"/>
                    <a:pt x="9752" y="4989"/>
                    <a:pt x="9752" y="4989"/>
                  </a:cubicBezTo>
                  <a:lnTo>
                    <a:pt x="11407" y="1643"/>
                  </a:lnTo>
                  <a:lnTo>
                    <a:pt x="8883" y="0"/>
                  </a:lnTo>
                  <a:close/>
                </a:path>
              </a:pathLst>
            </a:custGeom>
            <a:solidFill>
              <a:schemeClr val="accent5"/>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978;p60">
              <a:extLst>
                <a:ext uri="{FF2B5EF4-FFF2-40B4-BE49-F238E27FC236}">
                  <a16:creationId xmlns:a16="http://schemas.microsoft.com/office/drawing/2014/main" id="{D6F9E06F-1142-F485-ECD2-238052E21212}"/>
                </a:ext>
              </a:extLst>
            </p:cNvPr>
            <p:cNvSpPr/>
            <p:nvPr/>
          </p:nvSpPr>
          <p:spPr>
            <a:xfrm>
              <a:off x="7489985" y="4863153"/>
              <a:ext cx="194407" cy="180897"/>
            </a:xfrm>
            <a:custGeom>
              <a:avLst/>
              <a:gdLst/>
              <a:ahLst/>
              <a:cxnLst/>
              <a:rect l="l" t="t" r="r" b="b"/>
              <a:pathLst>
                <a:path w="9598" h="8931" extrusionOk="0">
                  <a:moveTo>
                    <a:pt x="7859" y="1"/>
                  </a:moveTo>
                  <a:lnTo>
                    <a:pt x="5037" y="1096"/>
                  </a:lnTo>
                  <a:lnTo>
                    <a:pt x="5573" y="2108"/>
                  </a:lnTo>
                  <a:cubicBezTo>
                    <a:pt x="5573" y="2108"/>
                    <a:pt x="1" y="6513"/>
                    <a:pt x="727" y="8930"/>
                  </a:cubicBezTo>
                  <a:cubicBezTo>
                    <a:pt x="4073" y="7335"/>
                    <a:pt x="9597" y="3299"/>
                    <a:pt x="9597" y="3299"/>
                  </a:cubicBezTo>
                  <a:lnTo>
                    <a:pt x="7859" y="1"/>
                  </a:lnTo>
                  <a:close/>
                </a:path>
              </a:pathLst>
            </a:custGeom>
            <a:solidFill>
              <a:schemeClr val="accent5"/>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979;p60">
              <a:extLst>
                <a:ext uri="{FF2B5EF4-FFF2-40B4-BE49-F238E27FC236}">
                  <a16:creationId xmlns:a16="http://schemas.microsoft.com/office/drawing/2014/main" id="{0DCB5989-0D3C-90F4-0E5C-CE843F93A237}"/>
                </a:ext>
              </a:extLst>
            </p:cNvPr>
            <p:cNvSpPr/>
            <p:nvPr/>
          </p:nvSpPr>
          <p:spPr>
            <a:xfrm>
              <a:off x="7286210" y="4204509"/>
              <a:ext cx="367304" cy="665863"/>
            </a:xfrm>
            <a:custGeom>
              <a:avLst/>
              <a:gdLst/>
              <a:ahLst/>
              <a:cxnLst/>
              <a:rect l="l" t="t" r="r" b="b"/>
              <a:pathLst>
                <a:path w="18134" h="32874" extrusionOk="0">
                  <a:moveTo>
                    <a:pt x="9406" y="1"/>
                  </a:moveTo>
                  <a:lnTo>
                    <a:pt x="0" y="4204"/>
                  </a:lnTo>
                  <a:cubicBezTo>
                    <a:pt x="286" y="4227"/>
                    <a:pt x="8477" y="25778"/>
                    <a:pt x="13728" y="32874"/>
                  </a:cubicBezTo>
                  <a:cubicBezTo>
                    <a:pt x="17776" y="31123"/>
                    <a:pt x="18133" y="30588"/>
                    <a:pt x="18133" y="30588"/>
                  </a:cubicBezTo>
                  <a:cubicBezTo>
                    <a:pt x="18133" y="30588"/>
                    <a:pt x="10370" y="7001"/>
                    <a:pt x="9406" y="1"/>
                  </a:cubicBezTo>
                  <a:close/>
                </a:path>
              </a:pathLst>
            </a:custGeom>
            <a:solidFill>
              <a:schemeClr val="accent6"/>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980;p60">
              <a:extLst>
                <a:ext uri="{FF2B5EF4-FFF2-40B4-BE49-F238E27FC236}">
                  <a16:creationId xmlns:a16="http://schemas.microsoft.com/office/drawing/2014/main" id="{0A849610-7439-E831-851C-DF8F6E4A1ADD}"/>
                </a:ext>
              </a:extLst>
            </p:cNvPr>
            <p:cNvSpPr/>
            <p:nvPr/>
          </p:nvSpPr>
          <p:spPr>
            <a:xfrm>
              <a:off x="6807238" y="4285796"/>
              <a:ext cx="484034" cy="595679"/>
            </a:xfrm>
            <a:custGeom>
              <a:avLst/>
              <a:gdLst/>
              <a:ahLst/>
              <a:cxnLst/>
              <a:rect l="l" t="t" r="r" b="b"/>
              <a:pathLst>
                <a:path w="23897" h="29409" extrusionOk="0">
                  <a:moveTo>
                    <a:pt x="23896" y="0"/>
                  </a:moveTo>
                  <a:lnTo>
                    <a:pt x="9835" y="2024"/>
                  </a:lnTo>
                  <a:lnTo>
                    <a:pt x="0" y="27622"/>
                  </a:lnTo>
                  <a:lnTo>
                    <a:pt x="3894" y="29408"/>
                  </a:lnTo>
                  <a:cubicBezTo>
                    <a:pt x="3894" y="29408"/>
                    <a:pt x="20050" y="3441"/>
                    <a:pt x="23896" y="0"/>
                  </a:cubicBezTo>
                  <a:close/>
                </a:path>
              </a:pathLst>
            </a:custGeom>
            <a:solidFill>
              <a:schemeClr val="accent6"/>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981;p60">
              <a:extLst>
                <a:ext uri="{FF2B5EF4-FFF2-40B4-BE49-F238E27FC236}">
                  <a16:creationId xmlns:a16="http://schemas.microsoft.com/office/drawing/2014/main" id="{C7A8B157-0800-0649-E71C-2A05C6738B80}"/>
                </a:ext>
              </a:extLst>
            </p:cNvPr>
            <p:cNvSpPr/>
            <p:nvPr/>
          </p:nvSpPr>
          <p:spPr>
            <a:xfrm>
              <a:off x="6842686" y="4297605"/>
              <a:ext cx="366575" cy="573014"/>
            </a:xfrm>
            <a:custGeom>
              <a:avLst/>
              <a:gdLst/>
              <a:ahLst/>
              <a:cxnLst/>
              <a:rect l="l" t="t" r="r" b="b"/>
              <a:pathLst>
                <a:path w="18098" h="28290" extrusionOk="0">
                  <a:moveTo>
                    <a:pt x="18098" y="0"/>
                  </a:moveTo>
                  <a:lnTo>
                    <a:pt x="16705" y="203"/>
                  </a:lnTo>
                  <a:lnTo>
                    <a:pt x="0" y="27837"/>
                  </a:lnTo>
                  <a:lnTo>
                    <a:pt x="989" y="28290"/>
                  </a:lnTo>
                  <a:lnTo>
                    <a:pt x="18098" y="0"/>
                  </a:lnTo>
                  <a:close/>
                </a:path>
              </a:pathLst>
            </a:custGeom>
            <a:solidFill>
              <a:schemeClr val="accent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982;p60">
              <a:extLst>
                <a:ext uri="{FF2B5EF4-FFF2-40B4-BE49-F238E27FC236}">
                  <a16:creationId xmlns:a16="http://schemas.microsoft.com/office/drawing/2014/main" id="{8942CF2B-AA2F-EBDD-BC13-85079311DC50}"/>
                </a:ext>
              </a:extLst>
            </p:cNvPr>
            <p:cNvSpPr/>
            <p:nvPr/>
          </p:nvSpPr>
          <p:spPr>
            <a:xfrm>
              <a:off x="7373756" y="4244069"/>
              <a:ext cx="259750" cy="603640"/>
            </a:xfrm>
            <a:custGeom>
              <a:avLst/>
              <a:gdLst/>
              <a:ahLst/>
              <a:cxnLst/>
              <a:rect l="l" t="t" r="r" b="b"/>
              <a:pathLst>
                <a:path w="12824" h="29802" extrusionOk="0">
                  <a:moveTo>
                    <a:pt x="1000" y="0"/>
                  </a:moveTo>
                  <a:lnTo>
                    <a:pt x="0" y="417"/>
                  </a:lnTo>
                  <a:cubicBezTo>
                    <a:pt x="2262" y="6775"/>
                    <a:pt x="7680" y="21610"/>
                    <a:pt x="11871" y="29802"/>
                  </a:cubicBezTo>
                  <a:cubicBezTo>
                    <a:pt x="12263" y="29599"/>
                    <a:pt x="12573" y="29444"/>
                    <a:pt x="12823" y="29301"/>
                  </a:cubicBezTo>
                  <a:cubicBezTo>
                    <a:pt x="8703" y="21205"/>
                    <a:pt x="3250" y="6287"/>
                    <a:pt x="1000" y="0"/>
                  </a:cubicBezTo>
                  <a:close/>
                </a:path>
              </a:pathLst>
            </a:custGeom>
            <a:solidFill>
              <a:schemeClr val="accent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983;p60">
              <a:extLst>
                <a:ext uri="{FF2B5EF4-FFF2-40B4-BE49-F238E27FC236}">
                  <a16:creationId xmlns:a16="http://schemas.microsoft.com/office/drawing/2014/main" id="{FEF4EDE6-FEEC-F4BC-AC45-E86E90B9D3FF}"/>
                </a:ext>
              </a:extLst>
            </p:cNvPr>
            <p:cNvSpPr/>
            <p:nvPr/>
          </p:nvSpPr>
          <p:spPr>
            <a:xfrm>
              <a:off x="6643955" y="3539606"/>
              <a:ext cx="1193283" cy="849859"/>
            </a:xfrm>
            <a:custGeom>
              <a:avLst/>
              <a:gdLst/>
              <a:ahLst/>
              <a:cxnLst/>
              <a:rect l="l" t="t" r="r" b="b"/>
              <a:pathLst>
                <a:path w="58913" h="41958" extrusionOk="0">
                  <a:moveTo>
                    <a:pt x="56972" y="0"/>
                  </a:moveTo>
                  <a:lnTo>
                    <a:pt x="1" y="2834"/>
                  </a:lnTo>
                  <a:lnTo>
                    <a:pt x="1953" y="41958"/>
                  </a:lnTo>
                  <a:lnTo>
                    <a:pt x="58913" y="39136"/>
                  </a:lnTo>
                  <a:lnTo>
                    <a:pt x="56972" y="0"/>
                  </a:lnTo>
                  <a:close/>
                </a:path>
              </a:pathLst>
            </a:custGeom>
            <a:solidFill>
              <a:schemeClr val="accent4"/>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984;p60">
              <a:extLst>
                <a:ext uri="{FF2B5EF4-FFF2-40B4-BE49-F238E27FC236}">
                  <a16:creationId xmlns:a16="http://schemas.microsoft.com/office/drawing/2014/main" id="{E3045476-9437-79B4-0835-0FF59AC8F3D6}"/>
                </a:ext>
              </a:extLst>
            </p:cNvPr>
            <p:cNvSpPr/>
            <p:nvPr/>
          </p:nvSpPr>
          <p:spPr>
            <a:xfrm>
              <a:off x="6683272" y="3980943"/>
              <a:ext cx="1153968" cy="408786"/>
            </a:xfrm>
            <a:custGeom>
              <a:avLst/>
              <a:gdLst/>
              <a:ahLst/>
              <a:cxnLst/>
              <a:rect l="l" t="t" r="r" b="b"/>
              <a:pathLst>
                <a:path w="56972" h="20182" extrusionOk="0">
                  <a:moveTo>
                    <a:pt x="27551" y="1"/>
                  </a:moveTo>
                  <a:lnTo>
                    <a:pt x="0" y="20182"/>
                  </a:lnTo>
                  <a:lnTo>
                    <a:pt x="56972" y="17360"/>
                  </a:lnTo>
                  <a:lnTo>
                    <a:pt x="27551" y="1"/>
                  </a:lnTo>
                  <a:close/>
                </a:path>
              </a:pathLst>
            </a:custGeom>
            <a:solidFill>
              <a:schemeClr val="accent4"/>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985;p60">
              <a:extLst>
                <a:ext uri="{FF2B5EF4-FFF2-40B4-BE49-F238E27FC236}">
                  <a16:creationId xmlns:a16="http://schemas.microsoft.com/office/drawing/2014/main" id="{1B2B065D-EBEB-904C-C254-F1BEEE191C64}"/>
                </a:ext>
              </a:extLst>
            </p:cNvPr>
            <p:cNvSpPr/>
            <p:nvPr/>
          </p:nvSpPr>
          <p:spPr>
            <a:xfrm>
              <a:off x="6643955" y="3539849"/>
              <a:ext cx="1153988" cy="564993"/>
            </a:xfrm>
            <a:custGeom>
              <a:avLst/>
              <a:gdLst/>
              <a:ahLst/>
              <a:cxnLst/>
              <a:rect l="l" t="t" r="r" b="b"/>
              <a:pathLst>
                <a:path w="56973" h="27894" extrusionOk="0">
                  <a:moveTo>
                    <a:pt x="56972" y="0"/>
                  </a:moveTo>
                  <a:lnTo>
                    <a:pt x="1" y="2822"/>
                  </a:lnTo>
                  <a:lnTo>
                    <a:pt x="26647" y="26765"/>
                  </a:lnTo>
                  <a:cubicBezTo>
                    <a:pt x="27486" y="27521"/>
                    <a:pt x="28536" y="27893"/>
                    <a:pt x="29582" y="27893"/>
                  </a:cubicBezTo>
                  <a:cubicBezTo>
                    <a:pt x="30777" y="27893"/>
                    <a:pt x="31968" y="27408"/>
                    <a:pt x="32838" y="26456"/>
                  </a:cubicBezTo>
                  <a:lnTo>
                    <a:pt x="56972" y="0"/>
                  </a:lnTo>
                  <a:close/>
                </a:path>
              </a:pathLst>
            </a:custGeom>
            <a:solidFill>
              <a:schemeClr val="accent2"/>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986;p60">
              <a:extLst>
                <a:ext uri="{FF2B5EF4-FFF2-40B4-BE49-F238E27FC236}">
                  <a16:creationId xmlns:a16="http://schemas.microsoft.com/office/drawing/2014/main" id="{F1AB5797-87FC-80BF-918E-902E62D4D49B}"/>
                </a:ext>
              </a:extLst>
            </p:cNvPr>
            <p:cNvSpPr/>
            <p:nvPr/>
          </p:nvSpPr>
          <p:spPr>
            <a:xfrm>
              <a:off x="7184181" y="3120914"/>
              <a:ext cx="162324" cy="206702"/>
            </a:xfrm>
            <a:custGeom>
              <a:avLst/>
              <a:gdLst/>
              <a:ahLst/>
              <a:cxnLst/>
              <a:rect l="l" t="t" r="r" b="b"/>
              <a:pathLst>
                <a:path w="8014" h="10205" extrusionOk="0">
                  <a:moveTo>
                    <a:pt x="2787" y="1"/>
                  </a:moveTo>
                  <a:lnTo>
                    <a:pt x="1" y="2013"/>
                  </a:lnTo>
                  <a:lnTo>
                    <a:pt x="4168" y="10205"/>
                  </a:lnTo>
                  <a:lnTo>
                    <a:pt x="8014" y="7752"/>
                  </a:lnTo>
                  <a:lnTo>
                    <a:pt x="2787" y="1"/>
                  </a:lnTo>
                  <a:close/>
                </a:path>
              </a:pathLst>
            </a:custGeom>
            <a:solidFill>
              <a:schemeClr val="accent4"/>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987;p60">
              <a:extLst>
                <a:ext uri="{FF2B5EF4-FFF2-40B4-BE49-F238E27FC236}">
                  <a16:creationId xmlns:a16="http://schemas.microsoft.com/office/drawing/2014/main" id="{CE6EB095-EDAA-9AC5-7158-32776BB516DB}"/>
                </a:ext>
              </a:extLst>
            </p:cNvPr>
            <p:cNvSpPr/>
            <p:nvPr/>
          </p:nvSpPr>
          <p:spPr>
            <a:xfrm>
              <a:off x="7105325" y="3794993"/>
              <a:ext cx="139415" cy="156591"/>
            </a:xfrm>
            <a:custGeom>
              <a:avLst/>
              <a:gdLst/>
              <a:ahLst/>
              <a:cxnLst/>
              <a:rect l="l" t="t" r="r" b="b"/>
              <a:pathLst>
                <a:path w="6883" h="7731" extrusionOk="0">
                  <a:moveTo>
                    <a:pt x="4227" y="1"/>
                  </a:moveTo>
                  <a:lnTo>
                    <a:pt x="1893" y="3811"/>
                  </a:lnTo>
                  <a:cubicBezTo>
                    <a:pt x="1882" y="3823"/>
                    <a:pt x="1882" y="3835"/>
                    <a:pt x="1870" y="3847"/>
                  </a:cubicBezTo>
                  <a:cubicBezTo>
                    <a:pt x="1632" y="3882"/>
                    <a:pt x="1405" y="3942"/>
                    <a:pt x="1179" y="4025"/>
                  </a:cubicBezTo>
                  <a:cubicBezTo>
                    <a:pt x="489" y="4263"/>
                    <a:pt x="0" y="4620"/>
                    <a:pt x="72" y="4823"/>
                  </a:cubicBezTo>
                  <a:cubicBezTo>
                    <a:pt x="104" y="4909"/>
                    <a:pt x="245" y="4951"/>
                    <a:pt x="451" y="4951"/>
                  </a:cubicBezTo>
                  <a:cubicBezTo>
                    <a:pt x="704" y="4951"/>
                    <a:pt x="1056" y="4888"/>
                    <a:pt x="1429" y="4763"/>
                  </a:cubicBezTo>
                  <a:cubicBezTo>
                    <a:pt x="1572" y="4704"/>
                    <a:pt x="1703" y="4644"/>
                    <a:pt x="1846" y="4585"/>
                  </a:cubicBezTo>
                  <a:lnTo>
                    <a:pt x="1846" y="4585"/>
                  </a:lnTo>
                  <a:cubicBezTo>
                    <a:pt x="1703" y="4716"/>
                    <a:pt x="1560" y="4859"/>
                    <a:pt x="1441" y="5013"/>
                  </a:cubicBezTo>
                  <a:cubicBezTo>
                    <a:pt x="893" y="5656"/>
                    <a:pt x="596" y="6311"/>
                    <a:pt x="786" y="6466"/>
                  </a:cubicBezTo>
                  <a:cubicBezTo>
                    <a:pt x="812" y="6489"/>
                    <a:pt x="848" y="6500"/>
                    <a:pt x="890" y="6500"/>
                  </a:cubicBezTo>
                  <a:cubicBezTo>
                    <a:pt x="1139" y="6500"/>
                    <a:pt x="1641" y="6132"/>
                    <a:pt x="2108" y="5573"/>
                  </a:cubicBezTo>
                  <a:lnTo>
                    <a:pt x="2143" y="5537"/>
                  </a:lnTo>
                  <a:lnTo>
                    <a:pt x="2143" y="5537"/>
                  </a:lnTo>
                  <a:cubicBezTo>
                    <a:pt x="2096" y="5609"/>
                    <a:pt x="2060" y="5668"/>
                    <a:pt x="2024" y="5740"/>
                  </a:cubicBezTo>
                  <a:cubicBezTo>
                    <a:pt x="1620" y="6490"/>
                    <a:pt x="1465" y="7192"/>
                    <a:pt x="1679" y="7311"/>
                  </a:cubicBezTo>
                  <a:cubicBezTo>
                    <a:pt x="1698" y="7321"/>
                    <a:pt x="1720" y="7325"/>
                    <a:pt x="1743" y="7325"/>
                  </a:cubicBezTo>
                  <a:cubicBezTo>
                    <a:pt x="1981" y="7325"/>
                    <a:pt x="2427" y="6843"/>
                    <a:pt x="2795" y="6162"/>
                  </a:cubicBezTo>
                  <a:lnTo>
                    <a:pt x="2795" y="6162"/>
                  </a:lnTo>
                  <a:cubicBezTo>
                    <a:pt x="2645" y="6988"/>
                    <a:pt x="2729" y="7693"/>
                    <a:pt x="2965" y="7728"/>
                  </a:cubicBezTo>
                  <a:cubicBezTo>
                    <a:pt x="2975" y="7730"/>
                    <a:pt x="2985" y="7731"/>
                    <a:pt x="2995" y="7731"/>
                  </a:cubicBezTo>
                  <a:cubicBezTo>
                    <a:pt x="3224" y="7731"/>
                    <a:pt x="3460" y="7210"/>
                    <a:pt x="3620" y="6514"/>
                  </a:cubicBezTo>
                  <a:cubicBezTo>
                    <a:pt x="3644" y="7097"/>
                    <a:pt x="3763" y="7526"/>
                    <a:pt x="3953" y="7537"/>
                  </a:cubicBezTo>
                  <a:cubicBezTo>
                    <a:pt x="3957" y="7538"/>
                    <a:pt x="3962" y="7538"/>
                    <a:pt x="3966" y="7538"/>
                  </a:cubicBezTo>
                  <a:cubicBezTo>
                    <a:pt x="4211" y="7538"/>
                    <a:pt x="4442" y="6868"/>
                    <a:pt x="4501" y="6037"/>
                  </a:cubicBezTo>
                  <a:lnTo>
                    <a:pt x="4501" y="6013"/>
                  </a:lnTo>
                  <a:cubicBezTo>
                    <a:pt x="4560" y="5918"/>
                    <a:pt x="4620" y="5811"/>
                    <a:pt x="4656" y="5716"/>
                  </a:cubicBezTo>
                  <a:lnTo>
                    <a:pt x="6882" y="1025"/>
                  </a:lnTo>
                  <a:lnTo>
                    <a:pt x="4227" y="1"/>
                  </a:lnTo>
                  <a:close/>
                </a:path>
              </a:pathLst>
            </a:custGeom>
            <a:solidFill>
              <a:schemeClr val="accent4"/>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988;p60">
              <a:extLst>
                <a:ext uri="{FF2B5EF4-FFF2-40B4-BE49-F238E27FC236}">
                  <a16:creationId xmlns:a16="http://schemas.microsoft.com/office/drawing/2014/main" id="{74B85A3D-720C-99F7-DE1D-D82A3055A315}"/>
                </a:ext>
              </a:extLst>
            </p:cNvPr>
            <p:cNvSpPr/>
            <p:nvPr/>
          </p:nvSpPr>
          <p:spPr>
            <a:xfrm>
              <a:off x="7162953" y="3230013"/>
              <a:ext cx="354544" cy="639977"/>
            </a:xfrm>
            <a:custGeom>
              <a:avLst/>
              <a:gdLst/>
              <a:ahLst/>
              <a:cxnLst/>
              <a:rect l="l" t="t" r="r" b="b"/>
              <a:pathLst>
                <a:path w="17504" h="31596" extrusionOk="0">
                  <a:moveTo>
                    <a:pt x="7257" y="0"/>
                  </a:moveTo>
                  <a:cubicBezTo>
                    <a:pt x="6667" y="0"/>
                    <a:pt x="6071" y="165"/>
                    <a:pt x="5537" y="509"/>
                  </a:cubicBezTo>
                  <a:cubicBezTo>
                    <a:pt x="4109" y="1437"/>
                    <a:pt x="3668" y="3318"/>
                    <a:pt x="4537" y="4795"/>
                  </a:cubicBezTo>
                  <a:lnTo>
                    <a:pt x="10252" y="13141"/>
                  </a:lnTo>
                  <a:lnTo>
                    <a:pt x="1" y="29548"/>
                  </a:lnTo>
                  <a:lnTo>
                    <a:pt x="2894" y="31596"/>
                  </a:lnTo>
                  <a:lnTo>
                    <a:pt x="16694" y="15665"/>
                  </a:lnTo>
                  <a:cubicBezTo>
                    <a:pt x="17432" y="14820"/>
                    <a:pt x="17503" y="13593"/>
                    <a:pt x="16896" y="12665"/>
                  </a:cubicBezTo>
                  <a:lnTo>
                    <a:pt x="13788" y="7962"/>
                  </a:lnTo>
                  <a:lnTo>
                    <a:pt x="9859" y="1354"/>
                  </a:lnTo>
                  <a:cubicBezTo>
                    <a:pt x="9244" y="476"/>
                    <a:pt x="8261" y="0"/>
                    <a:pt x="7257" y="0"/>
                  </a:cubicBezTo>
                  <a:close/>
                </a:path>
              </a:pathLst>
            </a:custGeom>
            <a:solidFill>
              <a:schemeClr val="accent1"/>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989;p60">
              <a:extLst>
                <a:ext uri="{FF2B5EF4-FFF2-40B4-BE49-F238E27FC236}">
                  <a16:creationId xmlns:a16="http://schemas.microsoft.com/office/drawing/2014/main" id="{013A13E0-E964-3F08-C7CF-063DCA99CFBB}"/>
                </a:ext>
              </a:extLst>
            </p:cNvPr>
            <p:cNvSpPr/>
            <p:nvPr/>
          </p:nvSpPr>
          <p:spPr>
            <a:xfrm>
              <a:off x="7206138" y="3230175"/>
              <a:ext cx="248164" cy="585309"/>
            </a:xfrm>
            <a:custGeom>
              <a:avLst/>
              <a:gdLst/>
              <a:ahLst/>
              <a:cxnLst/>
              <a:rect l="l" t="t" r="r" b="b"/>
              <a:pathLst>
                <a:path w="12252" h="28897" extrusionOk="0">
                  <a:moveTo>
                    <a:pt x="4275" y="0"/>
                  </a:moveTo>
                  <a:cubicBezTo>
                    <a:pt x="3953" y="84"/>
                    <a:pt x="3632" y="215"/>
                    <a:pt x="3346" y="405"/>
                  </a:cubicBezTo>
                  <a:lnTo>
                    <a:pt x="3286" y="441"/>
                  </a:lnTo>
                  <a:lnTo>
                    <a:pt x="10680" y="12585"/>
                  </a:lnTo>
                  <a:cubicBezTo>
                    <a:pt x="11097" y="13264"/>
                    <a:pt x="11049" y="14133"/>
                    <a:pt x="10561" y="14764"/>
                  </a:cubicBezTo>
                  <a:lnTo>
                    <a:pt x="0" y="28552"/>
                  </a:lnTo>
                  <a:cubicBezTo>
                    <a:pt x="393" y="28563"/>
                    <a:pt x="774" y="28683"/>
                    <a:pt x="1107" y="28897"/>
                  </a:cubicBezTo>
                  <a:lnTo>
                    <a:pt x="11418" y="15419"/>
                  </a:lnTo>
                  <a:cubicBezTo>
                    <a:pt x="12180" y="14443"/>
                    <a:pt x="12252" y="13085"/>
                    <a:pt x="11597" y="12026"/>
                  </a:cubicBezTo>
                  <a:lnTo>
                    <a:pt x="4275" y="0"/>
                  </a:lnTo>
                  <a:close/>
                </a:path>
              </a:pathLst>
            </a:custGeom>
            <a:solidFill>
              <a:schemeClr val="accent3"/>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990;p60">
              <a:extLst>
                <a:ext uri="{FF2B5EF4-FFF2-40B4-BE49-F238E27FC236}">
                  <a16:creationId xmlns:a16="http://schemas.microsoft.com/office/drawing/2014/main" id="{7112951B-B909-F8BD-16A2-03C2CD614BCE}"/>
                </a:ext>
              </a:extLst>
            </p:cNvPr>
            <p:cNvSpPr/>
            <p:nvPr/>
          </p:nvSpPr>
          <p:spPr>
            <a:xfrm>
              <a:off x="7183938" y="3789220"/>
              <a:ext cx="70933" cy="48004"/>
            </a:xfrm>
            <a:custGeom>
              <a:avLst/>
              <a:gdLst/>
              <a:ahLst/>
              <a:cxnLst/>
              <a:rect l="l" t="t" r="r" b="b"/>
              <a:pathLst>
                <a:path w="3502" h="2370" extrusionOk="0">
                  <a:moveTo>
                    <a:pt x="191" y="0"/>
                  </a:moveTo>
                  <a:lnTo>
                    <a:pt x="1" y="298"/>
                  </a:lnTo>
                  <a:cubicBezTo>
                    <a:pt x="1084" y="976"/>
                    <a:pt x="2180" y="1667"/>
                    <a:pt x="3263" y="2369"/>
                  </a:cubicBezTo>
                  <a:lnTo>
                    <a:pt x="3501" y="2096"/>
                  </a:lnTo>
                  <a:cubicBezTo>
                    <a:pt x="2406" y="1381"/>
                    <a:pt x="1299" y="691"/>
                    <a:pt x="191" y="0"/>
                  </a:cubicBezTo>
                  <a:close/>
                </a:path>
              </a:pathLst>
            </a:custGeom>
            <a:solidFill>
              <a:srgbClr val="6774FF"/>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991;p60">
              <a:extLst>
                <a:ext uri="{FF2B5EF4-FFF2-40B4-BE49-F238E27FC236}">
                  <a16:creationId xmlns:a16="http://schemas.microsoft.com/office/drawing/2014/main" id="{3AC2A256-7775-240F-F1DF-9875CA9E75C3}"/>
                </a:ext>
              </a:extLst>
            </p:cNvPr>
            <p:cNvSpPr/>
            <p:nvPr/>
          </p:nvSpPr>
          <p:spPr>
            <a:xfrm>
              <a:off x="7075893" y="2929110"/>
              <a:ext cx="256226" cy="286304"/>
            </a:xfrm>
            <a:custGeom>
              <a:avLst/>
              <a:gdLst/>
              <a:ahLst/>
              <a:cxnLst/>
              <a:rect l="l" t="t" r="r" b="b"/>
              <a:pathLst>
                <a:path w="12650" h="14135" extrusionOk="0">
                  <a:moveTo>
                    <a:pt x="6529" y="1"/>
                  </a:moveTo>
                  <a:cubicBezTo>
                    <a:pt x="4962" y="1"/>
                    <a:pt x="3190" y="686"/>
                    <a:pt x="1382" y="1898"/>
                  </a:cubicBezTo>
                  <a:cubicBezTo>
                    <a:pt x="1" y="2826"/>
                    <a:pt x="132" y="5553"/>
                    <a:pt x="846" y="8148"/>
                  </a:cubicBezTo>
                  <a:cubicBezTo>
                    <a:pt x="953" y="8541"/>
                    <a:pt x="1072" y="8910"/>
                    <a:pt x="1203" y="9291"/>
                  </a:cubicBezTo>
                  <a:cubicBezTo>
                    <a:pt x="1763" y="10934"/>
                    <a:pt x="2525" y="12411"/>
                    <a:pt x="3227" y="13173"/>
                  </a:cubicBezTo>
                  <a:cubicBezTo>
                    <a:pt x="3801" y="13809"/>
                    <a:pt x="4752" y="14134"/>
                    <a:pt x="5819" y="14134"/>
                  </a:cubicBezTo>
                  <a:cubicBezTo>
                    <a:pt x="8784" y="14134"/>
                    <a:pt x="12650" y="11629"/>
                    <a:pt x="11836" y="6351"/>
                  </a:cubicBezTo>
                  <a:cubicBezTo>
                    <a:pt x="11146" y="1876"/>
                    <a:pt x="9119" y="1"/>
                    <a:pt x="6529" y="1"/>
                  </a:cubicBezTo>
                  <a:close/>
                </a:path>
              </a:pathLst>
            </a:custGeom>
            <a:solidFill>
              <a:schemeClr val="accent4"/>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992;p60">
              <a:extLst>
                <a:ext uri="{FF2B5EF4-FFF2-40B4-BE49-F238E27FC236}">
                  <a16:creationId xmlns:a16="http://schemas.microsoft.com/office/drawing/2014/main" id="{D3AE9084-9456-B4F5-4F45-3628BAAF5714}"/>
                </a:ext>
              </a:extLst>
            </p:cNvPr>
            <p:cNvSpPr/>
            <p:nvPr/>
          </p:nvSpPr>
          <p:spPr>
            <a:xfrm>
              <a:off x="7052983" y="2886775"/>
              <a:ext cx="297141" cy="259244"/>
            </a:xfrm>
            <a:custGeom>
              <a:avLst/>
              <a:gdLst/>
              <a:ahLst/>
              <a:cxnLst/>
              <a:rect l="l" t="t" r="r" b="b"/>
              <a:pathLst>
                <a:path w="14670" h="12799" extrusionOk="0">
                  <a:moveTo>
                    <a:pt x="7296" y="0"/>
                  </a:moveTo>
                  <a:cubicBezTo>
                    <a:pt x="7067" y="0"/>
                    <a:pt x="6834" y="4"/>
                    <a:pt x="6597" y="11"/>
                  </a:cubicBezTo>
                  <a:cubicBezTo>
                    <a:pt x="1751" y="154"/>
                    <a:pt x="1" y="3535"/>
                    <a:pt x="1441" y="5797"/>
                  </a:cubicBezTo>
                  <a:cubicBezTo>
                    <a:pt x="1441" y="5797"/>
                    <a:pt x="3669" y="3062"/>
                    <a:pt x="8185" y="3062"/>
                  </a:cubicBezTo>
                  <a:cubicBezTo>
                    <a:pt x="8408" y="3062"/>
                    <a:pt x="8637" y="3069"/>
                    <a:pt x="8871" y="3083"/>
                  </a:cubicBezTo>
                  <a:cubicBezTo>
                    <a:pt x="8871" y="3083"/>
                    <a:pt x="10764" y="6869"/>
                    <a:pt x="11431" y="8607"/>
                  </a:cubicBezTo>
                  <a:cubicBezTo>
                    <a:pt x="11431" y="8607"/>
                    <a:pt x="13324" y="8845"/>
                    <a:pt x="12431" y="12798"/>
                  </a:cubicBezTo>
                  <a:cubicBezTo>
                    <a:pt x="12431" y="12798"/>
                    <a:pt x="14669" y="12108"/>
                    <a:pt x="13848" y="5893"/>
                  </a:cubicBezTo>
                  <a:cubicBezTo>
                    <a:pt x="13179" y="853"/>
                    <a:pt x="10672" y="0"/>
                    <a:pt x="7296" y="0"/>
                  </a:cubicBezTo>
                  <a:close/>
                </a:path>
              </a:pathLst>
            </a:custGeom>
            <a:solidFill>
              <a:schemeClr val="accent5"/>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993;p60">
              <a:extLst>
                <a:ext uri="{FF2B5EF4-FFF2-40B4-BE49-F238E27FC236}">
                  <a16:creationId xmlns:a16="http://schemas.microsoft.com/office/drawing/2014/main" id="{4CC1CE44-5102-DDF9-B3D9-E32D4BCC27C8}"/>
                </a:ext>
              </a:extLst>
            </p:cNvPr>
            <p:cNvSpPr/>
            <p:nvPr/>
          </p:nvSpPr>
          <p:spPr>
            <a:xfrm>
              <a:off x="7280903" y="3037419"/>
              <a:ext cx="71399" cy="76685"/>
            </a:xfrm>
            <a:custGeom>
              <a:avLst/>
              <a:gdLst/>
              <a:ahLst/>
              <a:cxnLst/>
              <a:rect l="l" t="t" r="r" b="b"/>
              <a:pathLst>
                <a:path w="3525" h="3786" extrusionOk="0">
                  <a:moveTo>
                    <a:pt x="1737" y="0"/>
                  </a:moveTo>
                  <a:cubicBezTo>
                    <a:pt x="784" y="0"/>
                    <a:pt x="191" y="1170"/>
                    <a:pt x="191" y="1170"/>
                  </a:cubicBezTo>
                  <a:cubicBezTo>
                    <a:pt x="191" y="1170"/>
                    <a:pt x="1" y="3786"/>
                    <a:pt x="1061" y="3786"/>
                  </a:cubicBezTo>
                  <a:cubicBezTo>
                    <a:pt x="1095" y="3786"/>
                    <a:pt x="1130" y="3783"/>
                    <a:pt x="1167" y="3778"/>
                  </a:cubicBezTo>
                  <a:cubicBezTo>
                    <a:pt x="2334" y="3587"/>
                    <a:pt x="3524" y="694"/>
                    <a:pt x="2274" y="122"/>
                  </a:cubicBezTo>
                  <a:cubicBezTo>
                    <a:pt x="2085" y="37"/>
                    <a:pt x="1905" y="0"/>
                    <a:pt x="1737" y="0"/>
                  </a:cubicBezTo>
                  <a:close/>
                </a:path>
              </a:pathLst>
            </a:custGeom>
            <a:solidFill>
              <a:schemeClr val="accent4"/>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994;p60">
              <a:extLst>
                <a:ext uri="{FF2B5EF4-FFF2-40B4-BE49-F238E27FC236}">
                  <a16:creationId xmlns:a16="http://schemas.microsoft.com/office/drawing/2014/main" id="{34092243-3E78-8443-EFF2-021AE03DD8B9}"/>
                </a:ext>
              </a:extLst>
            </p:cNvPr>
            <p:cNvSpPr/>
            <p:nvPr/>
          </p:nvSpPr>
          <p:spPr>
            <a:xfrm>
              <a:off x="7051302" y="2915417"/>
              <a:ext cx="195359" cy="105326"/>
            </a:xfrm>
            <a:custGeom>
              <a:avLst/>
              <a:gdLst/>
              <a:ahLst/>
              <a:cxnLst/>
              <a:rect l="l" t="t" r="r" b="b"/>
              <a:pathLst>
                <a:path w="9645" h="5200" extrusionOk="0">
                  <a:moveTo>
                    <a:pt x="5058" y="0"/>
                  </a:moveTo>
                  <a:cubicBezTo>
                    <a:pt x="3590" y="0"/>
                    <a:pt x="2251" y="133"/>
                    <a:pt x="2251" y="133"/>
                  </a:cubicBezTo>
                  <a:cubicBezTo>
                    <a:pt x="917" y="1002"/>
                    <a:pt x="0" y="4252"/>
                    <a:pt x="1036" y="4991"/>
                  </a:cubicBezTo>
                  <a:cubicBezTo>
                    <a:pt x="1244" y="5140"/>
                    <a:pt x="1401" y="5200"/>
                    <a:pt x="1521" y="5200"/>
                  </a:cubicBezTo>
                  <a:cubicBezTo>
                    <a:pt x="1991" y="5200"/>
                    <a:pt x="1870" y="4276"/>
                    <a:pt x="1870" y="4276"/>
                  </a:cubicBezTo>
                  <a:lnTo>
                    <a:pt x="1870" y="4276"/>
                  </a:lnTo>
                  <a:cubicBezTo>
                    <a:pt x="1870" y="4276"/>
                    <a:pt x="2854" y="4483"/>
                    <a:pt x="3489" y="4483"/>
                  </a:cubicBezTo>
                  <a:cubicBezTo>
                    <a:pt x="3806" y="4483"/>
                    <a:pt x="4037" y="4431"/>
                    <a:pt x="4013" y="4276"/>
                  </a:cubicBezTo>
                  <a:cubicBezTo>
                    <a:pt x="3941" y="3824"/>
                    <a:pt x="3144" y="3407"/>
                    <a:pt x="3144" y="3407"/>
                  </a:cubicBezTo>
                  <a:lnTo>
                    <a:pt x="3144" y="3407"/>
                  </a:lnTo>
                  <a:cubicBezTo>
                    <a:pt x="3144" y="3407"/>
                    <a:pt x="4072" y="3484"/>
                    <a:pt x="4979" y="3484"/>
                  </a:cubicBezTo>
                  <a:cubicBezTo>
                    <a:pt x="5788" y="3484"/>
                    <a:pt x="6579" y="3423"/>
                    <a:pt x="6680" y="3193"/>
                  </a:cubicBezTo>
                  <a:cubicBezTo>
                    <a:pt x="6894" y="2693"/>
                    <a:pt x="5525" y="2347"/>
                    <a:pt x="5525" y="2347"/>
                  </a:cubicBezTo>
                  <a:lnTo>
                    <a:pt x="5525" y="2347"/>
                  </a:lnTo>
                  <a:cubicBezTo>
                    <a:pt x="5525" y="2347"/>
                    <a:pt x="6673" y="2421"/>
                    <a:pt x="7601" y="2421"/>
                  </a:cubicBezTo>
                  <a:cubicBezTo>
                    <a:pt x="8065" y="2421"/>
                    <a:pt x="8474" y="2403"/>
                    <a:pt x="8656" y="2347"/>
                  </a:cubicBezTo>
                  <a:cubicBezTo>
                    <a:pt x="9204" y="2181"/>
                    <a:pt x="9644" y="1764"/>
                    <a:pt x="8656" y="680"/>
                  </a:cubicBezTo>
                  <a:cubicBezTo>
                    <a:pt x="8159" y="136"/>
                    <a:pt x="6543" y="0"/>
                    <a:pt x="5058" y="0"/>
                  </a:cubicBezTo>
                  <a:close/>
                </a:path>
              </a:pathLst>
            </a:custGeom>
            <a:solidFill>
              <a:schemeClr val="accent5"/>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995;p60">
              <a:extLst>
                <a:ext uri="{FF2B5EF4-FFF2-40B4-BE49-F238E27FC236}">
                  <a16:creationId xmlns:a16="http://schemas.microsoft.com/office/drawing/2014/main" id="{CDB0AD27-9B07-1739-4155-AEBC2BC4BEEE}"/>
                </a:ext>
              </a:extLst>
            </p:cNvPr>
            <p:cNvSpPr/>
            <p:nvPr/>
          </p:nvSpPr>
          <p:spPr>
            <a:xfrm>
              <a:off x="5342704" y="3773242"/>
              <a:ext cx="55514" cy="1201069"/>
            </a:xfrm>
            <a:custGeom>
              <a:avLst/>
              <a:gdLst/>
              <a:ahLst/>
              <a:cxnLst/>
              <a:rect l="l" t="t" r="r" b="b"/>
              <a:pathLst>
                <a:path w="3002" h="64949" extrusionOk="0">
                  <a:moveTo>
                    <a:pt x="1" y="0"/>
                  </a:moveTo>
                  <a:lnTo>
                    <a:pt x="1" y="64949"/>
                  </a:lnTo>
                  <a:lnTo>
                    <a:pt x="3001" y="64949"/>
                  </a:lnTo>
                  <a:lnTo>
                    <a:pt x="3001" y="0"/>
                  </a:lnTo>
                  <a:close/>
                </a:path>
              </a:pathLst>
            </a:custGeom>
            <a:solidFill>
              <a:schemeClr val="accent5"/>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996;p60">
              <a:extLst>
                <a:ext uri="{FF2B5EF4-FFF2-40B4-BE49-F238E27FC236}">
                  <a16:creationId xmlns:a16="http://schemas.microsoft.com/office/drawing/2014/main" id="{7745ACC2-0FB7-9F63-CBFB-0696FB0FDB02}"/>
                </a:ext>
              </a:extLst>
            </p:cNvPr>
            <p:cNvSpPr/>
            <p:nvPr/>
          </p:nvSpPr>
          <p:spPr>
            <a:xfrm>
              <a:off x="5279068" y="4947289"/>
              <a:ext cx="182780" cy="43383"/>
            </a:xfrm>
            <a:custGeom>
              <a:avLst/>
              <a:gdLst/>
              <a:ahLst/>
              <a:cxnLst/>
              <a:rect l="l" t="t" r="r" b="b"/>
              <a:pathLst>
                <a:path w="9884" h="2346" extrusionOk="0">
                  <a:moveTo>
                    <a:pt x="1" y="0"/>
                  </a:moveTo>
                  <a:lnTo>
                    <a:pt x="1" y="2346"/>
                  </a:lnTo>
                  <a:lnTo>
                    <a:pt x="9883" y="2346"/>
                  </a:lnTo>
                  <a:lnTo>
                    <a:pt x="9883" y="0"/>
                  </a:lnTo>
                  <a:close/>
                </a:path>
              </a:pathLst>
            </a:custGeom>
            <a:solidFill>
              <a:schemeClr val="dk2"/>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997;p60">
              <a:extLst>
                <a:ext uri="{FF2B5EF4-FFF2-40B4-BE49-F238E27FC236}">
                  <a16:creationId xmlns:a16="http://schemas.microsoft.com/office/drawing/2014/main" id="{0CD7804D-8FBC-308F-0B33-9CFF2F792846}"/>
                </a:ext>
              </a:extLst>
            </p:cNvPr>
            <p:cNvSpPr/>
            <p:nvPr/>
          </p:nvSpPr>
          <p:spPr>
            <a:xfrm>
              <a:off x="5129122" y="3294553"/>
              <a:ext cx="759413" cy="499593"/>
            </a:xfrm>
            <a:custGeom>
              <a:avLst/>
              <a:gdLst/>
              <a:ahLst/>
              <a:cxnLst/>
              <a:rect l="l" t="t" r="r" b="b"/>
              <a:pathLst>
                <a:path w="41066" h="27016" extrusionOk="0">
                  <a:moveTo>
                    <a:pt x="10871" y="0"/>
                  </a:moveTo>
                  <a:cubicBezTo>
                    <a:pt x="4870" y="0"/>
                    <a:pt x="1" y="4858"/>
                    <a:pt x="1" y="10859"/>
                  </a:cubicBezTo>
                  <a:lnTo>
                    <a:pt x="1" y="27016"/>
                  </a:lnTo>
                  <a:lnTo>
                    <a:pt x="41065" y="27016"/>
                  </a:lnTo>
                  <a:lnTo>
                    <a:pt x="41065" y="10859"/>
                  </a:lnTo>
                  <a:cubicBezTo>
                    <a:pt x="41065" y="4858"/>
                    <a:pt x="36196" y="0"/>
                    <a:pt x="30195" y="0"/>
                  </a:cubicBezTo>
                  <a:close/>
                </a:path>
              </a:pathLst>
            </a:custGeom>
            <a:solidFill>
              <a:schemeClr val="accent1"/>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998;p60">
              <a:extLst>
                <a:ext uri="{FF2B5EF4-FFF2-40B4-BE49-F238E27FC236}">
                  <a16:creationId xmlns:a16="http://schemas.microsoft.com/office/drawing/2014/main" id="{4A62E5D0-CFDF-5AAD-E81B-A09B26F49C01}"/>
                </a:ext>
              </a:extLst>
            </p:cNvPr>
            <p:cNvSpPr/>
            <p:nvPr/>
          </p:nvSpPr>
          <p:spPr>
            <a:xfrm>
              <a:off x="5508518" y="3291909"/>
              <a:ext cx="407112" cy="502238"/>
            </a:xfrm>
            <a:custGeom>
              <a:avLst/>
              <a:gdLst/>
              <a:ahLst/>
              <a:cxnLst/>
              <a:rect l="l" t="t" r="r" b="b"/>
              <a:pathLst>
                <a:path w="22015" h="27159" extrusionOk="0">
                  <a:moveTo>
                    <a:pt x="11002" y="0"/>
                  </a:moveTo>
                  <a:cubicBezTo>
                    <a:pt x="4929" y="0"/>
                    <a:pt x="0" y="4930"/>
                    <a:pt x="0" y="11002"/>
                  </a:cubicBezTo>
                  <a:lnTo>
                    <a:pt x="0" y="27159"/>
                  </a:lnTo>
                  <a:lnTo>
                    <a:pt x="22015" y="27159"/>
                  </a:lnTo>
                  <a:lnTo>
                    <a:pt x="22015" y="11002"/>
                  </a:lnTo>
                  <a:cubicBezTo>
                    <a:pt x="22003" y="4930"/>
                    <a:pt x="17086" y="0"/>
                    <a:pt x="11002" y="0"/>
                  </a:cubicBezTo>
                  <a:close/>
                </a:path>
              </a:pathLst>
            </a:custGeom>
            <a:solidFill>
              <a:schemeClr val="accent6"/>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999;p60">
              <a:extLst>
                <a:ext uri="{FF2B5EF4-FFF2-40B4-BE49-F238E27FC236}">
                  <a16:creationId xmlns:a16="http://schemas.microsoft.com/office/drawing/2014/main" id="{05E76531-1599-72C8-CC20-B93135AD5FEC}"/>
                </a:ext>
              </a:extLst>
            </p:cNvPr>
            <p:cNvSpPr/>
            <p:nvPr/>
          </p:nvSpPr>
          <p:spPr>
            <a:xfrm>
              <a:off x="5201561" y="3294331"/>
              <a:ext cx="162290" cy="500703"/>
            </a:xfrm>
            <a:custGeom>
              <a:avLst/>
              <a:gdLst/>
              <a:ahLst/>
              <a:cxnLst/>
              <a:rect l="l" t="t" r="r" b="b"/>
              <a:pathLst>
                <a:path w="8776" h="27076" extrusionOk="0">
                  <a:moveTo>
                    <a:pt x="7430" y="0"/>
                  </a:moveTo>
                  <a:cubicBezTo>
                    <a:pt x="2978" y="1596"/>
                    <a:pt x="1" y="5823"/>
                    <a:pt x="1" y="10549"/>
                  </a:cubicBezTo>
                  <a:lnTo>
                    <a:pt x="1" y="27075"/>
                  </a:lnTo>
                  <a:lnTo>
                    <a:pt x="370" y="27075"/>
                  </a:lnTo>
                  <a:lnTo>
                    <a:pt x="370" y="10549"/>
                  </a:lnTo>
                  <a:cubicBezTo>
                    <a:pt x="382" y="5501"/>
                    <a:pt x="3870" y="1131"/>
                    <a:pt x="8776" y="0"/>
                  </a:cubicBezTo>
                  <a:close/>
                </a:path>
              </a:pathLst>
            </a:custGeom>
            <a:solidFill>
              <a:schemeClr val="accent6"/>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1000;p60">
              <a:extLst>
                <a:ext uri="{FF2B5EF4-FFF2-40B4-BE49-F238E27FC236}">
                  <a16:creationId xmlns:a16="http://schemas.microsoft.com/office/drawing/2014/main" id="{CAB2F2D7-54B2-34AE-8BDA-186216F3ECB9}"/>
                </a:ext>
              </a:extLst>
            </p:cNvPr>
            <p:cNvSpPr/>
            <p:nvPr/>
          </p:nvSpPr>
          <p:spPr>
            <a:xfrm>
              <a:off x="5466242" y="3294331"/>
              <a:ext cx="162716" cy="500703"/>
            </a:xfrm>
            <a:custGeom>
              <a:avLst/>
              <a:gdLst/>
              <a:ahLst/>
              <a:cxnLst/>
              <a:rect l="l" t="t" r="r" b="b"/>
              <a:pathLst>
                <a:path w="8799" h="27076" extrusionOk="0">
                  <a:moveTo>
                    <a:pt x="7442" y="0"/>
                  </a:moveTo>
                  <a:cubicBezTo>
                    <a:pt x="2977" y="1596"/>
                    <a:pt x="12" y="5823"/>
                    <a:pt x="0" y="10549"/>
                  </a:cubicBezTo>
                  <a:lnTo>
                    <a:pt x="0" y="27075"/>
                  </a:lnTo>
                  <a:lnTo>
                    <a:pt x="381" y="27075"/>
                  </a:lnTo>
                  <a:lnTo>
                    <a:pt x="381" y="10549"/>
                  </a:lnTo>
                  <a:cubicBezTo>
                    <a:pt x="393" y="5501"/>
                    <a:pt x="3882" y="1131"/>
                    <a:pt x="8799" y="0"/>
                  </a:cubicBezTo>
                  <a:close/>
                </a:path>
              </a:pathLst>
            </a:custGeom>
            <a:solidFill>
              <a:schemeClr val="accent6"/>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1001;p60">
              <a:extLst>
                <a:ext uri="{FF2B5EF4-FFF2-40B4-BE49-F238E27FC236}">
                  <a16:creationId xmlns:a16="http://schemas.microsoft.com/office/drawing/2014/main" id="{45B929E6-48E2-E7EC-4A1B-BAA6303B69FD}"/>
                </a:ext>
              </a:extLst>
            </p:cNvPr>
            <p:cNvSpPr/>
            <p:nvPr/>
          </p:nvSpPr>
          <p:spPr>
            <a:xfrm>
              <a:off x="5622790" y="3401779"/>
              <a:ext cx="395018" cy="332051"/>
            </a:xfrm>
            <a:custGeom>
              <a:avLst/>
              <a:gdLst/>
              <a:ahLst/>
              <a:cxnLst/>
              <a:rect l="l" t="t" r="r" b="b"/>
              <a:pathLst>
                <a:path w="21361" h="17956" extrusionOk="0">
                  <a:moveTo>
                    <a:pt x="17098" y="1"/>
                  </a:moveTo>
                  <a:lnTo>
                    <a:pt x="1" y="6204"/>
                  </a:lnTo>
                  <a:lnTo>
                    <a:pt x="4263" y="17955"/>
                  </a:lnTo>
                  <a:lnTo>
                    <a:pt x="21360" y="11740"/>
                  </a:lnTo>
                  <a:lnTo>
                    <a:pt x="17098" y="1"/>
                  </a:lnTo>
                  <a:close/>
                </a:path>
              </a:pathLst>
            </a:custGeom>
            <a:solidFill>
              <a:schemeClr val="accent4"/>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1002;p60">
              <a:extLst>
                <a:ext uri="{FF2B5EF4-FFF2-40B4-BE49-F238E27FC236}">
                  <a16:creationId xmlns:a16="http://schemas.microsoft.com/office/drawing/2014/main" id="{176FFED2-68C8-3C30-148F-D4053B276320}"/>
                </a:ext>
              </a:extLst>
            </p:cNvPr>
            <p:cNvSpPr/>
            <p:nvPr/>
          </p:nvSpPr>
          <p:spPr>
            <a:xfrm>
              <a:off x="5701831" y="3572216"/>
              <a:ext cx="315981" cy="161624"/>
            </a:xfrm>
            <a:custGeom>
              <a:avLst/>
              <a:gdLst/>
              <a:ahLst/>
              <a:cxnLst/>
              <a:rect l="l" t="t" r="r" b="b"/>
              <a:pathLst>
                <a:path w="17087" h="8740" extrusionOk="0">
                  <a:moveTo>
                    <a:pt x="6502" y="0"/>
                  </a:moveTo>
                  <a:lnTo>
                    <a:pt x="1" y="8739"/>
                  </a:lnTo>
                  <a:lnTo>
                    <a:pt x="17086" y="2524"/>
                  </a:lnTo>
                  <a:lnTo>
                    <a:pt x="6502" y="0"/>
                  </a:lnTo>
                  <a:close/>
                </a:path>
              </a:pathLst>
            </a:custGeom>
            <a:solidFill>
              <a:schemeClr val="accent4"/>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1003;p60">
              <a:extLst>
                <a:ext uri="{FF2B5EF4-FFF2-40B4-BE49-F238E27FC236}">
                  <a16:creationId xmlns:a16="http://schemas.microsoft.com/office/drawing/2014/main" id="{2CE77CB0-E555-1E33-5370-A4F729AE616C}"/>
                </a:ext>
              </a:extLst>
            </p:cNvPr>
            <p:cNvSpPr/>
            <p:nvPr/>
          </p:nvSpPr>
          <p:spPr>
            <a:xfrm>
              <a:off x="5622790" y="3401779"/>
              <a:ext cx="316185" cy="214254"/>
            </a:xfrm>
            <a:custGeom>
              <a:avLst/>
              <a:gdLst/>
              <a:ahLst/>
              <a:cxnLst/>
              <a:rect l="l" t="t" r="r" b="b"/>
              <a:pathLst>
                <a:path w="17098" h="11586" extrusionOk="0">
                  <a:moveTo>
                    <a:pt x="17098" y="1"/>
                  </a:moveTo>
                  <a:lnTo>
                    <a:pt x="1" y="6204"/>
                  </a:lnTo>
                  <a:lnTo>
                    <a:pt x="11633" y="11585"/>
                  </a:lnTo>
                  <a:lnTo>
                    <a:pt x="17098" y="1"/>
                  </a:lnTo>
                  <a:close/>
                </a:path>
              </a:pathLst>
            </a:custGeom>
            <a:solidFill>
              <a:schemeClr val="accent2"/>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1004;p60">
              <a:extLst>
                <a:ext uri="{FF2B5EF4-FFF2-40B4-BE49-F238E27FC236}">
                  <a16:creationId xmlns:a16="http://schemas.microsoft.com/office/drawing/2014/main" id="{534F5CA3-26F9-FAE7-C32C-2B373761933D}"/>
                </a:ext>
              </a:extLst>
            </p:cNvPr>
            <p:cNvSpPr/>
            <p:nvPr/>
          </p:nvSpPr>
          <p:spPr>
            <a:xfrm>
              <a:off x="5270265" y="3005443"/>
              <a:ext cx="164491" cy="583253"/>
            </a:xfrm>
            <a:custGeom>
              <a:avLst/>
              <a:gdLst/>
              <a:ahLst/>
              <a:cxnLst/>
              <a:rect l="l" t="t" r="r" b="b"/>
              <a:pathLst>
                <a:path w="8895" h="31540" extrusionOk="0">
                  <a:moveTo>
                    <a:pt x="1" y="0"/>
                  </a:moveTo>
                  <a:lnTo>
                    <a:pt x="1" y="3679"/>
                  </a:lnTo>
                  <a:lnTo>
                    <a:pt x="1" y="31540"/>
                  </a:lnTo>
                  <a:lnTo>
                    <a:pt x="1418" y="31540"/>
                  </a:lnTo>
                  <a:lnTo>
                    <a:pt x="1418" y="3679"/>
                  </a:lnTo>
                  <a:lnTo>
                    <a:pt x="8895" y="3679"/>
                  </a:lnTo>
                  <a:lnTo>
                    <a:pt x="8895" y="0"/>
                  </a:lnTo>
                  <a:close/>
                </a:path>
              </a:pathLst>
            </a:custGeom>
            <a:solidFill>
              <a:schemeClr val="accent4"/>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1005;p60">
              <a:extLst>
                <a:ext uri="{FF2B5EF4-FFF2-40B4-BE49-F238E27FC236}">
                  <a16:creationId xmlns:a16="http://schemas.microsoft.com/office/drawing/2014/main" id="{CC63EDDA-AB9A-0028-3346-3500AEF9BB4E}"/>
                </a:ext>
              </a:extLst>
            </p:cNvPr>
            <p:cNvSpPr/>
            <p:nvPr/>
          </p:nvSpPr>
          <p:spPr>
            <a:xfrm>
              <a:off x="5251993" y="3563395"/>
              <a:ext cx="61451" cy="61229"/>
            </a:xfrm>
            <a:custGeom>
              <a:avLst/>
              <a:gdLst/>
              <a:ahLst/>
              <a:cxnLst/>
              <a:rect l="l" t="t" r="r" b="b"/>
              <a:pathLst>
                <a:path w="3323" h="3311" extrusionOk="0">
                  <a:moveTo>
                    <a:pt x="1655" y="1"/>
                  </a:moveTo>
                  <a:cubicBezTo>
                    <a:pt x="751" y="1"/>
                    <a:pt x="0" y="739"/>
                    <a:pt x="0" y="1656"/>
                  </a:cubicBezTo>
                  <a:cubicBezTo>
                    <a:pt x="0" y="2573"/>
                    <a:pt x="751" y="3311"/>
                    <a:pt x="1655" y="3311"/>
                  </a:cubicBezTo>
                  <a:cubicBezTo>
                    <a:pt x="2572" y="3311"/>
                    <a:pt x="3322" y="2573"/>
                    <a:pt x="3322" y="1656"/>
                  </a:cubicBezTo>
                  <a:cubicBezTo>
                    <a:pt x="3322" y="739"/>
                    <a:pt x="2572" y="1"/>
                    <a:pt x="1655" y="1"/>
                  </a:cubicBezTo>
                  <a:close/>
                </a:path>
              </a:pathLst>
            </a:custGeom>
            <a:solidFill>
              <a:srgbClr val="FFFFFF"/>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06;p60">
              <a:extLst>
                <a:ext uri="{FF2B5EF4-FFF2-40B4-BE49-F238E27FC236}">
                  <a16:creationId xmlns:a16="http://schemas.microsoft.com/office/drawing/2014/main" id="{301EB0B4-E465-D1B6-2F73-595A89646E0C}"/>
                </a:ext>
              </a:extLst>
            </p:cNvPr>
            <p:cNvSpPr/>
            <p:nvPr/>
          </p:nvSpPr>
          <p:spPr>
            <a:xfrm>
              <a:off x="5262128" y="3578671"/>
              <a:ext cx="35894" cy="30772"/>
            </a:xfrm>
            <a:custGeom>
              <a:avLst/>
              <a:gdLst/>
              <a:ahLst/>
              <a:cxnLst/>
              <a:rect l="l" t="t" r="r" b="b"/>
              <a:pathLst>
                <a:path w="1941" h="1664" extrusionOk="0">
                  <a:moveTo>
                    <a:pt x="1107" y="1"/>
                  </a:moveTo>
                  <a:cubicBezTo>
                    <a:pt x="902" y="1"/>
                    <a:pt x="694" y="77"/>
                    <a:pt x="524" y="246"/>
                  </a:cubicBezTo>
                  <a:cubicBezTo>
                    <a:pt x="0" y="770"/>
                    <a:pt x="369" y="1663"/>
                    <a:pt x="1107" y="1663"/>
                  </a:cubicBezTo>
                  <a:cubicBezTo>
                    <a:pt x="1572" y="1663"/>
                    <a:pt x="1941" y="1294"/>
                    <a:pt x="1941" y="830"/>
                  </a:cubicBezTo>
                  <a:cubicBezTo>
                    <a:pt x="1941" y="331"/>
                    <a:pt x="1533" y="1"/>
                    <a:pt x="1107" y="1"/>
                  </a:cubicBezTo>
                  <a:close/>
                </a:path>
              </a:pathLst>
            </a:custGeom>
            <a:solidFill>
              <a:schemeClr val="accent5"/>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07;p60">
              <a:extLst>
                <a:ext uri="{FF2B5EF4-FFF2-40B4-BE49-F238E27FC236}">
                  <a16:creationId xmlns:a16="http://schemas.microsoft.com/office/drawing/2014/main" id="{06BABB3D-F812-45AC-E93A-759426A3C6EA}"/>
                </a:ext>
              </a:extLst>
            </p:cNvPr>
            <p:cNvSpPr/>
            <p:nvPr/>
          </p:nvSpPr>
          <p:spPr>
            <a:xfrm>
              <a:off x="5508518" y="3773464"/>
              <a:ext cx="603743" cy="21599"/>
            </a:xfrm>
            <a:custGeom>
              <a:avLst/>
              <a:gdLst/>
              <a:ahLst/>
              <a:cxnLst/>
              <a:rect l="l" t="t" r="r" b="b"/>
              <a:pathLst>
                <a:path w="32648" h="1168" extrusionOk="0">
                  <a:moveTo>
                    <a:pt x="0" y="0"/>
                  </a:moveTo>
                  <a:lnTo>
                    <a:pt x="0" y="1167"/>
                  </a:lnTo>
                  <a:lnTo>
                    <a:pt x="32052" y="1167"/>
                  </a:lnTo>
                  <a:cubicBezTo>
                    <a:pt x="32373" y="1167"/>
                    <a:pt x="32647" y="917"/>
                    <a:pt x="32647" y="596"/>
                  </a:cubicBezTo>
                  <a:cubicBezTo>
                    <a:pt x="32647" y="262"/>
                    <a:pt x="32385" y="0"/>
                    <a:pt x="32052" y="0"/>
                  </a:cubicBezTo>
                  <a:close/>
                </a:path>
              </a:pathLst>
            </a:custGeom>
            <a:solidFill>
              <a:schemeClr val="accent5"/>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7" name="Google Shape;1008;p60">
              <a:extLst>
                <a:ext uri="{FF2B5EF4-FFF2-40B4-BE49-F238E27FC236}">
                  <a16:creationId xmlns:a16="http://schemas.microsoft.com/office/drawing/2014/main" id="{136138C5-7528-EC64-3BDA-46A244CDD7A7}"/>
                </a:ext>
              </a:extLst>
            </p:cNvPr>
            <p:cNvGrpSpPr/>
            <p:nvPr/>
          </p:nvGrpSpPr>
          <p:grpSpPr>
            <a:xfrm>
              <a:off x="5150286" y="4893993"/>
              <a:ext cx="440355" cy="97258"/>
              <a:chOff x="7439575" y="4633873"/>
              <a:chExt cx="840372" cy="185608"/>
            </a:xfrm>
          </p:grpSpPr>
          <p:sp>
            <p:nvSpPr>
              <p:cNvPr id="1029" name="Google Shape;1009;p60">
                <a:extLst>
                  <a:ext uri="{FF2B5EF4-FFF2-40B4-BE49-F238E27FC236}">
                    <a16:creationId xmlns:a16="http://schemas.microsoft.com/office/drawing/2014/main" id="{BA155020-B41D-4C26-6671-8CFD529D0B3D}"/>
                  </a:ext>
                </a:extLst>
              </p:cNvPr>
              <p:cNvSpPr/>
              <p:nvPr/>
            </p:nvSpPr>
            <p:spPr>
              <a:xfrm>
                <a:off x="7439575" y="4633873"/>
                <a:ext cx="840369" cy="185608"/>
              </a:xfrm>
              <a:custGeom>
                <a:avLst/>
                <a:gdLst/>
                <a:ahLst/>
                <a:cxnLst/>
                <a:rect l="l" t="t" r="r" b="b"/>
                <a:pathLst>
                  <a:path w="39932" h="6774" extrusionOk="0">
                    <a:moveTo>
                      <a:pt x="5349" y="0"/>
                    </a:moveTo>
                    <a:cubicBezTo>
                      <a:pt x="2395" y="0"/>
                      <a:pt x="0" y="2395"/>
                      <a:pt x="0" y="5348"/>
                    </a:cubicBezTo>
                    <a:lnTo>
                      <a:pt x="0" y="6774"/>
                    </a:lnTo>
                    <a:lnTo>
                      <a:pt x="39931" y="6774"/>
                    </a:lnTo>
                    <a:lnTo>
                      <a:pt x="39931" y="5348"/>
                    </a:lnTo>
                    <a:cubicBezTo>
                      <a:pt x="39931" y="2395"/>
                      <a:pt x="37537" y="0"/>
                      <a:pt x="34584" y="0"/>
                    </a:cubicBezTo>
                    <a:close/>
                  </a:path>
                </a:pathLst>
              </a:custGeom>
              <a:solidFill>
                <a:schemeClr val="accent2"/>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10;p60">
                <a:extLst>
                  <a:ext uri="{FF2B5EF4-FFF2-40B4-BE49-F238E27FC236}">
                    <a16:creationId xmlns:a16="http://schemas.microsoft.com/office/drawing/2014/main" id="{28F3BBDA-87E3-26F1-5375-0147D564EE2F}"/>
                  </a:ext>
                </a:extLst>
              </p:cNvPr>
              <p:cNvSpPr/>
              <p:nvPr/>
            </p:nvSpPr>
            <p:spPr>
              <a:xfrm>
                <a:off x="7439578" y="4789468"/>
                <a:ext cx="840369" cy="30010"/>
              </a:xfrm>
              <a:custGeom>
                <a:avLst/>
                <a:gdLst/>
                <a:ahLst/>
                <a:cxnLst/>
                <a:rect l="l" t="t" r="r" b="b"/>
                <a:pathLst>
                  <a:path w="39932" h="1426" extrusionOk="0">
                    <a:moveTo>
                      <a:pt x="0" y="0"/>
                    </a:moveTo>
                    <a:lnTo>
                      <a:pt x="0" y="1426"/>
                    </a:lnTo>
                    <a:lnTo>
                      <a:pt x="39931" y="1426"/>
                    </a:lnTo>
                    <a:lnTo>
                      <a:pt x="39931" y="0"/>
                    </a:lnTo>
                    <a:close/>
                  </a:path>
                </a:pathLst>
              </a:custGeom>
              <a:solidFill>
                <a:schemeClr val="accent6"/>
              </a:solidFill>
              <a:ln>
                <a:solidFill>
                  <a:schemeClr val="accent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998581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37"/>
                                        </p:tgtEl>
                                        <p:attrNameLst>
                                          <p:attrName>style.visibility</p:attrName>
                                        </p:attrNameLst>
                                      </p:cBhvr>
                                      <p:to>
                                        <p:strVal val="visible"/>
                                      </p:to>
                                    </p:set>
                                    <p:animEffect transition="in" filter="fade">
                                      <p:cBhvr>
                                        <p:cTn id="7" dur="500"/>
                                        <p:tgtEl>
                                          <p:spTgt spid="537"/>
                                        </p:tgtEl>
                                      </p:cBhvr>
                                    </p:animEffect>
                                  </p:childTnLst>
                                </p:cTn>
                              </p:par>
                              <p:par>
                                <p:cTn id="8" presetID="10" presetClass="entr" presetSubtype="0" fill="hold"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par>
                                <p:cTn id="11" presetID="10" presetClass="entr" presetSubtype="0" fill="hold" nodeType="withEffect">
                                  <p:stCondLst>
                                    <p:cond delay="0"/>
                                  </p:stCondLst>
                                  <p:childTnLst>
                                    <p:set>
                                      <p:cBhvr>
                                        <p:cTn id="12" dur="1" fill="hold">
                                          <p:stCondLst>
                                            <p:cond delay="0"/>
                                          </p:stCondLst>
                                        </p:cTn>
                                        <p:tgtEl>
                                          <p:spTgt spid="581"/>
                                        </p:tgtEl>
                                        <p:attrNameLst>
                                          <p:attrName>style.visibility</p:attrName>
                                        </p:attrNameLst>
                                      </p:cBhvr>
                                      <p:to>
                                        <p:strVal val="visible"/>
                                      </p:to>
                                    </p:set>
                                    <p:animEffect transition="in" filter="fade">
                                      <p:cBhvr>
                                        <p:cTn id="13" dur="1000"/>
                                        <p:tgtEl>
                                          <p:spTgt spid="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5">
          <a:extLst>
            <a:ext uri="{FF2B5EF4-FFF2-40B4-BE49-F238E27FC236}">
              <a16:creationId xmlns:a16="http://schemas.microsoft.com/office/drawing/2014/main" id="{5E79C69E-FE8C-67D3-7E87-A3A618A6F1B5}"/>
            </a:ext>
          </a:extLst>
        </p:cNvPr>
        <p:cNvGrpSpPr/>
        <p:nvPr/>
      </p:nvGrpSpPr>
      <p:grpSpPr>
        <a:xfrm>
          <a:off x="0" y="0"/>
          <a:ext cx="0" cy="0"/>
          <a:chOff x="0" y="0"/>
          <a:chExt cx="0" cy="0"/>
        </a:xfrm>
      </p:grpSpPr>
      <p:sp>
        <p:nvSpPr>
          <p:cNvPr id="537" name="Google Shape;537;p52">
            <a:extLst>
              <a:ext uri="{FF2B5EF4-FFF2-40B4-BE49-F238E27FC236}">
                <a16:creationId xmlns:a16="http://schemas.microsoft.com/office/drawing/2014/main" id="{FD62F518-C58B-5EF9-408E-21B6DD4F34E0}"/>
              </a:ext>
            </a:extLst>
          </p:cNvPr>
          <p:cNvSpPr/>
          <p:nvPr/>
        </p:nvSpPr>
        <p:spPr>
          <a:xfrm>
            <a:off x="2192925" y="393814"/>
            <a:ext cx="6941225" cy="426650"/>
          </a:xfrm>
          <a:custGeom>
            <a:avLst/>
            <a:gdLst/>
            <a:ahLst/>
            <a:cxnLst/>
            <a:rect l="l" t="t" r="r" b="b"/>
            <a:pathLst>
              <a:path w="277649" h="17066" extrusionOk="0">
                <a:moveTo>
                  <a:pt x="277649" y="2182"/>
                </a:moveTo>
                <a:cubicBezTo>
                  <a:pt x="253641" y="10185"/>
                  <a:pt x="226797" y="4261"/>
                  <a:pt x="201745" y="684"/>
                </a:cubicBezTo>
                <a:cubicBezTo>
                  <a:pt x="183544" y="-1915"/>
                  <a:pt x="165058" y="7959"/>
                  <a:pt x="146814" y="5678"/>
                </a:cubicBezTo>
                <a:cubicBezTo>
                  <a:pt x="134644" y="4156"/>
                  <a:pt x="122387" y="-1719"/>
                  <a:pt x="110360" y="684"/>
                </a:cubicBezTo>
                <a:cubicBezTo>
                  <a:pt x="105063" y="1743"/>
                  <a:pt x="101842" y="7545"/>
                  <a:pt x="96877" y="9673"/>
                </a:cubicBezTo>
                <a:cubicBezTo>
                  <a:pt x="91197" y="12107"/>
                  <a:pt x="84579" y="11171"/>
                  <a:pt x="78400" y="11171"/>
                </a:cubicBezTo>
                <a:cubicBezTo>
                  <a:pt x="73434" y="11171"/>
                  <a:pt x="66140" y="12116"/>
                  <a:pt x="63919" y="7675"/>
                </a:cubicBezTo>
                <a:cubicBezTo>
                  <a:pt x="62054" y="3944"/>
                  <a:pt x="71568" y="-819"/>
                  <a:pt x="74905" y="1683"/>
                </a:cubicBezTo>
                <a:cubicBezTo>
                  <a:pt x="78245" y="4187"/>
                  <a:pt x="77246" y="11663"/>
                  <a:pt x="73906" y="14167"/>
                </a:cubicBezTo>
                <a:cubicBezTo>
                  <a:pt x="63283" y="22131"/>
                  <a:pt x="47475" y="11276"/>
                  <a:pt x="34456" y="8674"/>
                </a:cubicBezTo>
                <a:cubicBezTo>
                  <a:pt x="23118" y="6408"/>
                  <a:pt x="11562" y="12669"/>
                  <a:pt x="0" y="12669"/>
                </a:cubicBezTo>
              </a:path>
            </a:pathLst>
          </a:custGeom>
          <a:noFill/>
          <a:ln w="28575" cap="flat" cmpd="sng">
            <a:solidFill>
              <a:schemeClr val="accent1"/>
            </a:solidFill>
            <a:prstDash val="dash"/>
            <a:round/>
            <a:headEnd type="none" w="med" len="med"/>
            <a:tailEnd type="none" w="med" len="med"/>
          </a:ln>
        </p:spPr>
      </p:sp>
      <p:sp>
        <p:nvSpPr>
          <p:cNvPr id="18" name="Google Shape;2797;p104">
            <a:extLst>
              <a:ext uri="{FF2B5EF4-FFF2-40B4-BE49-F238E27FC236}">
                <a16:creationId xmlns:a16="http://schemas.microsoft.com/office/drawing/2014/main" id="{0EF2C5C6-D258-348F-4E4B-B0223326BF20}"/>
              </a:ext>
            </a:extLst>
          </p:cNvPr>
          <p:cNvSpPr txBox="1">
            <a:spLocks noGrp="1"/>
          </p:cNvSpPr>
          <p:nvPr>
            <p:ph type="title"/>
          </p:nvPr>
        </p:nvSpPr>
        <p:spPr>
          <a:xfrm>
            <a:off x="17525" y="-66600"/>
            <a:ext cx="2771000" cy="572700"/>
          </a:xfrm>
          <a:prstGeom prst="rect">
            <a:avLst/>
          </a:prstGeom>
        </p:spPr>
        <p:txBody>
          <a:bodyPr spcFirstLastPara="1" wrap="square" lIns="91425" tIns="91425" rIns="91425" bIns="91425" anchor="t" anchorCtr="0">
            <a:noAutofit/>
          </a:bodyPr>
          <a:lstStyle/>
          <a:p>
            <a:r>
              <a:rPr lang="en" sz="1800" dirty="0">
                <a:solidFill>
                  <a:schemeClr val="accent2"/>
                </a:solidFill>
              </a:rPr>
              <a:t>Preview</a:t>
            </a:r>
            <a:r>
              <a:rPr lang="en-US" sz="1800" dirty="0">
                <a:solidFill>
                  <a:schemeClr val="accent2"/>
                </a:solidFill>
              </a:rPr>
              <a:t> Email</a:t>
            </a:r>
            <a:br>
              <a:rPr lang="en-US" sz="1800" dirty="0">
                <a:solidFill>
                  <a:schemeClr val="accent2"/>
                </a:solidFill>
              </a:rPr>
            </a:br>
            <a:r>
              <a:rPr lang="en" sz="1800" dirty="0"/>
              <a:t>Features</a:t>
            </a:r>
            <a:endParaRPr sz="1800" dirty="0"/>
          </a:p>
        </p:txBody>
      </p:sp>
      <p:grpSp>
        <p:nvGrpSpPr>
          <p:cNvPr id="39" name="Google Shape;652;p54">
            <a:extLst>
              <a:ext uri="{FF2B5EF4-FFF2-40B4-BE49-F238E27FC236}">
                <a16:creationId xmlns:a16="http://schemas.microsoft.com/office/drawing/2014/main" id="{6D7AD632-6817-46F7-DD8E-54757A2A0697}"/>
              </a:ext>
            </a:extLst>
          </p:cNvPr>
          <p:cNvGrpSpPr/>
          <p:nvPr/>
        </p:nvGrpSpPr>
        <p:grpSpPr>
          <a:xfrm>
            <a:off x="320407" y="659335"/>
            <a:ext cx="1501952" cy="1583685"/>
            <a:chOff x="6524266" y="1144723"/>
            <a:chExt cx="1090320" cy="1174855"/>
          </a:xfrm>
        </p:grpSpPr>
        <p:sp>
          <p:nvSpPr>
            <p:cNvPr id="40" name="Google Shape;653;p54">
              <a:extLst>
                <a:ext uri="{FF2B5EF4-FFF2-40B4-BE49-F238E27FC236}">
                  <a16:creationId xmlns:a16="http://schemas.microsoft.com/office/drawing/2014/main" id="{560467C1-6AEE-F216-CB45-4202247D2520}"/>
                </a:ext>
              </a:extLst>
            </p:cNvPr>
            <p:cNvSpPr/>
            <p:nvPr/>
          </p:nvSpPr>
          <p:spPr>
            <a:xfrm>
              <a:off x="6554065" y="1324360"/>
              <a:ext cx="1060521" cy="995218"/>
            </a:xfrm>
            <a:custGeom>
              <a:avLst/>
              <a:gdLst/>
              <a:ahLst/>
              <a:cxnLst/>
              <a:rect l="l" t="t" r="r" b="b"/>
              <a:pathLst>
                <a:path w="50393" h="47290" extrusionOk="0">
                  <a:moveTo>
                    <a:pt x="10278" y="1"/>
                  </a:moveTo>
                  <a:lnTo>
                    <a:pt x="1" y="24266"/>
                  </a:lnTo>
                  <a:lnTo>
                    <a:pt x="13984" y="47289"/>
                  </a:lnTo>
                  <a:lnTo>
                    <a:pt x="50392" y="27111"/>
                  </a:lnTo>
                  <a:lnTo>
                    <a:pt x="36805" y="3367"/>
                  </a:lnTo>
                  <a:lnTo>
                    <a:pt x="1027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654;p54">
              <a:extLst>
                <a:ext uri="{FF2B5EF4-FFF2-40B4-BE49-F238E27FC236}">
                  <a16:creationId xmlns:a16="http://schemas.microsoft.com/office/drawing/2014/main" id="{AFF415AE-5F92-C782-0642-802FE384218A}"/>
                </a:ext>
              </a:extLst>
            </p:cNvPr>
            <p:cNvSpPr/>
            <p:nvPr/>
          </p:nvSpPr>
          <p:spPr>
            <a:xfrm>
              <a:off x="6524266" y="1144723"/>
              <a:ext cx="743499" cy="776582"/>
            </a:xfrm>
            <a:custGeom>
              <a:avLst/>
              <a:gdLst/>
              <a:ahLst/>
              <a:cxnLst/>
              <a:rect l="l" t="t" r="r" b="b"/>
              <a:pathLst>
                <a:path w="35329" h="36901" extrusionOk="0">
                  <a:moveTo>
                    <a:pt x="24155" y="1"/>
                  </a:moveTo>
                  <a:lnTo>
                    <a:pt x="0" y="14493"/>
                  </a:lnTo>
                  <a:lnTo>
                    <a:pt x="12078" y="34119"/>
                  </a:lnTo>
                  <a:lnTo>
                    <a:pt x="27638" y="36900"/>
                  </a:lnTo>
                  <a:lnTo>
                    <a:pt x="35328" y="18116"/>
                  </a:lnTo>
                  <a:lnTo>
                    <a:pt x="241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655;p54">
              <a:extLst>
                <a:ext uri="{FF2B5EF4-FFF2-40B4-BE49-F238E27FC236}">
                  <a16:creationId xmlns:a16="http://schemas.microsoft.com/office/drawing/2014/main" id="{737B5175-8F4E-F5BA-0C2B-89CE823F5A12}"/>
                </a:ext>
              </a:extLst>
            </p:cNvPr>
            <p:cNvSpPr/>
            <p:nvPr/>
          </p:nvSpPr>
          <p:spPr>
            <a:xfrm>
              <a:off x="6554065" y="1395218"/>
              <a:ext cx="1060521" cy="924360"/>
            </a:xfrm>
            <a:custGeom>
              <a:avLst/>
              <a:gdLst/>
              <a:ahLst/>
              <a:cxnLst/>
              <a:rect l="l" t="t" r="r" b="b"/>
              <a:pathLst>
                <a:path w="50393" h="43923" extrusionOk="0">
                  <a:moveTo>
                    <a:pt x="36805" y="0"/>
                  </a:moveTo>
                  <a:lnTo>
                    <a:pt x="25707" y="22201"/>
                  </a:lnTo>
                  <a:lnTo>
                    <a:pt x="1" y="20899"/>
                  </a:lnTo>
                  <a:lnTo>
                    <a:pt x="13984" y="43922"/>
                  </a:lnTo>
                  <a:lnTo>
                    <a:pt x="50392" y="23744"/>
                  </a:lnTo>
                  <a:lnTo>
                    <a:pt x="3680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656;p54">
              <a:extLst>
                <a:ext uri="{FF2B5EF4-FFF2-40B4-BE49-F238E27FC236}">
                  <a16:creationId xmlns:a16="http://schemas.microsoft.com/office/drawing/2014/main" id="{35301119-7279-57D4-59C3-03E3F253713F}"/>
                </a:ext>
              </a:extLst>
            </p:cNvPr>
            <p:cNvSpPr/>
            <p:nvPr/>
          </p:nvSpPr>
          <p:spPr>
            <a:xfrm>
              <a:off x="6554065" y="1395218"/>
              <a:ext cx="1060521" cy="924360"/>
            </a:xfrm>
            <a:custGeom>
              <a:avLst/>
              <a:gdLst/>
              <a:ahLst/>
              <a:cxnLst/>
              <a:rect l="l" t="t" r="r" b="b"/>
              <a:pathLst>
                <a:path w="50393" h="43923" extrusionOk="0">
                  <a:moveTo>
                    <a:pt x="36805" y="0"/>
                  </a:moveTo>
                  <a:lnTo>
                    <a:pt x="26222" y="24997"/>
                  </a:lnTo>
                  <a:lnTo>
                    <a:pt x="1" y="20899"/>
                  </a:lnTo>
                  <a:lnTo>
                    <a:pt x="13984" y="43922"/>
                  </a:lnTo>
                  <a:lnTo>
                    <a:pt x="50392" y="23744"/>
                  </a:lnTo>
                  <a:lnTo>
                    <a:pt x="368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657;p54">
              <a:extLst>
                <a:ext uri="{FF2B5EF4-FFF2-40B4-BE49-F238E27FC236}">
                  <a16:creationId xmlns:a16="http://schemas.microsoft.com/office/drawing/2014/main" id="{0816C899-9EE1-CD60-E497-0EC7582FCBCD}"/>
                </a:ext>
              </a:extLst>
            </p:cNvPr>
            <p:cNvSpPr/>
            <p:nvPr/>
          </p:nvSpPr>
          <p:spPr>
            <a:xfrm>
              <a:off x="6713330" y="1321056"/>
              <a:ext cx="328828" cy="214470"/>
            </a:xfrm>
            <a:custGeom>
              <a:avLst/>
              <a:gdLst/>
              <a:ahLst/>
              <a:cxnLst/>
              <a:rect l="l" t="t" r="r" b="b"/>
              <a:pathLst>
                <a:path w="15625" h="10191" fill="none" extrusionOk="0">
                  <a:moveTo>
                    <a:pt x="0" y="10191"/>
                  </a:moveTo>
                  <a:lnTo>
                    <a:pt x="15625" y="1"/>
                  </a:lnTo>
                </a:path>
              </a:pathLst>
            </a:custGeom>
            <a:solidFill>
              <a:schemeClr val="accent5"/>
            </a:solidFill>
            <a:ln w="19050" cap="rnd" cmpd="sng">
              <a:solidFill>
                <a:schemeClr val="accent5"/>
              </a:solidFill>
              <a:prstDash val="solid"/>
              <a:miter lim="151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658;p54">
              <a:extLst>
                <a:ext uri="{FF2B5EF4-FFF2-40B4-BE49-F238E27FC236}">
                  <a16:creationId xmlns:a16="http://schemas.microsoft.com/office/drawing/2014/main" id="{46BFC093-D16D-1F20-7BEC-EA72700C5054}"/>
                </a:ext>
              </a:extLst>
            </p:cNvPr>
            <p:cNvSpPr/>
            <p:nvPr/>
          </p:nvSpPr>
          <p:spPr>
            <a:xfrm>
              <a:off x="6827686" y="1530745"/>
              <a:ext cx="328849" cy="214470"/>
            </a:xfrm>
            <a:custGeom>
              <a:avLst/>
              <a:gdLst/>
              <a:ahLst/>
              <a:cxnLst/>
              <a:rect l="l" t="t" r="r" b="b"/>
              <a:pathLst>
                <a:path w="15626" h="10191" fill="none" extrusionOk="0">
                  <a:moveTo>
                    <a:pt x="1" y="10190"/>
                  </a:moveTo>
                  <a:lnTo>
                    <a:pt x="15625" y="0"/>
                  </a:lnTo>
                </a:path>
              </a:pathLst>
            </a:custGeom>
            <a:solidFill>
              <a:schemeClr val="accent5"/>
            </a:solidFill>
            <a:ln w="19050" cap="rnd" cmpd="sng">
              <a:solidFill>
                <a:schemeClr val="accent5"/>
              </a:solidFill>
              <a:prstDash val="solid"/>
              <a:miter lim="151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659;p54">
              <a:extLst>
                <a:ext uri="{FF2B5EF4-FFF2-40B4-BE49-F238E27FC236}">
                  <a16:creationId xmlns:a16="http://schemas.microsoft.com/office/drawing/2014/main" id="{8AF43F9D-D8DD-79F8-AFDA-164C17FEEB6D}"/>
                </a:ext>
              </a:extLst>
            </p:cNvPr>
            <p:cNvSpPr/>
            <p:nvPr/>
          </p:nvSpPr>
          <p:spPr>
            <a:xfrm>
              <a:off x="6765710" y="1421145"/>
              <a:ext cx="328891" cy="214470"/>
            </a:xfrm>
            <a:custGeom>
              <a:avLst/>
              <a:gdLst/>
              <a:ahLst/>
              <a:cxnLst/>
              <a:rect l="l" t="t" r="r" b="b"/>
              <a:pathLst>
                <a:path w="15628" h="10191" fill="none" extrusionOk="0">
                  <a:moveTo>
                    <a:pt x="1" y="10191"/>
                  </a:moveTo>
                  <a:lnTo>
                    <a:pt x="15627" y="0"/>
                  </a:lnTo>
                </a:path>
              </a:pathLst>
            </a:custGeom>
            <a:solidFill>
              <a:schemeClr val="accent5"/>
            </a:solidFill>
            <a:ln w="19050" cap="rnd" cmpd="sng">
              <a:solidFill>
                <a:schemeClr val="accent5"/>
              </a:solidFill>
              <a:prstDash val="solid"/>
              <a:miter lim="151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a:extLst>
              <a:ext uri="{FF2B5EF4-FFF2-40B4-BE49-F238E27FC236}">
                <a16:creationId xmlns:a16="http://schemas.microsoft.com/office/drawing/2014/main" id="{026B5C53-9192-50E6-5123-4A282F10C3CB}"/>
              </a:ext>
            </a:extLst>
          </p:cNvPr>
          <p:cNvPicPr>
            <a:picLocks noChangeAspect="1"/>
          </p:cNvPicPr>
          <p:nvPr/>
        </p:nvPicPr>
        <p:blipFill>
          <a:blip r:embed="rId3"/>
          <a:stretch>
            <a:fillRect/>
          </a:stretch>
        </p:blipFill>
        <p:spPr>
          <a:xfrm>
            <a:off x="17524" y="2586269"/>
            <a:ext cx="9126475" cy="2568844"/>
          </a:xfrm>
          <a:prstGeom prst="rect">
            <a:avLst/>
          </a:prstGeom>
        </p:spPr>
      </p:pic>
      <p:sp>
        <p:nvSpPr>
          <p:cNvPr id="3" name="Google Shape;840;p59">
            <a:extLst>
              <a:ext uri="{FF2B5EF4-FFF2-40B4-BE49-F238E27FC236}">
                <a16:creationId xmlns:a16="http://schemas.microsoft.com/office/drawing/2014/main" id="{D81C51B6-C48A-5BC9-E042-B2004EB51426}"/>
              </a:ext>
            </a:extLst>
          </p:cNvPr>
          <p:cNvSpPr/>
          <p:nvPr/>
        </p:nvSpPr>
        <p:spPr>
          <a:xfrm>
            <a:off x="6765760" y="614531"/>
            <a:ext cx="1152300" cy="115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426;p50">
            <a:extLst>
              <a:ext uri="{FF2B5EF4-FFF2-40B4-BE49-F238E27FC236}">
                <a16:creationId xmlns:a16="http://schemas.microsoft.com/office/drawing/2014/main" id="{80F49237-CACD-EDAA-C475-A058A2605DF3}"/>
              </a:ext>
            </a:extLst>
          </p:cNvPr>
          <p:cNvSpPr/>
          <p:nvPr/>
        </p:nvSpPr>
        <p:spPr>
          <a:xfrm>
            <a:off x="6865581" y="905869"/>
            <a:ext cx="943821" cy="767093"/>
          </a:xfrm>
          <a:custGeom>
            <a:avLst/>
            <a:gdLst/>
            <a:ahLst/>
            <a:cxnLst/>
            <a:rect l="l" t="t" r="r" b="b"/>
            <a:pathLst>
              <a:path w="30867" h="33128" extrusionOk="0">
                <a:moveTo>
                  <a:pt x="3066" y="0"/>
                </a:moveTo>
                <a:cubicBezTo>
                  <a:pt x="1380" y="0"/>
                  <a:pt x="1" y="1381"/>
                  <a:pt x="1" y="3067"/>
                </a:cubicBezTo>
                <a:lnTo>
                  <a:pt x="1" y="23081"/>
                </a:lnTo>
                <a:cubicBezTo>
                  <a:pt x="1" y="24767"/>
                  <a:pt x="1380" y="26147"/>
                  <a:pt x="3066" y="26147"/>
                </a:cubicBezTo>
                <a:lnTo>
                  <a:pt x="16250" y="26147"/>
                </a:lnTo>
                <a:lnTo>
                  <a:pt x="21934" y="33127"/>
                </a:lnTo>
                <a:lnTo>
                  <a:pt x="21934" y="26147"/>
                </a:lnTo>
                <a:lnTo>
                  <a:pt x="27801" y="26147"/>
                </a:lnTo>
                <a:cubicBezTo>
                  <a:pt x="29487" y="26147"/>
                  <a:pt x="30866" y="24767"/>
                  <a:pt x="30866" y="23081"/>
                </a:cubicBezTo>
                <a:lnTo>
                  <a:pt x="30866" y="3067"/>
                </a:lnTo>
                <a:cubicBezTo>
                  <a:pt x="30866" y="1380"/>
                  <a:pt x="29487" y="0"/>
                  <a:pt x="278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chemeClr val="lt1"/>
                </a:solidFill>
              </a:rPr>
              <a:t>Redacted</a:t>
            </a:r>
          </a:p>
          <a:p>
            <a:pPr marL="0" lvl="0" indent="0" algn="l" rtl="0">
              <a:spcBef>
                <a:spcPts val="0"/>
              </a:spcBef>
              <a:spcAft>
                <a:spcPts val="0"/>
              </a:spcAft>
              <a:buNone/>
            </a:pPr>
            <a:endParaRPr dirty="0">
              <a:solidFill>
                <a:schemeClr val="lt1"/>
              </a:solidFill>
            </a:endParaRPr>
          </a:p>
        </p:txBody>
      </p:sp>
      <p:pic>
        <p:nvPicPr>
          <p:cNvPr id="5" name="Picture 4">
            <a:extLst>
              <a:ext uri="{FF2B5EF4-FFF2-40B4-BE49-F238E27FC236}">
                <a16:creationId xmlns:a16="http://schemas.microsoft.com/office/drawing/2014/main" id="{0541A207-C6F0-D926-E54B-E04DFA860243}"/>
              </a:ext>
            </a:extLst>
          </p:cNvPr>
          <p:cNvPicPr>
            <a:picLocks noChangeAspect="1"/>
          </p:cNvPicPr>
          <p:nvPr/>
        </p:nvPicPr>
        <p:blipFill>
          <a:blip r:embed="rId4"/>
          <a:stretch>
            <a:fillRect/>
          </a:stretch>
        </p:blipFill>
        <p:spPr>
          <a:xfrm>
            <a:off x="2399276" y="1385876"/>
            <a:ext cx="1615580" cy="716342"/>
          </a:xfrm>
          <a:prstGeom prst="rect">
            <a:avLst/>
          </a:prstGeom>
        </p:spPr>
      </p:pic>
      <p:sp>
        <p:nvSpPr>
          <p:cNvPr id="6" name="Google Shape;730;p56">
            <a:extLst>
              <a:ext uri="{FF2B5EF4-FFF2-40B4-BE49-F238E27FC236}">
                <a16:creationId xmlns:a16="http://schemas.microsoft.com/office/drawing/2014/main" id="{B7140BCE-AE17-87D4-AE05-B1197E19D373}"/>
              </a:ext>
            </a:extLst>
          </p:cNvPr>
          <p:cNvSpPr/>
          <p:nvPr/>
        </p:nvSpPr>
        <p:spPr>
          <a:xfrm>
            <a:off x="3234794" y="378407"/>
            <a:ext cx="1672100" cy="1116090"/>
          </a:xfrm>
          <a:custGeom>
            <a:avLst/>
            <a:gdLst/>
            <a:ahLst/>
            <a:cxnLst/>
            <a:rect l="l" t="t" r="r" b="b"/>
            <a:pathLst>
              <a:path w="54871" h="58412" extrusionOk="0">
                <a:moveTo>
                  <a:pt x="0" y="0"/>
                </a:moveTo>
                <a:lnTo>
                  <a:pt x="0" y="33630"/>
                </a:lnTo>
                <a:lnTo>
                  <a:pt x="9514" y="33630"/>
                </a:lnTo>
                <a:lnTo>
                  <a:pt x="1771" y="58411"/>
                </a:lnTo>
                <a:lnTo>
                  <a:pt x="23547" y="33630"/>
                </a:lnTo>
                <a:lnTo>
                  <a:pt x="54870" y="33630"/>
                </a:lnTo>
                <a:lnTo>
                  <a:pt x="54870" y="0"/>
                </a:lnTo>
                <a:close/>
              </a:path>
            </a:pathLst>
          </a:custGeom>
          <a:solidFill>
            <a:schemeClr val="accent2"/>
          </a:solidFill>
          <a:ln>
            <a:noFill/>
          </a:ln>
          <a:effectLst>
            <a:softEdge rad="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472;p71">
            <a:extLst>
              <a:ext uri="{FF2B5EF4-FFF2-40B4-BE49-F238E27FC236}">
                <a16:creationId xmlns:a16="http://schemas.microsoft.com/office/drawing/2014/main" id="{E3BB4C3A-1298-30B1-30B6-60B8B310843A}"/>
              </a:ext>
            </a:extLst>
          </p:cNvPr>
          <p:cNvSpPr txBox="1">
            <a:spLocks/>
          </p:cNvSpPr>
          <p:nvPr/>
        </p:nvSpPr>
        <p:spPr>
          <a:xfrm>
            <a:off x="3232762" y="413612"/>
            <a:ext cx="1672100" cy="53822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1pPr>
            <a:lvl2pPr marR="0" lvl="1"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2pPr>
            <a:lvl3pPr marR="0" lvl="2"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3pPr>
            <a:lvl4pPr marR="0" lvl="3"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4pPr>
            <a:lvl5pPr marR="0" lvl="4"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5pPr>
            <a:lvl6pPr marR="0" lvl="5"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6pPr>
            <a:lvl7pPr marR="0" lvl="6"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7pPr>
            <a:lvl8pPr marR="0" lvl="7"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8pPr>
            <a:lvl9pPr marR="0" lvl="8"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9pPr>
          </a:lstStyle>
          <a:p>
            <a:r>
              <a:rPr lang="en-US" sz="1000" b="1" dirty="0">
                <a:solidFill>
                  <a:schemeClr val="bg1"/>
                </a:solidFill>
              </a:rPr>
              <a:t>Interactive Preview button:</a:t>
            </a:r>
            <a:r>
              <a:rPr lang="en-US" sz="1000" dirty="0">
                <a:solidFill>
                  <a:schemeClr val="bg1"/>
                </a:solidFill>
              </a:rPr>
              <a:t> </a:t>
            </a:r>
            <a:r>
              <a:rPr lang="en-US" sz="1000" dirty="0">
                <a:solidFill>
                  <a:schemeClr val="bg1"/>
                </a:solidFill>
                <a:latin typeface="Fira Sans Condensed" panose="020B0503050000020004" pitchFamily="34" charset="0"/>
              </a:rPr>
              <a:t>opens side-by-side comparison window with original vs redacted email</a:t>
            </a:r>
          </a:p>
        </p:txBody>
      </p:sp>
      <p:pic>
        <p:nvPicPr>
          <p:cNvPr id="2050" name="Picture 2">
            <a:extLst>
              <a:ext uri="{FF2B5EF4-FFF2-40B4-BE49-F238E27FC236}">
                <a16:creationId xmlns:a16="http://schemas.microsoft.com/office/drawing/2014/main" id="{E53A5754-5D98-EDC6-2EEF-A9BD4DAA321B}"/>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5074330" y="-102800"/>
            <a:ext cx="4526322" cy="2798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3356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37"/>
                                        </p:tgtEl>
                                        <p:attrNameLst>
                                          <p:attrName>style.visibility</p:attrName>
                                        </p:attrNameLst>
                                      </p:cBhvr>
                                      <p:to>
                                        <p:strVal val="visible"/>
                                      </p:to>
                                    </p:set>
                                    <p:animEffect transition="in" filter="fade">
                                      <p:cBhvr>
                                        <p:cTn id="7" dur="500"/>
                                        <p:tgtEl>
                                          <p:spTgt spid="537"/>
                                        </p:tgtEl>
                                      </p:cBhvr>
                                    </p:animEffect>
                                  </p:childTnLst>
                                </p:cTn>
                              </p:par>
                              <p:par>
                                <p:cTn id="8" presetID="10" presetClass="entr" presetSubtype="0" fill="hold"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25">
          <a:extLst>
            <a:ext uri="{FF2B5EF4-FFF2-40B4-BE49-F238E27FC236}">
              <a16:creationId xmlns:a16="http://schemas.microsoft.com/office/drawing/2014/main" id="{2E95A1CB-60AC-E84D-ED1E-7F3D52C95666}"/>
            </a:ext>
          </a:extLst>
        </p:cNvPr>
        <p:cNvGrpSpPr/>
        <p:nvPr/>
      </p:nvGrpSpPr>
      <p:grpSpPr>
        <a:xfrm>
          <a:off x="0" y="0"/>
          <a:ext cx="0" cy="0"/>
          <a:chOff x="0" y="0"/>
          <a:chExt cx="0" cy="0"/>
        </a:xfrm>
      </p:grpSpPr>
      <p:sp>
        <p:nvSpPr>
          <p:cNvPr id="526" name="Google Shape;526;p52">
            <a:extLst>
              <a:ext uri="{FF2B5EF4-FFF2-40B4-BE49-F238E27FC236}">
                <a16:creationId xmlns:a16="http://schemas.microsoft.com/office/drawing/2014/main" id="{27F32D7D-5451-CA21-932D-8A076C8A0F86}"/>
              </a:ext>
            </a:extLst>
          </p:cNvPr>
          <p:cNvSpPr/>
          <p:nvPr/>
        </p:nvSpPr>
        <p:spPr>
          <a:xfrm>
            <a:off x="18422" y="541905"/>
            <a:ext cx="2277900" cy="22779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537" name="Google Shape;537;p52">
            <a:extLst>
              <a:ext uri="{FF2B5EF4-FFF2-40B4-BE49-F238E27FC236}">
                <a16:creationId xmlns:a16="http://schemas.microsoft.com/office/drawing/2014/main" id="{64FAE990-EE22-23BD-A3B5-B18FD138479C}"/>
              </a:ext>
            </a:extLst>
          </p:cNvPr>
          <p:cNvSpPr/>
          <p:nvPr/>
        </p:nvSpPr>
        <p:spPr>
          <a:xfrm>
            <a:off x="2192925" y="393814"/>
            <a:ext cx="6941225" cy="426650"/>
          </a:xfrm>
          <a:custGeom>
            <a:avLst/>
            <a:gdLst/>
            <a:ahLst/>
            <a:cxnLst/>
            <a:rect l="l" t="t" r="r" b="b"/>
            <a:pathLst>
              <a:path w="277649" h="17066" extrusionOk="0">
                <a:moveTo>
                  <a:pt x="277649" y="2182"/>
                </a:moveTo>
                <a:cubicBezTo>
                  <a:pt x="253641" y="10185"/>
                  <a:pt x="226797" y="4261"/>
                  <a:pt x="201745" y="684"/>
                </a:cubicBezTo>
                <a:cubicBezTo>
                  <a:pt x="183544" y="-1915"/>
                  <a:pt x="165058" y="7959"/>
                  <a:pt x="146814" y="5678"/>
                </a:cubicBezTo>
                <a:cubicBezTo>
                  <a:pt x="134644" y="4156"/>
                  <a:pt x="122387" y="-1719"/>
                  <a:pt x="110360" y="684"/>
                </a:cubicBezTo>
                <a:cubicBezTo>
                  <a:pt x="105063" y="1743"/>
                  <a:pt x="101842" y="7545"/>
                  <a:pt x="96877" y="9673"/>
                </a:cubicBezTo>
                <a:cubicBezTo>
                  <a:pt x="91197" y="12107"/>
                  <a:pt x="84579" y="11171"/>
                  <a:pt x="78400" y="11171"/>
                </a:cubicBezTo>
                <a:cubicBezTo>
                  <a:pt x="73434" y="11171"/>
                  <a:pt x="66140" y="12116"/>
                  <a:pt x="63919" y="7675"/>
                </a:cubicBezTo>
                <a:cubicBezTo>
                  <a:pt x="62054" y="3944"/>
                  <a:pt x="71568" y="-819"/>
                  <a:pt x="74905" y="1683"/>
                </a:cubicBezTo>
                <a:cubicBezTo>
                  <a:pt x="78245" y="4187"/>
                  <a:pt x="77246" y="11663"/>
                  <a:pt x="73906" y="14167"/>
                </a:cubicBezTo>
                <a:cubicBezTo>
                  <a:pt x="63283" y="22131"/>
                  <a:pt x="47475" y="11276"/>
                  <a:pt x="34456" y="8674"/>
                </a:cubicBezTo>
                <a:cubicBezTo>
                  <a:pt x="23118" y="6408"/>
                  <a:pt x="11562" y="12669"/>
                  <a:pt x="0" y="12669"/>
                </a:cubicBezTo>
              </a:path>
            </a:pathLst>
          </a:custGeom>
          <a:noFill/>
          <a:ln w="28575" cap="flat" cmpd="sng">
            <a:solidFill>
              <a:schemeClr val="accent1"/>
            </a:solidFill>
            <a:prstDash val="dash"/>
            <a:round/>
            <a:headEnd type="none" w="med" len="med"/>
            <a:tailEnd type="none" w="med" len="med"/>
          </a:ln>
        </p:spPr>
      </p:sp>
      <p:sp>
        <p:nvSpPr>
          <p:cNvPr id="18" name="Google Shape;2797;p104">
            <a:extLst>
              <a:ext uri="{FF2B5EF4-FFF2-40B4-BE49-F238E27FC236}">
                <a16:creationId xmlns:a16="http://schemas.microsoft.com/office/drawing/2014/main" id="{AA88498F-A4A5-D0A0-998F-99415839767C}"/>
              </a:ext>
            </a:extLst>
          </p:cNvPr>
          <p:cNvSpPr txBox="1">
            <a:spLocks noGrp="1"/>
          </p:cNvSpPr>
          <p:nvPr>
            <p:ph type="title"/>
          </p:nvPr>
        </p:nvSpPr>
        <p:spPr>
          <a:xfrm>
            <a:off x="17525" y="-66600"/>
            <a:ext cx="2771000" cy="572700"/>
          </a:xfrm>
          <a:prstGeom prst="rect">
            <a:avLst/>
          </a:prstGeom>
        </p:spPr>
        <p:txBody>
          <a:bodyPr spcFirstLastPara="1" wrap="square" lIns="91425" tIns="91425" rIns="91425" bIns="91425" anchor="t" anchorCtr="0">
            <a:noAutofit/>
          </a:bodyPr>
          <a:lstStyle/>
          <a:p>
            <a:r>
              <a:rPr lang="en" sz="1800" dirty="0">
                <a:solidFill>
                  <a:schemeClr val="accent2"/>
                </a:solidFill>
              </a:rPr>
              <a:t>Preview</a:t>
            </a:r>
            <a:r>
              <a:rPr lang="en-US" sz="1800" dirty="0">
                <a:solidFill>
                  <a:schemeClr val="accent2"/>
                </a:solidFill>
              </a:rPr>
              <a:t> Email</a:t>
            </a:r>
            <a:br>
              <a:rPr lang="en-US" sz="1800" dirty="0">
                <a:solidFill>
                  <a:schemeClr val="accent2"/>
                </a:solidFill>
              </a:rPr>
            </a:br>
            <a:r>
              <a:rPr lang="en" sz="1800" dirty="0"/>
              <a:t>Features</a:t>
            </a:r>
            <a:endParaRPr sz="1800" dirty="0"/>
          </a:p>
        </p:txBody>
      </p:sp>
      <p:grpSp>
        <p:nvGrpSpPr>
          <p:cNvPr id="39" name="Google Shape;652;p54">
            <a:extLst>
              <a:ext uri="{FF2B5EF4-FFF2-40B4-BE49-F238E27FC236}">
                <a16:creationId xmlns:a16="http://schemas.microsoft.com/office/drawing/2014/main" id="{31695A48-E240-4C7D-F179-D117BEB63AEF}"/>
              </a:ext>
            </a:extLst>
          </p:cNvPr>
          <p:cNvGrpSpPr/>
          <p:nvPr/>
        </p:nvGrpSpPr>
        <p:grpSpPr>
          <a:xfrm>
            <a:off x="7583875" y="148452"/>
            <a:ext cx="1267231" cy="1195329"/>
            <a:chOff x="6524266" y="1144723"/>
            <a:chExt cx="1090320" cy="1174855"/>
          </a:xfrm>
        </p:grpSpPr>
        <p:sp>
          <p:nvSpPr>
            <p:cNvPr id="40" name="Google Shape;653;p54">
              <a:extLst>
                <a:ext uri="{FF2B5EF4-FFF2-40B4-BE49-F238E27FC236}">
                  <a16:creationId xmlns:a16="http://schemas.microsoft.com/office/drawing/2014/main" id="{34C64C5A-C7AF-3FD9-0C54-931A2B156C33}"/>
                </a:ext>
              </a:extLst>
            </p:cNvPr>
            <p:cNvSpPr/>
            <p:nvPr/>
          </p:nvSpPr>
          <p:spPr>
            <a:xfrm>
              <a:off x="6554065" y="1324360"/>
              <a:ext cx="1060521" cy="995218"/>
            </a:xfrm>
            <a:custGeom>
              <a:avLst/>
              <a:gdLst/>
              <a:ahLst/>
              <a:cxnLst/>
              <a:rect l="l" t="t" r="r" b="b"/>
              <a:pathLst>
                <a:path w="50393" h="47290" extrusionOk="0">
                  <a:moveTo>
                    <a:pt x="10278" y="1"/>
                  </a:moveTo>
                  <a:lnTo>
                    <a:pt x="1" y="24266"/>
                  </a:lnTo>
                  <a:lnTo>
                    <a:pt x="13984" y="47289"/>
                  </a:lnTo>
                  <a:lnTo>
                    <a:pt x="50392" y="27111"/>
                  </a:lnTo>
                  <a:lnTo>
                    <a:pt x="36805" y="3367"/>
                  </a:lnTo>
                  <a:lnTo>
                    <a:pt x="1027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654;p54">
              <a:extLst>
                <a:ext uri="{FF2B5EF4-FFF2-40B4-BE49-F238E27FC236}">
                  <a16:creationId xmlns:a16="http://schemas.microsoft.com/office/drawing/2014/main" id="{E701349E-AF35-CE94-3215-9D2E541C9DE3}"/>
                </a:ext>
              </a:extLst>
            </p:cNvPr>
            <p:cNvSpPr/>
            <p:nvPr/>
          </p:nvSpPr>
          <p:spPr>
            <a:xfrm>
              <a:off x="6524266" y="1144723"/>
              <a:ext cx="743499" cy="776582"/>
            </a:xfrm>
            <a:custGeom>
              <a:avLst/>
              <a:gdLst/>
              <a:ahLst/>
              <a:cxnLst/>
              <a:rect l="l" t="t" r="r" b="b"/>
              <a:pathLst>
                <a:path w="35329" h="36901" extrusionOk="0">
                  <a:moveTo>
                    <a:pt x="24155" y="1"/>
                  </a:moveTo>
                  <a:lnTo>
                    <a:pt x="0" y="14493"/>
                  </a:lnTo>
                  <a:lnTo>
                    <a:pt x="12078" y="34119"/>
                  </a:lnTo>
                  <a:lnTo>
                    <a:pt x="27638" y="36900"/>
                  </a:lnTo>
                  <a:lnTo>
                    <a:pt x="35328" y="18116"/>
                  </a:lnTo>
                  <a:lnTo>
                    <a:pt x="241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655;p54">
              <a:extLst>
                <a:ext uri="{FF2B5EF4-FFF2-40B4-BE49-F238E27FC236}">
                  <a16:creationId xmlns:a16="http://schemas.microsoft.com/office/drawing/2014/main" id="{D70641D4-7901-C696-972C-A9A4664853D3}"/>
                </a:ext>
              </a:extLst>
            </p:cNvPr>
            <p:cNvSpPr/>
            <p:nvPr/>
          </p:nvSpPr>
          <p:spPr>
            <a:xfrm>
              <a:off x="6554065" y="1395218"/>
              <a:ext cx="1060521" cy="924360"/>
            </a:xfrm>
            <a:custGeom>
              <a:avLst/>
              <a:gdLst/>
              <a:ahLst/>
              <a:cxnLst/>
              <a:rect l="l" t="t" r="r" b="b"/>
              <a:pathLst>
                <a:path w="50393" h="43923" extrusionOk="0">
                  <a:moveTo>
                    <a:pt x="36805" y="0"/>
                  </a:moveTo>
                  <a:lnTo>
                    <a:pt x="25707" y="22201"/>
                  </a:lnTo>
                  <a:lnTo>
                    <a:pt x="1" y="20899"/>
                  </a:lnTo>
                  <a:lnTo>
                    <a:pt x="13984" y="43922"/>
                  </a:lnTo>
                  <a:lnTo>
                    <a:pt x="50392" y="23744"/>
                  </a:lnTo>
                  <a:lnTo>
                    <a:pt x="3680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656;p54">
              <a:extLst>
                <a:ext uri="{FF2B5EF4-FFF2-40B4-BE49-F238E27FC236}">
                  <a16:creationId xmlns:a16="http://schemas.microsoft.com/office/drawing/2014/main" id="{875042C6-2788-5F1B-DC9A-38ED6DA9DB4D}"/>
                </a:ext>
              </a:extLst>
            </p:cNvPr>
            <p:cNvSpPr/>
            <p:nvPr/>
          </p:nvSpPr>
          <p:spPr>
            <a:xfrm>
              <a:off x="6554065" y="1395218"/>
              <a:ext cx="1060521" cy="924360"/>
            </a:xfrm>
            <a:custGeom>
              <a:avLst/>
              <a:gdLst/>
              <a:ahLst/>
              <a:cxnLst/>
              <a:rect l="l" t="t" r="r" b="b"/>
              <a:pathLst>
                <a:path w="50393" h="43923" extrusionOk="0">
                  <a:moveTo>
                    <a:pt x="36805" y="0"/>
                  </a:moveTo>
                  <a:lnTo>
                    <a:pt x="26222" y="24997"/>
                  </a:lnTo>
                  <a:lnTo>
                    <a:pt x="1" y="20899"/>
                  </a:lnTo>
                  <a:lnTo>
                    <a:pt x="13984" y="43922"/>
                  </a:lnTo>
                  <a:lnTo>
                    <a:pt x="50392" y="23744"/>
                  </a:lnTo>
                  <a:lnTo>
                    <a:pt x="368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657;p54">
              <a:extLst>
                <a:ext uri="{FF2B5EF4-FFF2-40B4-BE49-F238E27FC236}">
                  <a16:creationId xmlns:a16="http://schemas.microsoft.com/office/drawing/2014/main" id="{72F01772-D065-2A11-6D8F-7ECFBB6119DB}"/>
                </a:ext>
              </a:extLst>
            </p:cNvPr>
            <p:cNvSpPr/>
            <p:nvPr/>
          </p:nvSpPr>
          <p:spPr>
            <a:xfrm>
              <a:off x="6713330" y="1321056"/>
              <a:ext cx="328828" cy="214470"/>
            </a:xfrm>
            <a:custGeom>
              <a:avLst/>
              <a:gdLst/>
              <a:ahLst/>
              <a:cxnLst/>
              <a:rect l="l" t="t" r="r" b="b"/>
              <a:pathLst>
                <a:path w="15625" h="10191" fill="none" extrusionOk="0">
                  <a:moveTo>
                    <a:pt x="0" y="10191"/>
                  </a:moveTo>
                  <a:lnTo>
                    <a:pt x="15625" y="1"/>
                  </a:lnTo>
                </a:path>
              </a:pathLst>
            </a:custGeom>
            <a:solidFill>
              <a:schemeClr val="accent5"/>
            </a:solidFill>
            <a:ln w="19050" cap="rnd" cmpd="sng">
              <a:solidFill>
                <a:schemeClr val="accent5"/>
              </a:solidFill>
              <a:prstDash val="solid"/>
              <a:miter lim="151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658;p54">
              <a:extLst>
                <a:ext uri="{FF2B5EF4-FFF2-40B4-BE49-F238E27FC236}">
                  <a16:creationId xmlns:a16="http://schemas.microsoft.com/office/drawing/2014/main" id="{4AD347CE-0635-DA8E-8CCA-09EC3DB8761C}"/>
                </a:ext>
              </a:extLst>
            </p:cNvPr>
            <p:cNvSpPr/>
            <p:nvPr/>
          </p:nvSpPr>
          <p:spPr>
            <a:xfrm>
              <a:off x="6827686" y="1530745"/>
              <a:ext cx="328849" cy="214470"/>
            </a:xfrm>
            <a:custGeom>
              <a:avLst/>
              <a:gdLst/>
              <a:ahLst/>
              <a:cxnLst/>
              <a:rect l="l" t="t" r="r" b="b"/>
              <a:pathLst>
                <a:path w="15626" h="10191" fill="none" extrusionOk="0">
                  <a:moveTo>
                    <a:pt x="1" y="10190"/>
                  </a:moveTo>
                  <a:lnTo>
                    <a:pt x="15625" y="0"/>
                  </a:lnTo>
                </a:path>
              </a:pathLst>
            </a:custGeom>
            <a:solidFill>
              <a:schemeClr val="accent5"/>
            </a:solidFill>
            <a:ln w="19050" cap="rnd" cmpd="sng">
              <a:solidFill>
                <a:schemeClr val="accent5"/>
              </a:solidFill>
              <a:prstDash val="solid"/>
              <a:miter lim="151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659;p54">
              <a:extLst>
                <a:ext uri="{FF2B5EF4-FFF2-40B4-BE49-F238E27FC236}">
                  <a16:creationId xmlns:a16="http://schemas.microsoft.com/office/drawing/2014/main" id="{35E7B9C0-85DF-4CD0-1191-054CAFDB6AF4}"/>
                </a:ext>
              </a:extLst>
            </p:cNvPr>
            <p:cNvSpPr/>
            <p:nvPr/>
          </p:nvSpPr>
          <p:spPr>
            <a:xfrm>
              <a:off x="6765710" y="1421145"/>
              <a:ext cx="328891" cy="214470"/>
            </a:xfrm>
            <a:custGeom>
              <a:avLst/>
              <a:gdLst/>
              <a:ahLst/>
              <a:cxnLst/>
              <a:rect l="l" t="t" r="r" b="b"/>
              <a:pathLst>
                <a:path w="15628" h="10191" fill="none" extrusionOk="0">
                  <a:moveTo>
                    <a:pt x="1" y="10191"/>
                  </a:moveTo>
                  <a:lnTo>
                    <a:pt x="15627" y="0"/>
                  </a:lnTo>
                </a:path>
              </a:pathLst>
            </a:custGeom>
            <a:solidFill>
              <a:schemeClr val="accent5"/>
            </a:solidFill>
            <a:ln w="19050" cap="rnd" cmpd="sng">
              <a:solidFill>
                <a:schemeClr val="accent5"/>
              </a:solidFill>
              <a:prstDash val="solid"/>
              <a:miter lim="151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8DDC6E7C-04EC-6FB4-F4DA-4797A6B18000}"/>
              </a:ext>
            </a:extLst>
          </p:cNvPr>
          <p:cNvPicPr>
            <a:picLocks noChangeAspect="1"/>
          </p:cNvPicPr>
          <p:nvPr/>
        </p:nvPicPr>
        <p:blipFill>
          <a:blip r:embed="rId3"/>
          <a:stretch>
            <a:fillRect/>
          </a:stretch>
        </p:blipFill>
        <p:spPr>
          <a:xfrm>
            <a:off x="-18422" y="1407896"/>
            <a:ext cx="9144000" cy="3729117"/>
          </a:xfrm>
          <a:prstGeom prst="rect">
            <a:avLst/>
          </a:prstGeom>
        </p:spPr>
      </p:pic>
      <p:pic>
        <p:nvPicPr>
          <p:cNvPr id="3074" name="Picture 2">
            <a:extLst>
              <a:ext uri="{FF2B5EF4-FFF2-40B4-BE49-F238E27FC236}">
                <a16:creationId xmlns:a16="http://schemas.microsoft.com/office/drawing/2014/main" id="{3C2CEDE9-4129-9F02-8AA2-A742E57EB7DC}"/>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567658" y="1025550"/>
            <a:ext cx="3799760" cy="2349469"/>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840;p59">
            <a:extLst>
              <a:ext uri="{FF2B5EF4-FFF2-40B4-BE49-F238E27FC236}">
                <a16:creationId xmlns:a16="http://schemas.microsoft.com/office/drawing/2014/main" id="{081729EB-113A-C1A3-090A-16263ABB420B}"/>
              </a:ext>
            </a:extLst>
          </p:cNvPr>
          <p:cNvSpPr/>
          <p:nvPr/>
        </p:nvSpPr>
        <p:spPr>
          <a:xfrm>
            <a:off x="2936686" y="1628777"/>
            <a:ext cx="1042359" cy="1016737"/>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26;p50">
            <a:extLst>
              <a:ext uri="{FF2B5EF4-FFF2-40B4-BE49-F238E27FC236}">
                <a16:creationId xmlns:a16="http://schemas.microsoft.com/office/drawing/2014/main" id="{4C091FCF-F94F-D38F-E091-97ED5B703CBE}"/>
              </a:ext>
            </a:extLst>
          </p:cNvPr>
          <p:cNvSpPr/>
          <p:nvPr/>
        </p:nvSpPr>
        <p:spPr>
          <a:xfrm>
            <a:off x="3036507" y="1874798"/>
            <a:ext cx="853771" cy="676848"/>
          </a:xfrm>
          <a:custGeom>
            <a:avLst/>
            <a:gdLst/>
            <a:ahLst/>
            <a:cxnLst/>
            <a:rect l="l" t="t" r="r" b="b"/>
            <a:pathLst>
              <a:path w="30867" h="33128" extrusionOk="0">
                <a:moveTo>
                  <a:pt x="3066" y="0"/>
                </a:moveTo>
                <a:cubicBezTo>
                  <a:pt x="1380" y="0"/>
                  <a:pt x="1" y="1381"/>
                  <a:pt x="1" y="3067"/>
                </a:cubicBezTo>
                <a:lnTo>
                  <a:pt x="1" y="23081"/>
                </a:lnTo>
                <a:cubicBezTo>
                  <a:pt x="1" y="24767"/>
                  <a:pt x="1380" y="26147"/>
                  <a:pt x="3066" y="26147"/>
                </a:cubicBezTo>
                <a:lnTo>
                  <a:pt x="16250" y="26147"/>
                </a:lnTo>
                <a:lnTo>
                  <a:pt x="21934" y="33127"/>
                </a:lnTo>
                <a:lnTo>
                  <a:pt x="21934" y="26147"/>
                </a:lnTo>
                <a:lnTo>
                  <a:pt x="27801" y="26147"/>
                </a:lnTo>
                <a:cubicBezTo>
                  <a:pt x="29487" y="26147"/>
                  <a:pt x="30866" y="24767"/>
                  <a:pt x="30866" y="23081"/>
                </a:cubicBezTo>
                <a:lnTo>
                  <a:pt x="30866" y="3067"/>
                </a:lnTo>
                <a:cubicBezTo>
                  <a:pt x="30866" y="1380"/>
                  <a:pt x="29487" y="0"/>
                  <a:pt x="278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dirty="0">
                <a:solidFill>
                  <a:schemeClr val="lt1"/>
                </a:solidFill>
              </a:rPr>
              <a:t>Redacted</a:t>
            </a:r>
          </a:p>
          <a:p>
            <a:pPr marL="0" lvl="0" indent="0" algn="l" rtl="0">
              <a:spcBef>
                <a:spcPts val="0"/>
              </a:spcBef>
              <a:spcAft>
                <a:spcPts val="0"/>
              </a:spcAft>
              <a:buNone/>
            </a:pPr>
            <a:endParaRPr dirty="0">
              <a:solidFill>
                <a:schemeClr val="lt1"/>
              </a:solidFill>
            </a:endParaRPr>
          </a:p>
        </p:txBody>
      </p:sp>
      <p:pic>
        <p:nvPicPr>
          <p:cNvPr id="8" name="Picture 7">
            <a:extLst>
              <a:ext uri="{FF2B5EF4-FFF2-40B4-BE49-F238E27FC236}">
                <a16:creationId xmlns:a16="http://schemas.microsoft.com/office/drawing/2014/main" id="{F603386F-3E55-4A0F-7ED7-F14177E32842}"/>
              </a:ext>
            </a:extLst>
          </p:cNvPr>
          <p:cNvPicPr>
            <a:picLocks noChangeAspect="1"/>
          </p:cNvPicPr>
          <p:nvPr/>
        </p:nvPicPr>
        <p:blipFill>
          <a:blip r:embed="rId5"/>
          <a:stretch>
            <a:fillRect/>
          </a:stretch>
        </p:blipFill>
        <p:spPr>
          <a:xfrm>
            <a:off x="4078102" y="335277"/>
            <a:ext cx="990686" cy="1013548"/>
          </a:xfrm>
          <a:prstGeom prst="rect">
            <a:avLst/>
          </a:prstGeom>
        </p:spPr>
      </p:pic>
      <p:sp>
        <p:nvSpPr>
          <p:cNvPr id="9" name="Google Shape;730;p56">
            <a:extLst>
              <a:ext uri="{FF2B5EF4-FFF2-40B4-BE49-F238E27FC236}">
                <a16:creationId xmlns:a16="http://schemas.microsoft.com/office/drawing/2014/main" id="{872D1443-2BF9-01A5-E8B9-F1852ADF8AF1}"/>
              </a:ext>
            </a:extLst>
          </p:cNvPr>
          <p:cNvSpPr/>
          <p:nvPr/>
        </p:nvSpPr>
        <p:spPr>
          <a:xfrm>
            <a:off x="4904967" y="86962"/>
            <a:ext cx="2286688" cy="1116090"/>
          </a:xfrm>
          <a:custGeom>
            <a:avLst/>
            <a:gdLst/>
            <a:ahLst/>
            <a:cxnLst/>
            <a:rect l="l" t="t" r="r" b="b"/>
            <a:pathLst>
              <a:path w="54871" h="58412" extrusionOk="0">
                <a:moveTo>
                  <a:pt x="0" y="0"/>
                </a:moveTo>
                <a:lnTo>
                  <a:pt x="0" y="33630"/>
                </a:lnTo>
                <a:lnTo>
                  <a:pt x="9514" y="33630"/>
                </a:lnTo>
                <a:lnTo>
                  <a:pt x="1771" y="58411"/>
                </a:lnTo>
                <a:lnTo>
                  <a:pt x="23547" y="33630"/>
                </a:lnTo>
                <a:lnTo>
                  <a:pt x="54870" y="33630"/>
                </a:lnTo>
                <a:lnTo>
                  <a:pt x="54870" y="0"/>
                </a:lnTo>
                <a:close/>
              </a:path>
            </a:pathLst>
          </a:custGeom>
          <a:solidFill>
            <a:schemeClr val="accent2"/>
          </a:solidFill>
          <a:ln>
            <a:noFill/>
          </a:ln>
          <a:effectLst>
            <a:softEdge rad="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472;p71">
            <a:extLst>
              <a:ext uri="{FF2B5EF4-FFF2-40B4-BE49-F238E27FC236}">
                <a16:creationId xmlns:a16="http://schemas.microsoft.com/office/drawing/2014/main" id="{F9398345-E3C4-4908-ECED-CBCF4097DAB7}"/>
              </a:ext>
            </a:extLst>
          </p:cNvPr>
          <p:cNvSpPr txBox="1">
            <a:spLocks/>
          </p:cNvSpPr>
          <p:nvPr/>
        </p:nvSpPr>
        <p:spPr>
          <a:xfrm>
            <a:off x="4902935" y="122167"/>
            <a:ext cx="2255100" cy="53822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1pPr>
            <a:lvl2pPr marR="0" lvl="1"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2pPr>
            <a:lvl3pPr marR="0" lvl="2"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3pPr>
            <a:lvl4pPr marR="0" lvl="3"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4pPr>
            <a:lvl5pPr marR="0" lvl="4"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5pPr>
            <a:lvl6pPr marR="0" lvl="5"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6pPr>
            <a:lvl7pPr marR="0" lvl="6"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7pPr>
            <a:lvl8pPr marR="0" lvl="7"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8pPr>
            <a:lvl9pPr marR="0" lvl="8"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9pPr>
          </a:lstStyle>
          <a:p>
            <a:r>
              <a:rPr lang="en-US" sz="1000" b="1" dirty="0">
                <a:solidFill>
                  <a:schemeClr val="bg1"/>
                </a:solidFill>
              </a:rPr>
              <a:t>Image Comparison Viewer:</a:t>
            </a:r>
            <a:r>
              <a:rPr lang="en-US" sz="1000" dirty="0">
                <a:solidFill>
                  <a:schemeClr val="bg1"/>
                </a:solidFill>
              </a:rPr>
              <a:t> </a:t>
            </a:r>
            <a:r>
              <a:rPr lang="en-US" sz="1000" dirty="0">
                <a:solidFill>
                  <a:schemeClr val="bg1"/>
                </a:solidFill>
                <a:latin typeface="Fira Sans Condensed" panose="020B0503050000020004" pitchFamily="34" charset="0"/>
              </a:rPr>
              <a:t>click image to open side-by-side comparison window with original vs redacted image</a:t>
            </a:r>
          </a:p>
        </p:txBody>
      </p:sp>
    </p:spTree>
    <p:extLst>
      <p:ext uri="{BB962C8B-B14F-4D97-AF65-F5344CB8AC3E}">
        <p14:creationId xmlns:p14="http://schemas.microsoft.com/office/powerpoint/2010/main" val="3905283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37"/>
                                        </p:tgtEl>
                                        <p:attrNameLst>
                                          <p:attrName>style.visibility</p:attrName>
                                        </p:attrNameLst>
                                      </p:cBhvr>
                                      <p:to>
                                        <p:strVal val="visible"/>
                                      </p:to>
                                    </p:set>
                                    <p:animEffect transition="in" filter="fade">
                                      <p:cBhvr>
                                        <p:cTn id="7" dur="500"/>
                                        <p:tgtEl>
                                          <p:spTgt spid="53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26"/>
                                        </p:tgtEl>
                                        <p:attrNameLst>
                                          <p:attrName>style.visibility</p:attrName>
                                        </p:attrNameLst>
                                      </p:cBhvr>
                                      <p:to>
                                        <p:strVal val="visible"/>
                                      </p:to>
                                    </p:set>
                                    <p:animEffect transition="in" filter="fade">
                                      <p:cBhvr>
                                        <p:cTn id="11" dur="500"/>
                                        <p:tgtEl>
                                          <p:spTgt spid="526"/>
                                        </p:tgtEl>
                                      </p:cBhvr>
                                    </p:animEffect>
                                  </p:childTnLst>
                                </p:cTn>
                              </p:par>
                              <p:par>
                                <p:cTn id="12" presetID="10" presetClass="entr" presetSubtype="0" fill="hold" nodeType="with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fade">
                                      <p:cBhvr>
                                        <p:cTn id="14" dur="500"/>
                                        <p:tgtEl>
                                          <p:spTgt spid="39"/>
                                        </p:tgtEl>
                                      </p:cBhvr>
                                    </p:animEffect>
                                  </p:childTnLst>
                                </p:cTn>
                              </p:par>
                              <p:par>
                                <p:cTn id="15" presetID="10"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25">
          <a:extLst>
            <a:ext uri="{FF2B5EF4-FFF2-40B4-BE49-F238E27FC236}">
              <a16:creationId xmlns:a16="http://schemas.microsoft.com/office/drawing/2014/main" id="{A38F87BE-41B6-86A2-65C7-46F6CF202E7E}"/>
            </a:ext>
          </a:extLst>
        </p:cNvPr>
        <p:cNvGrpSpPr/>
        <p:nvPr/>
      </p:nvGrpSpPr>
      <p:grpSpPr>
        <a:xfrm>
          <a:off x="0" y="0"/>
          <a:ext cx="0" cy="0"/>
          <a:chOff x="0" y="0"/>
          <a:chExt cx="0" cy="0"/>
        </a:xfrm>
      </p:grpSpPr>
      <p:sp>
        <p:nvSpPr>
          <p:cNvPr id="526" name="Google Shape;526;p52">
            <a:extLst>
              <a:ext uri="{FF2B5EF4-FFF2-40B4-BE49-F238E27FC236}">
                <a16:creationId xmlns:a16="http://schemas.microsoft.com/office/drawing/2014/main" id="{2CCA9FE5-8406-1D17-41E9-E79731FB2FD7}"/>
              </a:ext>
            </a:extLst>
          </p:cNvPr>
          <p:cNvSpPr/>
          <p:nvPr/>
        </p:nvSpPr>
        <p:spPr>
          <a:xfrm>
            <a:off x="-30505" y="2721333"/>
            <a:ext cx="2277900" cy="22779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537" name="Google Shape;537;p52">
            <a:extLst>
              <a:ext uri="{FF2B5EF4-FFF2-40B4-BE49-F238E27FC236}">
                <a16:creationId xmlns:a16="http://schemas.microsoft.com/office/drawing/2014/main" id="{FFAE4122-4280-0FB2-4513-C2D5E43B4230}"/>
              </a:ext>
            </a:extLst>
          </p:cNvPr>
          <p:cNvSpPr/>
          <p:nvPr/>
        </p:nvSpPr>
        <p:spPr>
          <a:xfrm>
            <a:off x="2192925" y="393814"/>
            <a:ext cx="6941225" cy="426650"/>
          </a:xfrm>
          <a:custGeom>
            <a:avLst/>
            <a:gdLst/>
            <a:ahLst/>
            <a:cxnLst/>
            <a:rect l="l" t="t" r="r" b="b"/>
            <a:pathLst>
              <a:path w="277649" h="17066" extrusionOk="0">
                <a:moveTo>
                  <a:pt x="277649" y="2182"/>
                </a:moveTo>
                <a:cubicBezTo>
                  <a:pt x="253641" y="10185"/>
                  <a:pt x="226797" y="4261"/>
                  <a:pt x="201745" y="684"/>
                </a:cubicBezTo>
                <a:cubicBezTo>
                  <a:pt x="183544" y="-1915"/>
                  <a:pt x="165058" y="7959"/>
                  <a:pt x="146814" y="5678"/>
                </a:cubicBezTo>
                <a:cubicBezTo>
                  <a:pt x="134644" y="4156"/>
                  <a:pt x="122387" y="-1719"/>
                  <a:pt x="110360" y="684"/>
                </a:cubicBezTo>
                <a:cubicBezTo>
                  <a:pt x="105063" y="1743"/>
                  <a:pt x="101842" y="7545"/>
                  <a:pt x="96877" y="9673"/>
                </a:cubicBezTo>
                <a:cubicBezTo>
                  <a:pt x="91197" y="12107"/>
                  <a:pt x="84579" y="11171"/>
                  <a:pt x="78400" y="11171"/>
                </a:cubicBezTo>
                <a:cubicBezTo>
                  <a:pt x="73434" y="11171"/>
                  <a:pt x="66140" y="12116"/>
                  <a:pt x="63919" y="7675"/>
                </a:cubicBezTo>
                <a:cubicBezTo>
                  <a:pt x="62054" y="3944"/>
                  <a:pt x="71568" y="-819"/>
                  <a:pt x="74905" y="1683"/>
                </a:cubicBezTo>
                <a:cubicBezTo>
                  <a:pt x="78245" y="4187"/>
                  <a:pt x="77246" y="11663"/>
                  <a:pt x="73906" y="14167"/>
                </a:cubicBezTo>
                <a:cubicBezTo>
                  <a:pt x="63283" y="22131"/>
                  <a:pt x="47475" y="11276"/>
                  <a:pt x="34456" y="8674"/>
                </a:cubicBezTo>
                <a:cubicBezTo>
                  <a:pt x="23118" y="6408"/>
                  <a:pt x="11562" y="12669"/>
                  <a:pt x="0" y="12669"/>
                </a:cubicBezTo>
              </a:path>
            </a:pathLst>
          </a:custGeom>
          <a:noFill/>
          <a:ln w="28575" cap="flat" cmpd="sng">
            <a:solidFill>
              <a:schemeClr val="accent1"/>
            </a:solidFill>
            <a:prstDash val="dash"/>
            <a:round/>
            <a:headEnd type="none" w="med" len="med"/>
            <a:tailEnd type="none" w="med" len="med"/>
          </a:ln>
        </p:spPr>
      </p:sp>
      <p:sp>
        <p:nvSpPr>
          <p:cNvPr id="18" name="Google Shape;2797;p104">
            <a:extLst>
              <a:ext uri="{FF2B5EF4-FFF2-40B4-BE49-F238E27FC236}">
                <a16:creationId xmlns:a16="http://schemas.microsoft.com/office/drawing/2014/main" id="{876E71E5-F9B3-2B42-C04C-338E6D4129D7}"/>
              </a:ext>
            </a:extLst>
          </p:cNvPr>
          <p:cNvSpPr txBox="1">
            <a:spLocks noGrp="1"/>
          </p:cNvSpPr>
          <p:nvPr>
            <p:ph type="title"/>
          </p:nvPr>
        </p:nvSpPr>
        <p:spPr>
          <a:xfrm>
            <a:off x="17525" y="-66600"/>
            <a:ext cx="2771000" cy="572700"/>
          </a:xfrm>
          <a:prstGeom prst="rect">
            <a:avLst/>
          </a:prstGeom>
        </p:spPr>
        <p:txBody>
          <a:bodyPr spcFirstLastPara="1" wrap="square" lIns="91425" tIns="91425" rIns="91425" bIns="91425" anchor="t" anchorCtr="0">
            <a:noAutofit/>
          </a:bodyPr>
          <a:lstStyle/>
          <a:p>
            <a:r>
              <a:rPr lang="en" sz="1800" dirty="0">
                <a:solidFill>
                  <a:schemeClr val="accent2"/>
                </a:solidFill>
              </a:rPr>
              <a:t>Send</a:t>
            </a:r>
            <a:r>
              <a:rPr lang="en-US" sz="1800" dirty="0">
                <a:solidFill>
                  <a:schemeClr val="accent2"/>
                </a:solidFill>
              </a:rPr>
              <a:t> Email</a:t>
            </a:r>
            <a:br>
              <a:rPr lang="en-US" sz="1800" dirty="0">
                <a:solidFill>
                  <a:schemeClr val="accent2"/>
                </a:solidFill>
              </a:rPr>
            </a:br>
            <a:r>
              <a:rPr lang="en" sz="1800" dirty="0"/>
              <a:t>Features</a:t>
            </a:r>
            <a:endParaRPr sz="1800" dirty="0"/>
          </a:p>
        </p:txBody>
      </p:sp>
      <p:grpSp>
        <p:nvGrpSpPr>
          <p:cNvPr id="2" name="Google Shape;448;p50">
            <a:extLst>
              <a:ext uri="{FF2B5EF4-FFF2-40B4-BE49-F238E27FC236}">
                <a16:creationId xmlns:a16="http://schemas.microsoft.com/office/drawing/2014/main" id="{0A4D81A7-9090-B011-16C4-97EE45D1EDD6}"/>
              </a:ext>
            </a:extLst>
          </p:cNvPr>
          <p:cNvGrpSpPr/>
          <p:nvPr/>
        </p:nvGrpSpPr>
        <p:grpSpPr>
          <a:xfrm>
            <a:off x="7315200" y="51240"/>
            <a:ext cx="1755384" cy="1620398"/>
            <a:chOff x="7260053" y="501002"/>
            <a:chExt cx="1752931" cy="1629120"/>
          </a:xfrm>
        </p:grpSpPr>
        <p:sp>
          <p:nvSpPr>
            <p:cNvPr id="3" name="Google Shape;449;p50">
              <a:extLst>
                <a:ext uri="{FF2B5EF4-FFF2-40B4-BE49-F238E27FC236}">
                  <a16:creationId xmlns:a16="http://schemas.microsoft.com/office/drawing/2014/main" id="{6775D5D9-7D93-250E-C102-78B710739223}"/>
                </a:ext>
              </a:extLst>
            </p:cNvPr>
            <p:cNvSpPr/>
            <p:nvPr/>
          </p:nvSpPr>
          <p:spPr>
            <a:xfrm rot="-781915">
              <a:off x="7909985" y="505074"/>
              <a:ext cx="40574" cy="39035"/>
            </a:xfrm>
            <a:custGeom>
              <a:avLst/>
              <a:gdLst/>
              <a:ahLst/>
              <a:cxnLst/>
              <a:rect l="l" t="t" r="r" b="b"/>
              <a:pathLst>
                <a:path w="5034" h="4843" extrusionOk="0">
                  <a:moveTo>
                    <a:pt x="2612" y="0"/>
                  </a:moveTo>
                  <a:cubicBezTo>
                    <a:pt x="1633" y="0"/>
                    <a:pt x="750" y="590"/>
                    <a:pt x="375" y="1494"/>
                  </a:cubicBezTo>
                  <a:cubicBezTo>
                    <a:pt x="1" y="2400"/>
                    <a:pt x="208" y="3441"/>
                    <a:pt x="900" y="4133"/>
                  </a:cubicBezTo>
                  <a:cubicBezTo>
                    <a:pt x="1364" y="4597"/>
                    <a:pt x="1983" y="4843"/>
                    <a:pt x="2613" y="4843"/>
                  </a:cubicBezTo>
                  <a:cubicBezTo>
                    <a:pt x="2924" y="4843"/>
                    <a:pt x="3239" y="4782"/>
                    <a:pt x="3538" y="4658"/>
                  </a:cubicBezTo>
                  <a:cubicBezTo>
                    <a:pt x="4442" y="4284"/>
                    <a:pt x="5033" y="3401"/>
                    <a:pt x="5033" y="2421"/>
                  </a:cubicBezTo>
                  <a:cubicBezTo>
                    <a:pt x="5033" y="1084"/>
                    <a:pt x="3950" y="0"/>
                    <a:pt x="26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 name="Google Shape;450;p50">
              <a:extLst>
                <a:ext uri="{FF2B5EF4-FFF2-40B4-BE49-F238E27FC236}">
                  <a16:creationId xmlns:a16="http://schemas.microsoft.com/office/drawing/2014/main" id="{EBD353A9-AEDE-325D-685A-782436BC43B7}"/>
                </a:ext>
              </a:extLst>
            </p:cNvPr>
            <p:cNvGrpSpPr/>
            <p:nvPr/>
          </p:nvGrpSpPr>
          <p:grpSpPr>
            <a:xfrm>
              <a:off x="7260053" y="548163"/>
              <a:ext cx="1752931" cy="1581959"/>
              <a:chOff x="7580428" y="219838"/>
              <a:chExt cx="1752931" cy="1581959"/>
            </a:xfrm>
          </p:grpSpPr>
          <p:sp>
            <p:nvSpPr>
              <p:cNvPr id="5" name="Google Shape;451;p50">
                <a:extLst>
                  <a:ext uri="{FF2B5EF4-FFF2-40B4-BE49-F238E27FC236}">
                    <a16:creationId xmlns:a16="http://schemas.microsoft.com/office/drawing/2014/main" id="{B811916E-E023-EDCD-67A6-6758102A95F5}"/>
                  </a:ext>
                </a:extLst>
              </p:cNvPr>
              <p:cNvSpPr/>
              <p:nvPr/>
            </p:nvSpPr>
            <p:spPr>
              <a:xfrm rot="-781915">
                <a:off x="7654286" y="637614"/>
                <a:ext cx="1605215" cy="838419"/>
              </a:xfrm>
              <a:custGeom>
                <a:avLst/>
                <a:gdLst/>
                <a:ahLst/>
                <a:cxnLst/>
                <a:rect l="l" t="t" r="r" b="b"/>
                <a:pathLst>
                  <a:path w="199156" h="104021" extrusionOk="0">
                    <a:moveTo>
                      <a:pt x="199156" y="1"/>
                    </a:moveTo>
                    <a:lnTo>
                      <a:pt x="0" y="41262"/>
                    </a:lnTo>
                    <a:lnTo>
                      <a:pt x="79582" y="104020"/>
                    </a:lnTo>
                    <a:lnTo>
                      <a:pt x="1991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52;p50">
                <a:extLst>
                  <a:ext uri="{FF2B5EF4-FFF2-40B4-BE49-F238E27FC236}">
                    <a16:creationId xmlns:a16="http://schemas.microsoft.com/office/drawing/2014/main" id="{1B3CED49-405E-0B6F-71BE-49E2CADBBAF6}"/>
                  </a:ext>
                </a:extLst>
              </p:cNvPr>
              <p:cNvSpPr/>
              <p:nvPr/>
            </p:nvSpPr>
            <p:spPr>
              <a:xfrm rot="-781915">
                <a:off x="7953113" y="786260"/>
                <a:ext cx="922115" cy="762049"/>
              </a:xfrm>
              <a:custGeom>
                <a:avLst/>
                <a:gdLst/>
                <a:ahLst/>
                <a:cxnLst/>
                <a:rect l="l" t="t" r="r" b="b"/>
                <a:pathLst>
                  <a:path w="114405" h="94546" extrusionOk="0">
                    <a:moveTo>
                      <a:pt x="114404" y="0"/>
                    </a:moveTo>
                    <a:lnTo>
                      <a:pt x="0" y="52238"/>
                    </a:lnTo>
                    <a:lnTo>
                      <a:pt x="433" y="94545"/>
                    </a:lnTo>
                    <a:lnTo>
                      <a:pt x="28063" y="73823"/>
                    </a:lnTo>
                    <a:lnTo>
                      <a:pt x="12952" y="59145"/>
                    </a:lnTo>
                    <a:lnTo>
                      <a:pt x="11440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53;p50">
                <a:extLst>
                  <a:ext uri="{FF2B5EF4-FFF2-40B4-BE49-F238E27FC236}">
                    <a16:creationId xmlns:a16="http://schemas.microsoft.com/office/drawing/2014/main" id="{268E6BEF-8D30-C300-A653-E4A42CA7B538}"/>
                  </a:ext>
                </a:extLst>
              </p:cNvPr>
              <p:cNvSpPr/>
              <p:nvPr/>
            </p:nvSpPr>
            <p:spPr>
              <a:xfrm rot="-781915">
                <a:off x="7956891" y="788788"/>
                <a:ext cx="915578" cy="759438"/>
              </a:xfrm>
              <a:custGeom>
                <a:avLst/>
                <a:gdLst/>
                <a:ahLst/>
                <a:cxnLst/>
                <a:rect l="l" t="t" r="r" b="b"/>
                <a:pathLst>
                  <a:path w="113594" h="94222" extrusionOk="0">
                    <a:moveTo>
                      <a:pt x="113594" y="0"/>
                    </a:moveTo>
                    <a:lnTo>
                      <a:pt x="7339" y="55368"/>
                    </a:lnTo>
                    <a:lnTo>
                      <a:pt x="0" y="94221"/>
                    </a:lnTo>
                    <a:lnTo>
                      <a:pt x="22124" y="68319"/>
                    </a:lnTo>
                    <a:lnTo>
                      <a:pt x="12573" y="58929"/>
                    </a:lnTo>
                    <a:lnTo>
                      <a:pt x="1135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54;p50">
                <a:extLst>
                  <a:ext uri="{FF2B5EF4-FFF2-40B4-BE49-F238E27FC236}">
                    <a16:creationId xmlns:a16="http://schemas.microsoft.com/office/drawing/2014/main" id="{2864060C-5018-330B-37EC-8145CEEF80A6}"/>
                  </a:ext>
                </a:extLst>
              </p:cNvPr>
              <p:cNvSpPr/>
              <p:nvPr/>
            </p:nvSpPr>
            <p:spPr>
              <a:xfrm rot="-781915">
                <a:off x="8573923" y="1427363"/>
                <a:ext cx="215309" cy="260196"/>
              </a:xfrm>
              <a:custGeom>
                <a:avLst/>
                <a:gdLst/>
                <a:ahLst/>
                <a:cxnLst/>
                <a:rect l="l" t="t" r="r" b="b"/>
                <a:pathLst>
                  <a:path w="26713" h="32282" extrusionOk="0">
                    <a:moveTo>
                      <a:pt x="13356" y="0"/>
                    </a:moveTo>
                    <a:cubicBezTo>
                      <a:pt x="12968" y="0"/>
                      <a:pt x="12655" y="313"/>
                      <a:pt x="12655" y="702"/>
                    </a:cubicBezTo>
                    <a:cubicBezTo>
                      <a:pt x="12655" y="15229"/>
                      <a:pt x="1210" y="15436"/>
                      <a:pt x="722" y="15439"/>
                    </a:cubicBezTo>
                    <a:cubicBezTo>
                      <a:pt x="721" y="15439"/>
                      <a:pt x="720" y="15439"/>
                      <a:pt x="719" y="15439"/>
                    </a:cubicBezTo>
                    <a:cubicBezTo>
                      <a:pt x="346" y="15439"/>
                      <a:pt x="37" y="15732"/>
                      <a:pt x="19" y="16106"/>
                    </a:cubicBezTo>
                    <a:cubicBezTo>
                      <a:pt x="1" y="16482"/>
                      <a:pt x="280" y="16804"/>
                      <a:pt x="655" y="16840"/>
                    </a:cubicBezTo>
                    <a:cubicBezTo>
                      <a:pt x="10514" y="17825"/>
                      <a:pt x="12368" y="25267"/>
                      <a:pt x="12655" y="29165"/>
                    </a:cubicBezTo>
                    <a:lnTo>
                      <a:pt x="12655" y="29308"/>
                    </a:lnTo>
                    <a:cubicBezTo>
                      <a:pt x="12564" y="30667"/>
                      <a:pt x="12650" y="31576"/>
                      <a:pt x="12658" y="31649"/>
                    </a:cubicBezTo>
                    <a:cubicBezTo>
                      <a:pt x="12661" y="31686"/>
                      <a:pt x="12679" y="31717"/>
                      <a:pt x="12687" y="31752"/>
                    </a:cubicBezTo>
                    <a:cubicBezTo>
                      <a:pt x="12696" y="31792"/>
                      <a:pt x="12707" y="31832"/>
                      <a:pt x="12722" y="31870"/>
                    </a:cubicBezTo>
                    <a:cubicBezTo>
                      <a:pt x="12744" y="31912"/>
                      <a:pt x="12768" y="31950"/>
                      <a:pt x="12797" y="31986"/>
                    </a:cubicBezTo>
                    <a:cubicBezTo>
                      <a:pt x="12819" y="32019"/>
                      <a:pt x="12842" y="32050"/>
                      <a:pt x="12870" y="32079"/>
                    </a:cubicBezTo>
                    <a:cubicBezTo>
                      <a:pt x="12903" y="32110"/>
                      <a:pt x="12942" y="32138"/>
                      <a:pt x="12980" y="32161"/>
                    </a:cubicBezTo>
                    <a:cubicBezTo>
                      <a:pt x="13012" y="32184"/>
                      <a:pt x="13046" y="32204"/>
                      <a:pt x="13080" y="32222"/>
                    </a:cubicBezTo>
                    <a:cubicBezTo>
                      <a:pt x="13126" y="32239"/>
                      <a:pt x="13175" y="32250"/>
                      <a:pt x="13223" y="32257"/>
                    </a:cubicBezTo>
                    <a:cubicBezTo>
                      <a:pt x="13257" y="32264"/>
                      <a:pt x="13286" y="32279"/>
                      <a:pt x="13321" y="32282"/>
                    </a:cubicBezTo>
                    <a:lnTo>
                      <a:pt x="13390" y="32282"/>
                    </a:lnTo>
                    <a:cubicBezTo>
                      <a:pt x="13425" y="32279"/>
                      <a:pt x="13455" y="32264"/>
                      <a:pt x="13488" y="32257"/>
                    </a:cubicBezTo>
                    <a:cubicBezTo>
                      <a:pt x="13538" y="32250"/>
                      <a:pt x="13585" y="32239"/>
                      <a:pt x="13631" y="32222"/>
                    </a:cubicBezTo>
                    <a:cubicBezTo>
                      <a:pt x="13666" y="32204"/>
                      <a:pt x="13700" y="32184"/>
                      <a:pt x="13731" y="32161"/>
                    </a:cubicBezTo>
                    <a:cubicBezTo>
                      <a:pt x="13771" y="32138"/>
                      <a:pt x="13808" y="32110"/>
                      <a:pt x="13843" y="32079"/>
                    </a:cubicBezTo>
                    <a:cubicBezTo>
                      <a:pt x="13869" y="32050"/>
                      <a:pt x="13894" y="32019"/>
                      <a:pt x="13915" y="31986"/>
                    </a:cubicBezTo>
                    <a:cubicBezTo>
                      <a:pt x="13974" y="31921"/>
                      <a:pt x="14012" y="31840"/>
                      <a:pt x="14024" y="31752"/>
                    </a:cubicBezTo>
                    <a:cubicBezTo>
                      <a:pt x="14033" y="31718"/>
                      <a:pt x="14050" y="31686"/>
                      <a:pt x="14055" y="31649"/>
                    </a:cubicBezTo>
                    <a:cubicBezTo>
                      <a:pt x="14061" y="31577"/>
                      <a:pt x="14142" y="30690"/>
                      <a:pt x="14061" y="29371"/>
                    </a:cubicBezTo>
                    <a:cubicBezTo>
                      <a:pt x="14147" y="28092"/>
                      <a:pt x="14399" y="26383"/>
                      <a:pt x="15065" y="24638"/>
                    </a:cubicBezTo>
                    <a:cubicBezTo>
                      <a:pt x="16825" y="20016"/>
                      <a:pt x="20523" y="17392"/>
                      <a:pt x="26058" y="16840"/>
                    </a:cubicBezTo>
                    <a:cubicBezTo>
                      <a:pt x="26433" y="16804"/>
                      <a:pt x="26712" y="16480"/>
                      <a:pt x="26694" y="16106"/>
                    </a:cubicBezTo>
                    <a:cubicBezTo>
                      <a:pt x="26675" y="15731"/>
                      <a:pt x="26365" y="15438"/>
                      <a:pt x="25990" y="15438"/>
                    </a:cubicBezTo>
                    <a:cubicBezTo>
                      <a:pt x="25989" y="15438"/>
                      <a:pt x="25988" y="15438"/>
                      <a:pt x="25987" y="15438"/>
                    </a:cubicBezTo>
                    <a:lnTo>
                      <a:pt x="25987" y="15439"/>
                    </a:lnTo>
                    <a:cubicBezTo>
                      <a:pt x="25501" y="15439"/>
                      <a:pt x="14058" y="15272"/>
                      <a:pt x="14058" y="702"/>
                    </a:cubicBezTo>
                    <a:cubicBezTo>
                      <a:pt x="14058" y="313"/>
                      <a:pt x="13743" y="0"/>
                      <a:pt x="133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55;p50">
                <a:extLst>
                  <a:ext uri="{FF2B5EF4-FFF2-40B4-BE49-F238E27FC236}">
                    <a16:creationId xmlns:a16="http://schemas.microsoft.com/office/drawing/2014/main" id="{3AF72082-E254-9478-A9BF-30DD7FE9CEFD}"/>
                  </a:ext>
                </a:extLst>
              </p:cNvPr>
              <p:cNvSpPr/>
              <p:nvPr/>
            </p:nvSpPr>
            <p:spPr>
              <a:xfrm rot="-781915">
                <a:off x="8661159" y="1773048"/>
                <a:ext cx="27058" cy="26034"/>
              </a:xfrm>
              <a:custGeom>
                <a:avLst/>
                <a:gdLst/>
                <a:ahLst/>
                <a:cxnLst/>
                <a:rect l="l" t="t" r="r" b="b"/>
                <a:pathLst>
                  <a:path w="3357" h="3230" extrusionOk="0">
                    <a:moveTo>
                      <a:pt x="1743" y="0"/>
                    </a:moveTo>
                    <a:cubicBezTo>
                      <a:pt x="1089" y="0"/>
                      <a:pt x="501" y="393"/>
                      <a:pt x="250" y="997"/>
                    </a:cubicBezTo>
                    <a:cubicBezTo>
                      <a:pt x="0" y="1600"/>
                      <a:pt x="138" y="2294"/>
                      <a:pt x="600" y="2756"/>
                    </a:cubicBezTo>
                    <a:cubicBezTo>
                      <a:pt x="909" y="3065"/>
                      <a:pt x="1322" y="3229"/>
                      <a:pt x="1742" y="3229"/>
                    </a:cubicBezTo>
                    <a:cubicBezTo>
                      <a:pt x="1950" y="3229"/>
                      <a:pt x="2160" y="3189"/>
                      <a:pt x="2360" y="3106"/>
                    </a:cubicBezTo>
                    <a:cubicBezTo>
                      <a:pt x="2963" y="2856"/>
                      <a:pt x="3356" y="2268"/>
                      <a:pt x="3356" y="1615"/>
                    </a:cubicBezTo>
                    <a:cubicBezTo>
                      <a:pt x="3356" y="723"/>
                      <a:pt x="2633" y="0"/>
                      <a:pt x="17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56;p50">
                <a:extLst>
                  <a:ext uri="{FF2B5EF4-FFF2-40B4-BE49-F238E27FC236}">
                    <a16:creationId xmlns:a16="http://schemas.microsoft.com/office/drawing/2014/main" id="{08B7E784-0608-7BA8-B1A3-0F0EBA608339}"/>
                  </a:ext>
                </a:extLst>
              </p:cNvPr>
              <p:cNvSpPr/>
              <p:nvPr/>
            </p:nvSpPr>
            <p:spPr>
              <a:xfrm rot="-781915">
                <a:off x="8783940" y="1611118"/>
                <a:ext cx="27058" cy="26034"/>
              </a:xfrm>
              <a:custGeom>
                <a:avLst/>
                <a:gdLst/>
                <a:ahLst/>
                <a:cxnLst/>
                <a:rect l="l" t="t" r="r" b="b"/>
                <a:pathLst>
                  <a:path w="3357" h="3230" extrusionOk="0">
                    <a:moveTo>
                      <a:pt x="1742" y="0"/>
                    </a:moveTo>
                    <a:cubicBezTo>
                      <a:pt x="1089" y="0"/>
                      <a:pt x="501" y="393"/>
                      <a:pt x="251" y="997"/>
                    </a:cubicBezTo>
                    <a:cubicBezTo>
                      <a:pt x="1" y="1600"/>
                      <a:pt x="139" y="2294"/>
                      <a:pt x="601" y="2756"/>
                    </a:cubicBezTo>
                    <a:cubicBezTo>
                      <a:pt x="909" y="3065"/>
                      <a:pt x="1322" y="3229"/>
                      <a:pt x="1742" y="3229"/>
                    </a:cubicBezTo>
                    <a:cubicBezTo>
                      <a:pt x="1950" y="3229"/>
                      <a:pt x="2160" y="3189"/>
                      <a:pt x="2359" y="3106"/>
                    </a:cubicBezTo>
                    <a:cubicBezTo>
                      <a:pt x="2962" y="2856"/>
                      <a:pt x="3357" y="2268"/>
                      <a:pt x="3357" y="1616"/>
                    </a:cubicBezTo>
                    <a:cubicBezTo>
                      <a:pt x="3357" y="723"/>
                      <a:pt x="2634" y="0"/>
                      <a:pt x="17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57;p50">
                <a:extLst>
                  <a:ext uri="{FF2B5EF4-FFF2-40B4-BE49-F238E27FC236}">
                    <a16:creationId xmlns:a16="http://schemas.microsoft.com/office/drawing/2014/main" id="{E2DF2575-1BC5-124A-FB58-F1E759CCDFD3}"/>
                  </a:ext>
                </a:extLst>
              </p:cNvPr>
              <p:cNvSpPr/>
              <p:nvPr/>
            </p:nvSpPr>
            <p:spPr>
              <a:xfrm rot="-781915">
                <a:off x="8553655" y="1649637"/>
                <a:ext cx="40574" cy="39043"/>
              </a:xfrm>
              <a:custGeom>
                <a:avLst/>
                <a:gdLst/>
                <a:ahLst/>
                <a:cxnLst/>
                <a:rect l="l" t="t" r="r" b="b"/>
                <a:pathLst>
                  <a:path w="5034" h="4844" extrusionOk="0">
                    <a:moveTo>
                      <a:pt x="2612" y="1"/>
                    </a:moveTo>
                    <a:cubicBezTo>
                      <a:pt x="1632" y="1"/>
                      <a:pt x="750" y="590"/>
                      <a:pt x="375" y="1495"/>
                    </a:cubicBezTo>
                    <a:cubicBezTo>
                      <a:pt x="0" y="2400"/>
                      <a:pt x="208" y="3441"/>
                      <a:pt x="900" y="4134"/>
                    </a:cubicBezTo>
                    <a:cubicBezTo>
                      <a:pt x="1363" y="4597"/>
                      <a:pt x="1983" y="4843"/>
                      <a:pt x="2613" y="4843"/>
                    </a:cubicBezTo>
                    <a:cubicBezTo>
                      <a:pt x="2925" y="4843"/>
                      <a:pt x="3239" y="4783"/>
                      <a:pt x="3539" y="4659"/>
                    </a:cubicBezTo>
                    <a:cubicBezTo>
                      <a:pt x="4444" y="4284"/>
                      <a:pt x="5033" y="3401"/>
                      <a:pt x="5033" y="2422"/>
                    </a:cubicBezTo>
                    <a:cubicBezTo>
                      <a:pt x="5033" y="1085"/>
                      <a:pt x="3949" y="1"/>
                      <a:pt x="26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58;p50">
                <a:extLst>
                  <a:ext uri="{FF2B5EF4-FFF2-40B4-BE49-F238E27FC236}">
                    <a16:creationId xmlns:a16="http://schemas.microsoft.com/office/drawing/2014/main" id="{E3C9FA6F-62BF-4BB8-373C-3588B6CB4215}"/>
                  </a:ext>
                </a:extLst>
              </p:cNvPr>
              <p:cNvSpPr/>
              <p:nvPr/>
            </p:nvSpPr>
            <p:spPr>
              <a:xfrm rot="-781915">
                <a:off x="7930242" y="282785"/>
                <a:ext cx="215317" cy="260196"/>
              </a:xfrm>
              <a:custGeom>
                <a:avLst/>
                <a:gdLst/>
                <a:ahLst/>
                <a:cxnLst/>
                <a:rect l="l" t="t" r="r" b="b"/>
                <a:pathLst>
                  <a:path w="26714" h="32282" extrusionOk="0">
                    <a:moveTo>
                      <a:pt x="13356" y="0"/>
                    </a:moveTo>
                    <a:cubicBezTo>
                      <a:pt x="12969" y="0"/>
                      <a:pt x="12654" y="315"/>
                      <a:pt x="12654" y="703"/>
                    </a:cubicBezTo>
                    <a:cubicBezTo>
                      <a:pt x="12654" y="15231"/>
                      <a:pt x="1210" y="15438"/>
                      <a:pt x="724" y="15439"/>
                    </a:cubicBezTo>
                    <a:cubicBezTo>
                      <a:pt x="723" y="15439"/>
                      <a:pt x="722" y="15439"/>
                      <a:pt x="721" y="15439"/>
                    </a:cubicBezTo>
                    <a:cubicBezTo>
                      <a:pt x="346" y="15439"/>
                      <a:pt x="37" y="15734"/>
                      <a:pt x="19" y="16107"/>
                    </a:cubicBezTo>
                    <a:cubicBezTo>
                      <a:pt x="0" y="16482"/>
                      <a:pt x="281" y="16806"/>
                      <a:pt x="654" y="16841"/>
                    </a:cubicBezTo>
                    <a:cubicBezTo>
                      <a:pt x="10516" y="17827"/>
                      <a:pt x="12367" y="25268"/>
                      <a:pt x="12654" y="29165"/>
                    </a:cubicBezTo>
                    <a:lnTo>
                      <a:pt x="12654" y="29309"/>
                    </a:lnTo>
                    <a:cubicBezTo>
                      <a:pt x="12565" y="30668"/>
                      <a:pt x="12651" y="31577"/>
                      <a:pt x="12658" y="31651"/>
                    </a:cubicBezTo>
                    <a:cubicBezTo>
                      <a:pt x="12662" y="31688"/>
                      <a:pt x="12679" y="31718"/>
                      <a:pt x="12688" y="31754"/>
                    </a:cubicBezTo>
                    <a:cubicBezTo>
                      <a:pt x="12702" y="31840"/>
                      <a:pt x="12739" y="31921"/>
                      <a:pt x="12797" y="31987"/>
                    </a:cubicBezTo>
                    <a:cubicBezTo>
                      <a:pt x="12819" y="32021"/>
                      <a:pt x="12843" y="32052"/>
                      <a:pt x="12869" y="32081"/>
                    </a:cubicBezTo>
                    <a:cubicBezTo>
                      <a:pt x="12905" y="32111"/>
                      <a:pt x="12942" y="32138"/>
                      <a:pt x="12982" y="32161"/>
                    </a:cubicBezTo>
                    <a:cubicBezTo>
                      <a:pt x="13012" y="32185"/>
                      <a:pt x="13046" y="32205"/>
                      <a:pt x="13081" y="32222"/>
                    </a:cubicBezTo>
                    <a:cubicBezTo>
                      <a:pt x="13127" y="32239"/>
                      <a:pt x="13175" y="32251"/>
                      <a:pt x="13224" y="32257"/>
                    </a:cubicBezTo>
                    <a:cubicBezTo>
                      <a:pt x="13258" y="32265"/>
                      <a:pt x="13287" y="32280"/>
                      <a:pt x="13322" y="32282"/>
                    </a:cubicBezTo>
                    <a:lnTo>
                      <a:pt x="13391" y="32282"/>
                    </a:lnTo>
                    <a:cubicBezTo>
                      <a:pt x="13427" y="32280"/>
                      <a:pt x="13456" y="32265"/>
                      <a:pt x="13490" y="32257"/>
                    </a:cubicBezTo>
                    <a:cubicBezTo>
                      <a:pt x="13537" y="32251"/>
                      <a:pt x="13586" y="32239"/>
                      <a:pt x="13632" y="32222"/>
                    </a:cubicBezTo>
                    <a:cubicBezTo>
                      <a:pt x="13666" y="32205"/>
                      <a:pt x="13700" y="32185"/>
                      <a:pt x="13732" y="32161"/>
                    </a:cubicBezTo>
                    <a:cubicBezTo>
                      <a:pt x="13809" y="32122"/>
                      <a:pt x="13872" y="32062"/>
                      <a:pt x="13915" y="31987"/>
                    </a:cubicBezTo>
                    <a:cubicBezTo>
                      <a:pt x="13944" y="31952"/>
                      <a:pt x="13969" y="31913"/>
                      <a:pt x="13990" y="31872"/>
                    </a:cubicBezTo>
                    <a:cubicBezTo>
                      <a:pt x="14006" y="31834"/>
                      <a:pt x="14016" y="31794"/>
                      <a:pt x="14026" y="31754"/>
                    </a:cubicBezTo>
                    <a:cubicBezTo>
                      <a:pt x="14035" y="31718"/>
                      <a:pt x="14052" y="31688"/>
                      <a:pt x="14055" y="31651"/>
                    </a:cubicBezTo>
                    <a:cubicBezTo>
                      <a:pt x="14062" y="31579"/>
                      <a:pt x="14144" y="30691"/>
                      <a:pt x="14061" y="29372"/>
                    </a:cubicBezTo>
                    <a:cubicBezTo>
                      <a:pt x="14148" y="28092"/>
                      <a:pt x="14400" y="26383"/>
                      <a:pt x="15065" y="24637"/>
                    </a:cubicBezTo>
                    <a:cubicBezTo>
                      <a:pt x="16824" y="20016"/>
                      <a:pt x="20525" y="17392"/>
                      <a:pt x="26058" y="16840"/>
                    </a:cubicBezTo>
                    <a:cubicBezTo>
                      <a:pt x="26432" y="16806"/>
                      <a:pt x="26713" y="16482"/>
                      <a:pt x="26695" y="16106"/>
                    </a:cubicBezTo>
                    <a:cubicBezTo>
                      <a:pt x="26675" y="15733"/>
                      <a:pt x="26368" y="15439"/>
                      <a:pt x="25995" y="15439"/>
                    </a:cubicBezTo>
                    <a:cubicBezTo>
                      <a:pt x="25993" y="15439"/>
                      <a:pt x="25991" y="15439"/>
                      <a:pt x="25989" y="15439"/>
                    </a:cubicBezTo>
                    <a:cubicBezTo>
                      <a:pt x="25502" y="15439"/>
                      <a:pt x="14058" y="15272"/>
                      <a:pt x="14058" y="703"/>
                    </a:cubicBezTo>
                    <a:cubicBezTo>
                      <a:pt x="14058" y="315"/>
                      <a:pt x="13745" y="0"/>
                      <a:pt x="133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59;p50">
                <a:extLst>
                  <a:ext uri="{FF2B5EF4-FFF2-40B4-BE49-F238E27FC236}">
                    <a16:creationId xmlns:a16="http://schemas.microsoft.com/office/drawing/2014/main" id="{F9077096-5905-F293-188E-FC97F7F3A3F4}"/>
                  </a:ext>
                </a:extLst>
              </p:cNvPr>
              <p:cNvSpPr/>
              <p:nvPr/>
            </p:nvSpPr>
            <p:spPr>
              <a:xfrm rot="-781915">
                <a:off x="8017487" y="628476"/>
                <a:ext cx="27058" cy="26034"/>
              </a:xfrm>
              <a:custGeom>
                <a:avLst/>
                <a:gdLst/>
                <a:ahLst/>
                <a:cxnLst/>
                <a:rect l="l" t="t" r="r" b="b"/>
                <a:pathLst>
                  <a:path w="3357" h="3230" extrusionOk="0">
                    <a:moveTo>
                      <a:pt x="1741" y="1"/>
                    </a:moveTo>
                    <a:cubicBezTo>
                      <a:pt x="1089" y="1"/>
                      <a:pt x="501" y="395"/>
                      <a:pt x="251" y="997"/>
                    </a:cubicBezTo>
                    <a:cubicBezTo>
                      <a:pt x="0" y="1600"/>
                      <a:pt x="139" y="2294"/>
                      <a:pt x="601" y="2757"/>
                    </a:cubicBezTo>
                    <a:cubicBezTo>
                      <a:pt x="909" y="3066"/>
                      <a:pt x="1322" y="3230"/>
                      <a:pt x="1742" y="3230"/>
                    </a:cubicBezTo>
                    <a:cubicBezTo>
                      <a:pt x="1950" y="3230"/>
                      <a:pt x="2159" y="3190"/>
                      <a:pt x="2359" y="3107"/>
                    </a:cubicBezTo>
                    <a:cubicBezTo>
                      <a:pt x="2962" y="2856"/>
                      <a:pt x="3355" y="2268"/>
                      <a:pt x="3357" y="1616"/>
                    </a:cubicBezTo>
                    <a:cubicBezTo>
                      <a:pt x="3357" y="724"/>
                      <a:pt x="2633" y="1"/>
                      <a:pt x="17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60;p50">
                <a:extLst>
                  <a:ext uri="{FF2B5EF4-FFF2-40B4-BE49-F238E27FC236}">
                    <a16:creationId xmlns:a16="http://schemas.microsoft.com/office/drawing/2014/main" id="{727A8C1A-33ED-D9DD-0E83-C6526EB7C30A}"/>
                  </a:ext>
                </a:extLst>
              </p:cNvPr>
              <p:cNvSpPr/>
              <p:nvPr/>
            </p:nvSpPr>
            <p:spPr>
              <a:xfrm rot="-781915">
                <a:off x="8140277" y="466546"/>
                <a:ext cx="27042" cy="26034"/>
              </a:xfrm>
              <a:custGeom>
                <a:avLst/>
                <a:gdLst/>
                <a:ahLst/>
                <a:cxnLst/>
                <a:rect l="l" t="t" r="r" b="b"/>
                <a:pathLst>
                  <a:path w="3355" h="3230" extrusionOk="0">
                    <a:moveTo>
                      <a:pt x="1741" y="1"/>
                    </a:moveTo>
                    <a:cubicBezTo>
                      <a:pt x="1087" y="1"/>
                      <a:pt x="499" y="394"/>
                      <a:pt x="249" y="997"/>
                    </a:cubicBezTo>
                    <a:cubicBezTo>
                      <a:pt x="0" y="1601"/>
                      <a:pt x="138" y="2295"/>
                      <a:pt x="599" y="2757"/>
                    </a:cubicBezTo>
                    <a:cubicBezTo>
                      <a:pt x="908" y="3066"/>
                      <a:pt x="1321" y="3230"/>
                      <a:pt x="1741" y="3230"/>
                    </a:cubicBezTo>
                    <a:cubicBezTo>
                      <a:pt x="1949" y="3230"/>
                      <a:pt x="2158" y="3190"/>
                      <a:pt x="2358" y="3107"/>
                    </a:cubicBezTo>
                    <a:cubicBezTo>
                      <a:pt x="2962" y="2857"/>
                      <a:pt x="3355" y="2268"/>
                      <a:pt x="3355" y="1616"/>
                    </a:cubicBezTo>
                    <a:cubicBezTo>
                      <a:pt x="3355" y="724"/>
                      <a:pt x="2632" y="1"/>
                      <a:pt x="17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61;p50">
                <a:extLst>
                  <a:ext uri="{FF2B5EF4-FFF2-40B4-BE49-F238E27FC236}">
                    <a16:creationId xmlns:a16="http://schemas.microsoft.com/office/drawing/2014/main" id="{B4878C3B-61CD-1ACC-4EC7-06F818BC87DC}"/>
                  </a:ext>
                </a:extLst>
              </p:cNvPr>
              <p:cNvSpPr/>
              <p:nvPr/>
            </p:nvSpPr>
            <p:spPr>
              <a:xfrm rot="-781915">
                <a:off x="8231825" y="637736"/>
                <a:ext cx="27066" cy="26026"/>
              </a:xfrm>
              <a:custGeom>
                <a:avLst/>
                <a:gdLst/>
                <a:ahLst/>
                <a:cxnLst/>
                <a:rect l="l" t="t" r="r" b="b"/>
                <a:pathLst>
                  <a:path w="3358" h="3229" extrusionOk="0">
                    <a:moveTo>
                      <a:pt x="1742" y="0"/>
                    </a:moveTo>
                    <a:cubicBezTo>
                      <a:pt x="1090" y="0"/>
                      <a:pt x="502" y="393"/>
                      <a:pt x="251" y="997"/>
                    </a:cubicBezTo>
                    <a:cubicBezTo>
                      <a:pt x="1" y="1600"/>
                      <a:pt x="139" y="2294"/>
                      <a:pt x="601" y="2756"/>
                    </a:cubicBezTo>
                    <a:cubicBezTo>
                      <a:pt x="911" y="3065"/>
                      <a:pt x="1324" y="3228"/>
                      <a:pt x="1744" y="3228"/>
                    </a:cubicBezTo>
                    <a:cubicBezTo>
                      <a:pt x="1952" y="3228"/>
                      <a:pt x="2161" y="3188"/>
                      <a:pt x="2361" y="3106"/>
                    </a:cubicBezTo>
                    <a:cubicBezTo>
                      <a:pt x="2964" y="2856"/>
                      <a:pt x="3357" y="2266"/>
                      <a:pt x="3357" y="1614"/>
                    </a:cubicBezTo>
                    <a:cubicBezTo>
                      <a:pt x="3357" y="722"/>
                      <a:pt x="2634" y="0"/>
                      <a:pt x="17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62;p50">
                <a:extLst>
                  <a:ext uri="{FF2B5EF4-FFF2-40B4-BE49-F238E27FC236}">
                    <a16:creationId xmlns:a16="http://schemas.microsoft.com/office/drawing/2014/main" id="{A85FE894-787E-3581-AF84-AA88E4D3AA02}"/>
                  </a:ext>
                </a:extLst>
              </p:cNvPr>
              <p:cNvSpPr/>
              <p:nvPr/>
            </p:nvSpPr>
            <p:spPr>
              <a:xfrm rot="-781915">
                <a:off x="8093250" y="223910"/>
                <a:ext cx="40574" cy="39035"/>
              </a:xfrm>
              <a:custGeom>
                <a:avLst/>
                <a:gdLst/>
                <a:ahLst/>
                <a:cxnLst/>
                <a:rect l="l" t="t" r="r" b="b"/>
                <a:pathLst>
                  <a:path w="5034" h="4843" extrusionOk="0">
                    <a:moveTo>
                      <a:pt x="2612" y="0"/>
                    </a:moveTo>
                    <a:cubicBezTo>
                      <a:pt x="1633" y="0"/>
                      <a:pt x="750" y="590"/>
                      <a:pt x="376" y="1495"/>
                    </a:cubicBezTo>
                    <a:cubicBezTo>
                      <a:pt x="1" y="2400"/>
                      <a:pt x="208" y="3441"/>
                      <a:pt x="901" y="4133"/>
                    </a:cubicBezTo>
                    <a:cubicBezTo>
                      <a:pt x="1364" y="4596"/>
                      <a:pt x="1983" y="4842"/>
                      <a:pt x="2613" y="4842"/>
                    </a:cubicBezTo>
                    <a:cubicBezTo>
                      <a:pt x="2925" y="4842"/>
                      <a:pt x="3239" y="4782"/>
                      <a:pt x="3538" y="4658"/>
                    </a:cubicBezTo>
                    <a:cubicBezTo>
                      <a:pt x="4444" y="4284"/>
                      <a:pt x="5034" y="3401"/>
                      <a:pt x="5034" y="2421"/>
                    </a:cubicBezTo>
                    <a:cubicBezTo>
                      <a:pt x="5034" y="1084"/>
                      <a:pt x="3950" y="0"/>
                      <a:pt x="26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63;p50">
                <a:extLst>
                  <a:ext uri="{FF2B5EF4-FFF2-40B4-BE49-F238E27FC236}">
                    <a16:creationId xmlns:a16="http://schemas.microsoft.com/office/drawing/2014/main" id="{1DAFA24C-7BD0-5283-1A83-0326BD685792}"/>
                  </a:ext>
                </a:extLst>
              </p:cNvPr>
              <p:cNvSpPr/>
              <p:nvPr/>
            </p:nvSpPr>
            <p:spPr>
              <a:xfrm rot="-781915">
                <a:off x="8238714" y="289552"/>
                <a:ext cx="40574" cy="39035"/>
              </a:xfrm>
              <a:custGeom>
                <a:avLst/>
                <a:gdLst/>
                <a:ahLst/>
                <a:cxnLst/>
                <a:rect l="l" t="t" r="r" b="b"/>
                <a:pathLst>
                  <a:path w="5034" h="4843" extrusionOk="0">
                    <a:moveTo>
                      <a:pt x="2612" y="0"/>
                    </a:moveTo>
                    <a:cubicBezTo>
                      <a:pt x="1632" y="0"/>
                      <a:pt x="750" y="590"/>
                      <a:pt x="375" y="1496"/>
                    </a:cubicBezTo>
                    <a:cubicBezTo>
                      <a:pt x="0" y="2400"/>
                      <a:pt x="208" y="3441"/>
                      <a:pt x="900" y="4133"/>
                    </a:cubicBezTo>
                    <a:cubicBezTo>
                      <a:pt x="1363" y="4597"/>
                      <a:pt x="1983" y="4843"/>
                      <a:pt x="2612" y="4843"/>
                    </a:cubicBezTo>
                    <a:cubicBezTo>
                      <a:pt x="2924" y="4843"/>
                      <a:pt x="3238" y="4782"/>
                      <a:pt x="3538" y="4658"/>
                    </a:cubicBezTo>
                    <a:cubicBezTo>
                      <a:pt x="4444" y="4284"/>
                      <a:pt x="5033" y="3401"/>
                      <a:pt x="5033" y="2421"/>
                    </a:cubicBezTo>
                    <a:cubicBezTo>
                      <a:pt x="5033" y="1084"/>
                      <a:pt x="3949" y="0"/>
                      <a:pt x="26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0" name="Picture 19">
            <a:extLst>
              <a:ext uri="{FF2B5EF4-FFF2-40B4-BE49-F238E27FC236}">
                <a16:creationId xmlns:a16="http://schemas.microsoft.com/office/drawing/2014/main" id="{0D854F83-B630-FDD1-04B0-042413F7B5F2}"/>
              </a:ext>
            </a:extLst>
          </p:cNvPr>
          <p:cNvPicPr>
            <a:picLocks noChangeAspect="1"/>
          </p:cNvPicPr>
          <p:nvPr/>
        </p:nvPicPr>
        <p:blipFill>
          <a:blip r:embed="rId3"/>
          <a:stretch>
            <a:fillRect/>
          </a:stretch>
        </p:blipFill>
        <p:spPr>
          <a:xfrm>
            <a:off x="4229392" y="2547642"/>
            <a:ext cx="3789501" cy="2432450"/>
          </a:xfrm>
          <a:prstGeom prst="rect">
            <a:avLst/>
          </a:prstGeom>
        </p:spPr>
      </p:pic>
      <p:grpSp>
        <p:nvGrpSpPr>
          <p:cNvPr id="21" name="Google Shape;545;p53">
            <a:extLst>
              <a:ext uri="{FF2B5EF4-FFF2-40B4-BE49-F238E27FC236}">
                <a16:creationId xmlns:a16="http://schemas.microsoft.com/office/drawing/2014/main" id="{ED740907-EA1C-6A9C-89AA-30F4BD9965E0}"/>
              </a:ext>
            </a:extLst>
          </p:cNvPr>
          <p:cNvGrpSpPr/>
          <p:nvPr/>
        </p:nvGrpSpPr>
        <p:grpSpPr>
          <a:xfrm>
            <a:off x="-166338" y="592924"/>
            <a:ext cx="3166714" cy="2767579"/>
            <a:chOff x="748061" y="1345850"/>
            <a:chExt cx="4043283" cy="3614860"/>
          </a:xfrm>
        </p:grpSpPr>
        <p:sp>
          <p:nvSpPr>
            <p:cNvPr id="22" name="Google Shape;546;p53">
              <a:extLst>
                <a:ext uri="{FF2B5EF4-FFF2-40B4-BE49-F238E27FC236}">
                  <a16:creationId xmlns:a16="http://schemas.microsoft.com/office/drawing/2014/main" id="{89AD9FBE-1689-CF14-2692-097FABD14C28}"/>
                </a:ext>
              </a:extLst>
            </p:cNvPr>
            <p:cNvSpPr/>
            <p:nvPr/>
          </p:nvSpPr>
          <p:spPr>
            <a:xfrm flipH="1">
              <a:off x="2454062" y="3401725"/>
              <a:ext cx="392588" cy="1558985"/>
            </a:xfrm>
            <a:custGeom>
              <a:avLst/>
              <a:gdLst/>
              <a:ahLst/>
              <a:cxnLst/>
              <a:rect l="l" t="t" r="r" b="b"/>
              <a:pathLst>
                <a:path w="14169" h="24552" extrusionOk="0">
                  <a:moveTo>
                    <a:pt x="0" y="1"/>
                  </a:moveTo>
                  <a:lnTo>
                    <a:pt x="0" y="24551"/>
                  </a:lnTo>
                  <a:cubicBezTo>
                    <a:pt x="4703" y="23623"/>
                    <a:pt x="9430" y="22444"/>
                    <a:pt x="14169" y="21027"/>
                  </a:cubicBezTo>
                  <a:lnTo>
                    <a:pt x="1416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47;p53">
              <a:extLst>
                <a:ext uri="{FF2B5EF4-FFF2-40B4-BE49-F238E27FC236}">
                  <a16:creationId xmlns:a16="http://schemas.microsoft.com/office/drawing/2014/main" id="{111B2D22-52A0-1EED-8936-B7F74548B0EE}"/>
                </a:ext>
              </a:extLst>
            </p:cNvPr>
            <p:cNvSpPr/>
            <p:nvPr/>
          </p:nvSpPr>
          <p:spPr>
            <a:xfrm>
              <a:off x="2764457" y="2199596"/>
              <a:ext cx="1037868" cy="1318267"/>
            </a:xfrm>
            <a:custGeom>
              <a:avLst/>
              <a:gdLst/>
              <a:ahLst/>
              <a:cxnLst/>
              <a:rect l="l" t="t" r="r" b="b"/>
              <a:pathLst>
                <a:path w="37458" h="47578" extrusionOk="0">
                  <a:moveTo>
                    <a:pt x="5406" y="1"/>
                  </a:moveTo>
                  <a:cubicBezTo>
                    <a:pt x="2418" y="1"/>
                    <a:pt x="1" y="2417"/>
                    <a:pt x="1" y="5394"/>
                  </a:cubicBezTo>
                  <a:lnTo>
                    <a:pt x="1" y="47578"/>
                  </a:lnTo>
                  <a:lnTo>
                    <a:pt x="37458" y="47578"/>
                  </a:lnTo>
                  <a:lnTo>
                    <a:pt x="37458" y="5394"/>
                  </a:lnTo>
                  <a:cubicBezTo>
                    <a:pt x="37458" y="2417"/>
                    <a:pt x="35041" y="1"/>
                    <a:pt x="3206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48;p53">
              <a:extLst>
                <a:ext uri="{FF2B5EF4-FFF2-40B4-BE49-F238E27FC236}">
                  <a16:creationId xmlns:a16="http://schemas.microsoft.com/office/drawing/2014/main" id="{4FABDBBB-F090-018E-D4EC-75E3C198D88E}"/>
                </a:ext>
              </a:extLst>
            </p:cNvPr>
            <p:cNvSpPr/>
            <p:nvPr/>
          </p:nvSpPr>
          <p:spPr>
            <a:xfrm>
              <a:off x="2527280" y="2511998"/>
              <a:ext cx="1397123" cy="755168"/>
            </a:xfrm>
            <a:custGeom>
              <a:avLst/>
              <a:gdLst/>
              <a:ahLst/>
              <a:cxnLst/>
              <a:rect l="l" t="t" r="r" b="b"/>
              <a:pathLst>
                <a:path w="50424" h="27255" extrusionOk="0">
                  <a:moveTo>
                    <a:pt x="0" y="1"/>
                  </a:moveTo>
                  <a:lnTo>
                    <a:pt x="0" y="24182"/>
                  </a:lnTo>
                  <a:cubicBezTo>
                    <a:pt x="12" y="25873"/>
                    <a:pt x="1381" y="27254"/>
                    <a:pt x="3072" y="27254"/>
                  </a:cubicBezTo>
                  <a:lnTo>
                    <a:pt x="47363" y="27254"/>
                  </a:lnTo>
                  <a:cubicBezTo>
                    <a:pt x="49054" y="27254"/>
                    <a:pt x="50423" y="25873"/>
                    <a:pt x="50423" y="24182"/>
                  </a:cubicBezTo>
                  <a:lnTo>
                    <a:pt x="50423" y="1"/>
                  </a:lnTo>
                  <a:lnTo>
                    <a:pt x="25218" y="14860"/>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49;p53">
              <a:extLst>
                <a:ext uri="{FF2B5EF4-FFF2-40B4-BE49-F238E27FC236}">
                  <a16:creationId xmlns:a16="http://schemas.microsoft.com/office/drawing/2014/main" id="{97D5F43C-9DFF-1864-B99D-BA8AF18FA20E}"/>
                </a:ext>
              </a:extLst>
            </p:cNvPr>
            <p:cNvSpPr/>
            <p:nvPr/>
          </p:nvSpPr>
          <p:spPr>
            <a:xfrm>
              <a:off x="2551026" y="2791095"/>
              <a:ext cx="1350270" cy="476070"/>
            </a:xfrm>
            <a:custGeom>
              <a:avLst/>
              <a:gdLst/>
              <a:ahLst/>
              <a:cxnLst/>
              <a:rect l="l" t="t" r="r" b="b"/>
              <a:pathLst>
                <a:path w="48733" h="17182" extrusionOk="0">
                  <a:moveTo>
                    <a:pt x="16217" y="0"/>
                  </a:moveTo>
                  <a:lnTo>
                    <a:pt x="1" y="16229"/>
                  </a:lnTo>
                  <a:cubicBezTo>
                    <a:pt x="572" y="16836"/>
                    <a:pt x="1382" y="17181"/>
                    <a:pt x="2215" y="17181"/>
                  </a:cubicBezTo>
                  <a:lnTo>
                    <a:pt x="46506" y="17181"/>
                  </a:lnTo>
                  <a:cubicBezTo>
                    <a:pt x="47352" y="17181"/>
                    <a:pt x="48149" y="16836"/>
                    <a:pt x="48733" y="16229"/>
                  </a:cubicBezTo>
                  <a:lnTo>
                    <a:pt x="32493" y="0"/>
                  </a:lnTo>
                  <a:lnTo>
                    <a:pt x="24349" y="4799"/>
                  </a:lnTo>
                  <a:lnTo>
                    <a:pt x="162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50;p53">
              <a:extLst>
                <a:ext uri="{FF2B5EF4-FFF2-40B4-BE49-F238E27FC236}">
                  <a16:creationId xmlns:a16="http://schemas.microsoft.com/office/drawing/2014/main" id="{048ECB57-CE2F-66CB-7954-E64A3500AA32}"/>
                </a:ext>
              </a:extLst>
            </p:cNvPr>
            <p:cNvSpPr/>
            <p:nvPr/>
          </p:nvSpPr>
          <p:spPr>
            <a:xfrm>
              <a:off x="2949543" y="2790763"/>
              <a:ext cx="552598" cy="194340"/>
            </a:xfrm>
            <a:custGeom>
              <a:avLst/>
              <a:gdLst/>
              <a:ahLst/>
              <a:cxnLst/>
              <a:rect l="l" t="t" r="r" b="b"/>
              <a:pathLst>
                <a:path w="19944" h="7014" extrusionOk="0">
                  <a:moveTo>
                    <a:pt x="1846" y="0"/>
                  </a:moveTo>
                  <a:lnTo>
                    <a:pt x="0" y="1846"/>
                  </a:lnTo>
                  <a:lnTo>
                    <a:pt x="9978" y="7013"/>
                  </a:lnTo>
                  <a:lnTo>
                    <a:pt x="19943" y="1834"/>
                  </a:lnTo>
                  <a:lnTo>
                    <a:pt x="18110" y="0"/>
                  </a:lnTo>
                  <a:lnTo>
                    <a:pt x="9978" y="4799"/>
                  </a:lnTo>
                  <a:lnTo>
                    <a:pt x="184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51;p53">
              <a:extLst>
                <a:ext uri="{FF2B5EF4-FFF2-40B4-BE49-F238E27FC236}">
                  <a16:creationId xmlns:a16="http://schemas.microsoft.com/office/drawing/2014/main" id="{E5A301EB-AA9C-6E47-CE21-66E81937C40D}"/>
                </a:ext>
              </a:extLst>
            </p:cNvPr>
            <p:cNvSpPr/>
            <p:nvPr/>
          </p:nvSpPr>
          <p:spPr>
            <a:xfrm>
              <a:off x="2527280" y="2511998"/>
              <a:ext cx="1397123" cy="411733"/>
            </a:xfrm>
            <a:custGeom>
              <a:avLst/>
              <a:gdLst/>
              <a:ahLst/>
              <a:cxnLst/>
              <a:rect l="l" t="t" r="r" b="b"/>
              <a:pathLst>
                <a:path w="50424" h="14860" extrusionOk="0">
                  <a:moveTo>
                    <a:pt x="0" y="1"/>
                  </a:moveTo>
                  <a:lnTo>
                    <a:pt x="25218" y="14860"/>
                  </a:lnTo>
                  <a:lnTo>
                    <a:pt x="5042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52;p53">
              <a:extLst>
                <a:ext uri="{FF2B5EF4-FFF2-40B4-BE49-F238E27FC236}">
                  <a16:creationId xmlns:a16="http://schemas.microsoft.com/office/drawing/2014/main" id="{4EBBBD1D-7A88-44F2-7E7C-9B9236B3CD72}"/>
                </a:ext>
              </a:extLst>
            </p:cNvPr>
            <p:cNvSpPr/>
            <p:nvPr/>
          </p:nvSpPr>
          <p:spPr>
            <a:xfrm>
              <a:off x="2757408" y="3401713"/>
              <a:ext cx="1291557" cy="116150"/>
            </a:xfrm>
            <a:custGeom>
              <a:avLst/>
              <a:gdLst/>
              <a:ahLst/>
              <a:cxnLst/>
              <a:rect l="l" t="t" r="r" b="b"/>
              <a:pathLst>
                <a:path w="46614" h="4192" extrusionOk="0">
                  <a:moveTo>
                    <a:pt x="1" y="1"/>
                  </a:moveTo>
                  <a:lnTo>
                    <a:pt x="1" y="4192"/>
                  </a:lnTo>
                  <a:lnTo>
                    <a:pt x="46614" y="4192"/>
                  </a:lnTo>
                  <a:lnTo>
                    <a:pt x="466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53;p53">
              <a:extLst>
                <a:ext uri="{FF2B5EF4-FFF2-40B4-BE49-F238E27FC236}">
                  <a16:creationId xmlns:a16="http://schemas.microsoft.com/office/drawing/2014/main" id="{A75B96DF-922B-2474-AD3B-FB72FC05AA6B}"/>
                </a:ext>
              </a:extLst>
            </p:cNvPr>
            <p:cNvSpPr/>
            <p:nvPr/>
          </p:nvSpPr>
          <p:spPr>
            <a:xfrm>
              <a:off x="1446217" y="2199596"/>
              <a:ext cx="1837201" cy="1318267"/>
            </a:xfrm>
            <a:custGeom>
              <a:avLst/>
              <a:gdLst/>
              <a:ahLst/>
              <a:cxnLst/>
              <a:rect l="l" t="t" r="r" b="b"/>
              <a:pathLst>
                <a:path w="66307" h="47578" extrusionOk="0">
                  <a:moveTo>
                    <a:pt x="18729" y="1"/>
                  </a:moveTo>
                  <a:cubicBezTo>
                    <a:pt x="8383" y="1"/>
                    <a:pt x="1" y="8382"/>
                    <a:pt x="1" y="18729"/>
                  </a:cubicBezTo>
                  <a:lnTo>
                    <a:pt x="1" y="47578"/>
                  </a:lnTo>
                  <a:lnTo>
                    <a:pt x="47578" y="47578"/>
                  </a:lnTo>
                  <a:lnTo>
                    <a:pt x="47578" y="18729"/>
                  </a:lnTo>
                  <a:cubicBezTo>
                    <a:pt x="47578" y="8382"/>
                    <a:pt x="55972" y="1"/>
                    <a:pt x="663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54;p53">
              <a:extLst>
                <a:ext uri="{FF2B5EF4-FFF2-40B4-BE49-F238E27FC236}">
                  <a16:creationId xmlns:a16="http://schemas.microsoft.com/office/drawing/2014/main" id="{8F48C878-5702-5D3D-367B-EEF5E21D850B}"/>
                </a:ext>
              </a:extLst>
            </p:cNvPr>
            <p:cNvSpPr/>
            <p:nvPr/>
          </p:nvSpPr>
          <p:spPr>
            <a:xfrm>
              <a:off x="2724508" y="3455494"/>
              <a:ext cx="1318267" cy="62370"/>
            </a:xfrm>
            <a:custGeom>
              <a:avLst/>
              <a:gdLst/>
              <a:ahLst/>
              <a:cxnLst/>
              <a:rect l="l" t="t" r="r" b="b"/>
              <a:pathLst>
                <a:path w="47578" h="2251" extrusionOk="0">
                  <a:moveTo>
                    <a:pt x="0" y="1"/>
                  </a:moveTo>
                  <a:lnTo>
                    <a:pt x="0" y="2251"/>
                  </a:lnTo>
                  <a:lnTo>
                    <a:pt x="47578" y="2251"/>
                  </a:lnTo>
                  <a:lnTo>
                    <a:pt x="47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55;p53">
              <a:extLst>
                <a:ext uri="{FF2B5EF4-FFF2-40B4-BE49-F238E27FC236}">
                  <a16:creationId xmlns:a16="http://schemas.microsoft.com/office/drawing/2014/main" id="{190ED293-C38A-0135-B096-3986CEFEA302}"/>
                </a:ext>
              </a:extLst>
            </p:cNvPr>
            <p:cNvSpPr/>
            <p:nvPr/>
          </p:nvSpPr>
          <p:spPr>
            <a:xfrm>
              <a:off x="2121504" y="2366872"/>
              <a:ext cx="309798" cy="309798"/>
            </a:xfrm>
            <a:custGeom>
              <a:avLst/>
              <a:gdLst/>
              <a:ahLst/>
              <a:cxnLst/>
              <a:rect l="l" t="t" r="r" b="b"/>
              <a:pathLst>
                <a:path w="11181" h="11181" extrusionOk="0">
                  <a:moveTo>
                    <a:pt x="5597" y="1"/>
                  </a:moveTo>
                  <a:cubicBezTo>
                    <a:pt x="2501" y="1"/>
                    <a:pt x="1" y="2501"/>
                    <a:pt x="1" y="5597"/>
                  </a:cubicBezTo>
                  <a:cubicBezTo>
                    <a:pt x="1" y="8680"/>
                    <a:pt x="2501" y="11181"/>
                    <a:pt x="5597" y="11181"/>
                  </a:cubicBezTo>
                  <a:cubicBezTo>
                    <a:pt x="8680" y="11181"/>
                    <a:pt x="11181" y="8680"/>
                    <a:pt x="11181" y="5597"/>
                  </a:cubicBezTo>
                  <a:cubicBezTo>
                    <a:pt x="11181" y="2501"/>
                    <a:pt x="8680" y="1"/>
                    <a:pt x="55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556;p53">
              <a:extLst>
                <a:ext uri="{FF2B5EF4-FFF2-40B4-BE49-F238E27FC236}">
                  <a16:creationId xmlns:a16="http://schemas.microsoft.com/office/drawing/2014/main" id="{CA521365-4B94-273B-658F-3583A29D425F}"/>
                </a:ext>
              </a:extLst>
            </p:cNvPr>
            <p:cNvSpPr/>
            <p:nvPr/>
          </p:nvSpPr>
          <p:spPr>
            <a:xfrm>
              <a:off x="2185508" y="1345850"/>
              <a:ext cx="180154" cy="1260913"/>
            </a:xfrm>
            <a:custGeom>
              <a:avLst/>
              <a:gdLst/>
              <a:ahLst/>
              <a:cxnLst/>
              <a:rect l="l" t="t" r="r" b="b"/>
              <a:pathLst>
                <a:path w="6502" h="45508" extrusionOk="0">
                  <a:moveTo>
                    <a:pt x="2322" y="1"/>
                  </a:moveTo>
                  <a:lnTo>
                    <a:pt x="2322" y="39530"/>
                  </a:lnTo>
                  <a:cubicBezTo>
                    <a:pt x="870" y="40006"/>
                    <a:pt x="0" y="41470"/>
                    <a:pt x="262" y="42970"/>
                  </a:cubicBezTo>
                  <a:cubicBezTo>
                    <a:pt x="519" y="44439"/>
                    <a:pt x="1790" y="45508"/>
                    <a:pt x="3273" y="45508"/>
                  </a:cubicBezTo>
                  <a:cubicBezTo>
                    <a:pt x="3305" y="45508"/>
                    <a:pt x="3338" y="45507"/>
                    <a:pt x="3370" y="45506"/>
                  </a:cubicBezTo>
                  <a:cubicBezTo>
                    <a:pt x="4894" y="45471"/>
                    <a:pt x="6156" y="44316"/>
                    <a:pt x="6323" y="42804"/>
                  </a:cubicBezTo>
                  <a:cubicBezTo>
                    <a:pt x="6501" y="41292"/>
                    <a:pt x="5537" y="39875"/>
                    <a:pt x="4072" y="39482"/>
                  </a:cubicBezTo>
                  <a:lnTo>
                    <a:pt x="40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57;p53">
              <a:extLst>
                <a:ext uri="{FF2B5EF4-FFF2-40B4-BE49-F238E27FC236}">
                  <a16:creationId xmlns:a16="http://schemas.microsoft.com/office/drawing/2014/main" id="{3148663D-E6BF-CBB0-0B53-4BD146466AD2}"/>
                </a:ext>
              </a:extLst>
            </p:cNvPr>
            <p:cNvSpPr/>
            <p:nvPr/>
          </p:nvSpPr>
          <p:spPr>
            <a:xfrm>
              <a:off x="2297336" y="1363029"/>
              <a:ext cx="468478" cy="408409"/>
            </a:xfrm>
            <a:custGeom>
              <a:avLst/>
              <a:gdLst/>
              <a:ahLst/>
              <a:cxnLst/>
              <a:rect l="l" t="t" r="r" b="b"/>
              <a:pathLst>
                <a:path w="16908" h="14740" extrusionOk="0">
                  <a:moveTo>
                    <a:pt x="1" y="0"/>
                  </a:moveTo>
                  <a:lnTo>
                    <a:pt x="1" y="14740"/>
                  </a:lnTo>
                  <a:lnTo>
                    <a:pt x="16908" y="7370"/>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558;p53">
              <a:extLst>
                <a:ext uri="{FF2B5EF4-FFF2-40B4-BE49-F238E27FC236}">
                  <a16:creationId xmlns:a16="http://schemas.microsoft.com/office/drawing/2014/main" id="{1F7B3DC6-B565-EB87-4D45-EE920CCC4D1A}"/>
                </a:ext>
              </a:extLst>
            </p:cNvPr>
            <p:cNvSpPr/>
            <p:nvPr/>
          </p:nvSpPr>
          <p:spPr>
            <a:xfrm>
              <a:off x="1863963" y="1778663"/>
              <a:ext cx="210411" cy="180293"/>
            </a:xfrm>
            <a:custGeom>
              <a:avLst/>
              <a:gdLst/>
              <a:ahLst/>
              <a:cxnLst/>
              <a:rect l="l" t="t" r="r" b="b"/>
              <a:pathLst>
                <a:path w="7594" h="6507" extrusionOk="0">
                  <a:moveTo>
                    <a:pt x="4335" y="1634"/>
                  </a:moveTo>
                  <a:cubicBezTo>
                    <a:pt x="5161" y="1634"/>
                    <a:pt x="5954" y="2276"/>
                    <a:pt x="5962" y="3251"/>
                  </a:cubicBezTo>
                  <a:cubicBezTo>
                    <a:pt x="5962" y="4132"/>
                    <a:pt x="5236" y="4858"/>
                    <a:pt x="4343" y="4858"/>
                  </a:cubicBezTo>
                  <a:cubicBezTo>
                    <a:pt x="2914" y="4858"/>
                    <a:pt x="2200" y="3120"/>
                    <a:pt x="3212" y="2108"/>
                  </a:cubicBezTo>
                  <a:cubicBezTo>
                    <a:pt x="3539" y="1780"/>
                    <a:pt x="3941" y="1634"/>
                    <a:pt x="4335" y="1634"/>
                  </a:cubicBezTo>
                  <a:close/>
                  <a:moveTo>
                    <a:pt x="4328" y="0"/>
                  </a:moveTo>
                  <a:cubicBezTo>
                    <a:pt x="1444" y="0"/>
                    <a:pt x="0" y="3492"/>
                    <a:pt x="2045" y="5548"/>
                  </a:cubicBezTo>
                  <a:cubicBezTo>
                    <a:pt x="2707" y="6210"/>
                    <a:pt x="3521" y="6507"/>
                    <a:pt x="4319" y="6507"/>
                  </a:cubicBezTo>
                  <a:cubicBezTo>
                    <a:pt x="5990" y="6507"/>
                    <a:pt x="7593" y="5209"/>
                    <a:pt x="7593" y="3251"/>
                  </a:cubicBezTo>
                  <a:cubicBezTo>
                    <a:pt x="7593" y="1453"/>
                    <a:pt x="6140" y="0"/>
                    <a:pt x="4343" y="0"/>
                  </a:cubicBezTo>
                  <a:cubicBezTo>
                    <a:pt x="4338" y="0"/>
                    <a:pt x="4333" y="0"/>
                    <a:pt x="43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59;p53">
              <a:extLst>
                <a:ext uri="{FF2B5EF4-FFF2-40B4-BE49-F238E27FC236}">
                  <a16:creationId xmlns:a16="http://schemas.microsoft.com/office/drawing/2014/main" id="{BF243689-D560-5DAA-47BE-5CB313336AA3}"/>
                </a:ext>
              </a:extLst>
            </p:cNvPr>
            <p:cNvSpPr/>
            <p:nvPr/>
          </p:nvSpPr>
          <p:spPr>
            <a:xfrm>
              <a:off x="4144401" y="2959668"/>
              <a:ext cx="251750" cy="215509"/>
            </a:xfrm>
            <a:custGeom>
              <a:avLst/>
              <a:gdLst/>
              <a:ahLst/>
              <a:cxnLst/>
              <a:rect l="l" t="t" r="r" b="b"/>
              <a:pathLst>
                <a:path w="9086" h="7778" extrusionOk="0">
                  <a:moveTo>
                    <a:pt x="5182" y="1967"/>
                  </a:moveTo>
                  <a:cubicBezTo>
                    <a:pt x="6167" y="1967"/>
                    <a:pt x="7109" y="2735"/>
                    <a:pt x="7109" y="3894"/>
                  </a:cubicBezTo>
                  <a:cubicBezTo>
                    <a:pt x="7109" y="4953"/>
                    <a:pt x="6252" y="5811"/>
                    <a:pt x="5192" y="5811"/>
                  </a:cubicBezTo>
                  <a:cubicBezTo>
                    <a:pt x="3477" y="5811"/>
                    <a:pt x="2632" y="3739"/>
                    <a:pt x="3835" y="2536"/>
                  </a:cubicBezTo>
                  <a:cubicBezTo>
                    <a:pt x="4228" y="2143"/>
                    <a:pt x="4710" y="1967"/>
                    <a:pt x="5182" y="1967"/>
                  </a:cubicBezTo>
                  <a:close/>
                  <a:moveTo>
                    <a:pt x="5192" y="0"/>
                  </a:moveTo>
                  <a:cubicBezTo>
                    <a:pt x="1727" y="12"/>
                    <a:pt x="1" y="4191"/>
                    <a:pt x="2453" y="6644"/>
                  </a:cubicBezTo>
                  <a:cubicBezTo>
                    <a:pt x="3192" y="7383"/>
                    <a:pt x="4186" y="7777"/>
                    <a:pt x="5194" y="7777"/>
                  </a:cubicBezTo>
                  <a:cubicBezTo>
                    <a:pt x="5696" y="7777"/>
                    <a:pt x="6201" y="7680"/>
                    <a:pt x="6680" y="7478"/>
                  </a:cubicBezTo>
                  <a:cubicBezTo>
                    <a:pt x="8133" y="6870"/>
                    <a:pt x="9085" y="5454"/>
                    <a:pt x="9085" y="3894"/>
                  </a:cubicBezTo>
                  <a:cubicBezTo>
                    <a:pt x="9073" y="1739"/>
                    <a:pt x="7335" y="0"/>
                    <a:pt x="5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560;p53">
              <a:extLst>
                <a:ext uri="{FF2B5EF4-FFF2-40B4-BE49-F238E27FC236}">
                  <a16:creationId xmlns:a16="http://schemas.microsoft.com/office/drawing/2014/main" id="{CAAEB15D-62E6-0603-5354-B1B9976DE733}"/>
                </a:ext>
              </a:extLst>
            </p:cNvPr>
            <p:cNvSpPr/>
            <p:nvPr/>
          </p:nvSpPr>
          <p:spPr>
            <a:xfrm>
              <a:off x="748061" y="2515330"/>
              <a:ext cx="131666" cy="112853"/>
            </a:xfrm>
            <a:custGeom>
              <a:avLst/>
              <a:gdLst/>
              <a:ahLst/>
              <a:cxnLst/>
              <a:rect l="l" t="t" r="r" b="b"/>
              <a:pathLst>
                <a:path w="4752" h="4073" extrusionOk="0">
                  <a:moveTo>
                    <a:pt x="2705" y="1028"/>
                  </a:moveTo>
                  <a:cubicBezTo>
                    <a:pt x="3223" y="1028"/>
                    <a:pt x="3716" y="1431"/>
                    <a:pt x="3716" y="2037"/>
                  </a:cubicBezTo>
                  <a:cubicBezTo>
                    <a:pt x="3716" y="2596"/>
                    <a:pt x="3275" y="3037"/>
                    <a:pt x="2715" y="3037"/>
                  </a:cubicBezTo>
                  <a:cubicBezTo>
                    <a:pt x="1822" y="3037"/>
                    <a:pt x="1370" y="1954"/>
                    <a:pt x="2001" y="1323"/>
                  </a:cubicBezTo>
                  <a:cubicBezTo>
                    <a:pt x="2208" y="1119"/>
                    <a:pt x="2460" y="1028"/>
                    <a:pt x="2705" y="1028"/>
                  </a:cubicBezTo>
                  <a:close/>
                  <a:moveTo>
                    <a:pt x="2715" y="1"/>
                  </a:moveTo>
                  <a:cubicBezTo>
                    <a:pt x="906" y="1"/>
                    <a:pt x="1" y="2192"/>
                    <a:pt x="1275" y="3478"/>
                  </a:cubicBezTo>
                  <a:cubicBezTo>
                    <a:pt x="1690" y="3889"/>
                    <a:pt x="2199" y="4073"/>
                    <a:pt x="2699" y="4073"/>
                  </a:cubicBezTo>
                  <a:cubicBezTo>
                    <a:pt x="3747" y="4073"/>
                    <a:pt x="4751" y="3262"/>
                    <a:pt x="4751" y="2037"/>
                  </a:cubicBezTo>
                  <a:cubicBezTo>
                    <a:pt x="4751" y="918"/>
                    <a:pt x="3835" y="1"/>
                    <a:pt x="27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61;p53">
              <a:extLst>
                <a:ext uri="{FF2B5EF4-FFF2-40B4-BE49-F238E27FC236}">
                  <a16:creationId xmlns:a16="http://schemas.microsoft.com/office/drawing/2014/main" id="{CA6D557E-5698-0127-DC4E-12F5D21BA5BD}"/>
                </a:ext>
              </a:extLst>
            </p:cNvPr>
            <p:cNvSpPr/>
            <p:nvPr/>
          </p:nvSpPr>
          <p:spPr>
            <a:xfrm>
              <a:off x="4227302" y="1724883"/>
              <a:ext cx="126956" cy="108835"/>
            </a:xfrm>
            <a:custGeom>
              <a:avLst/>
              <a:gdLst/>
              <a:ahLst/>
              <a:cxnLst/>
              <a:rect l="l" t="t" r="r" b="b"/>
              <a:pathLst>
                <a:path w="4582" h="3928" extrusionOk="0">
                  <a:moveTo>
                    <a:pt x="2611" y="990"/>
                  </a:moveTo>
                  <a:cubicBezTo>
                    <a:pt x="3113" y="990"/>
                    <a:pt x="3593" y="1377"/>
                    <a:pt x="3593" y="1965"/>
                  </a:cubicBezTo>
                  <a:cubicBezTo>
                    <a:pt x="3593" y="2501"/>
                    <a:pt x="3152" y="2929"/>
                    <a:pt x="2617" y="2929"/>
                  </a:cubicBezTo>
                  <a:cubicBezTo>
                    <a:pt x="1759" y="2929"/>
                    <a:pt x="1319" y="1882"/>
                    <a:pt x="1926" y="1274"/>
                  </a:cubicBezTo>
                  <a:cubicBezTo>
                    <a:pt x="2126" y="1078"/>
                    <a:pt x="2371" y="990"/>
                    <a:pt x="2611" y="990"/>
                  </a:cubicBezTo>
                  <a:close/>
                  <a:moveTo>
                    <a:pt x="2602" y="0"/>
                  </a:moveTo>
                  <a:cubicBezTo>
                    <a:pt x="862" y="0"/>
                    <a:pt x="1" y="2111"/>
                    <a:pt x="1224" y="3346"/>
                  </a:cubicBezTo>
                  <a:cubicBezTo>
                    <a:pt x="1625" y="3748"/>
                    <a:pt x="2120" y="3928"/>
                    <a:pt x="2604" y="3928"/>
                  </a:cubicBezTo>
                  <a:cubicBezTo>
                    <a:pt x="3614" y="3928"/>
                    <a:pt x="4581" y="3147"/>
                    <a:pt x="4581" y="1965"/>
                  </a:cubicBezTo>
                  <a:cubicBezTo>
                    <a:pt x="4581" y="870"/>
                    <a:pt x="3700" y="0"/>
                    <a:pt x="2617" y="0"/>
                  </a:cubicBezTo>
                  <a:cubicBezTo>
                    <a:pt x="2612" y="0"/>
                    <a:pt x="2607" y="0"/>
                    <a:pt x="26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62;p53">
              <a:extLst>
                <a:ext uri="{FF2B5EF4-FFF2-40B4-BE49-F238E27FC236}">
                  <a16:creationId xmlns:a16="http://schemas.microsoft.com/office/drawing/2014/main" id="{C4358FD8-36BF-62BF-72DB-A805CBCEC2FC}"/>
                </a:ext>
              </a:extLst>
            </p:cNvPr>
            <p:cNvSpPr/>
            <p:nvPr/>
          </p:nvSpPr>
          <p:spPr>
            <a:xfrm>
              <a:off x="2756892" y="2032353"/>
              <a:ext cx="90077" cy="76916"/>
            </a:xfrm>
            <a:custGeom>
              <a:avLst/>
              <a:gdLst/>
              <a:ahLst/>
              <a:cxnLst/>
              <a:rect l="l" t="t" r="r" b="b"/>
              <a:pathLst>
                <a:path w="3251" h="2776" extrusionOk="0">
                  <a:moveTo>
                    <a:pt x="1857" y="0"/>
                  </a:moveTo>
                  <a:cubicBezTo>
                    <a:pt x="619" y="0"/>
                    <a:pt x="0" y="1500"/>
                    <a:pt x="881" y="2369"/>
                  </a:cubicBezTo>
                  <a:cubicBezTo>
                    <a:pt x="1161" y="2650"/>
                    <a:pt x="1507" y="2775"/>
                    <a:pt x="1847" y="2775"/>
                  </a:cubicBezTo>
                  <a:cubicBezTo>
                    <a:pt x="2562" y="2775"/>
                    <a:pt x="3250" y="2220"/>
                    <a:pt x="3250" y="1381"/>
                  </a:cubicBezTo>
                  <a:cubicBezTo>
                    <a:pt x="3250" y="619"/>
                    <a:pt x="2619" y="0"/>
                    <a:pt x="18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563;p53">
              <a:extLst>
                <a:ext uri="{FF2B5EF4-FFF2-40B4-BE49-F238E27FC236}">
                  <a16:creationId xmlns:a16="http://schemas.microsoft.com/office/drawing/2014/main" id="{20E7BF6E-8954-75CD-69B6-9C21AF5E85B0}"/>
                </a:ext>
              </a:extLst>
            </p:cNvPr>
            <p:cNvSpPr/>
            <p:nvPr/>
          </p:nvSpPr>
          <p:spPr>
            <a:xfrm>
              <a:off x="4669929" y="2674918"/>
              <a:ext cx="121414" cy="104319"/>
            </a:xfrm>
            <a:custGeom>
              <a:avLst/>
              <a:gdLst/>
              <a:ahLst/>
              <a:cxnLst/>
              <a:rect l="l" t="t" r="r" b="b"/>
              <a:pathLst>
                <a:path w="4382" h="3765" extrusionOk="0">
                  <a:moveTo>
                    <a:pt x="2485" y="1"/>
                  </a:moveTo>
                  <a:cubicBezTo>
                    <a:pt x="2026" y="1"/>
                    <a:pt x="1559" y="171"/>
                    <a:pt x="1179" y="550"/>
                  </a:cubicBezTo>
                  <a:cubicBezTo>
                    <a:pt x="0" y="1741"/>
                    <a:pt x="834" y="3765"/>
                    <a:pt x="2513" y="3765"/>
                  </a:cubicBezTo>
                  <a:cubicBezTo>
                    <a:pt x="3548" y="3753"/>
                    <a:pt x="4382" y="2919"/>
                    <a:pt x="4382" y="1884"/>
                  </a:cubicBezTo>
                  <a:cubicBezTo>
                    <a:pt x="4382" y="753"/>
                    <a:pt x="3451" y="1"/>
                    <a:pt x="24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564;p53">
              <a:extLst>
                <a:ext uri="{FF2B5EF4-FFF2-40B4-BE49-F238E27FC236}">
                  <a16:creationId xmlns:a16="http://schemas.microsoft.com/office/drawing/2014/main" id="{9E676BD0-777B-0841-4857-056670B9CDF1}"/>
                </a:ext>
              </a:extLst>
            </p:cNvPr>
            <p:cNvSpPr/>
            <p:nvPr/>
          </p:nvSpPr>
          <p:spPr>
            <a:xfrm>
              <a:off x="3183422" y="1945213"/>
              <a:ext cx="90105" cy="76916"/>
            </a:xfrm>
            <a:custGeom>
              <a:avLst/>
              <a:gdLst/>
              <a:ahLst/>
              <a:cxnLst/>
              <a:rect l="l" t="t" r="r" b="b"/>
              <a:pathLst>
                <a:path w="3252" h="2776" extrusionOk="0">
                  <a:moveTo>
                    <a:pt x="1848" y="1"/>
                  </a:moveTo>
                  <a:cubicBezTo>
                    <a:pt x="1508" y="1"/>
                    <a:pt x="1162" y="126"/>
                    <a:pt x="882" y="407"/>
                  </a:cubicBezTo>
                  <a:cubicBezTo>
                    <a:pt x="1" y="1288"/>
                    <a:pt x="620" y="2776"/>
                    <a:pt x="1858" y="2776"/>
                  </a:cubicBezTo>
                  <a:cubicBezTo>
                    <a:pt x="2632" y="2776"/>
                    <a:pt x="3251" y="2157"/>
                    <a:pt x="3251" y="1395"/>
                  </a:cubicBezTo>
                  <a:cubicBezTo>
                    <a:pt x="3251" y="556"/>
                    <a:pt x="2562" y="1"/>
                    <a:pt x="18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565;p53">
              <a:extLst>
                <a:ext uri="{FF2B5EF4-FFF2-40B4-BE49-F238E27FC236}">
                  <a16:creationId xmlns:a16="http://schemas.microsoft.com/office/drawing/2014/main" id="{EB372374-48B9-D579-2D9B-D47124EC1EAB}"/>
                </a:ext>
              </a:extLst>
            </p:cNvPr>
            <p:cNvSpPr/>
            <p:nvPr/>
          </p:nvSpPr>
          <p:spPr>
            <a:xfrm>
              <a:off x="3899965" y="3959909"/>
              <a:ext cx="101964" cy="101964"/>
            </a:xfrm>
            <a:custGeom>
              <a:avLst/>
              <a:gdLst/>
              <a:ahLst/>
              <a:cxnLst/>
              <a:rect l="l" t="t" r="r" b="b"/>
              <a:pathLst>
                <a:path w="3680" h="3680" extrusionOk="0">
                  <a:moveTo>
                    <a:pt x="1846" y="0"/>
                  </a:moveTo>
                  <a:cubicBezTo>
                    <a:pt x="822" y="0"/>
                    <a:pt x="0" y="834"/>
                    <a:pt x="0" y="1846"/>
                  </a:cubicBezTo>
                  <a:cubicBezTo>
                    <a:pt x="0" y="2858"/>
                    <a:pt x="822" y="3679"/>
                    <a:pt x="1846" y="3679"/>
                  </a:cubicBezTo>
                  <a:cubicBezTo>
                    <a:pt x="2858" y="3679"/>
                    <a:pt x="3679" y="2858"/>
                    <a:pt x="3679" y="1846"/>
                  </a:cubicBezTo>
                  <a:cubicBezTo>
                    <a:pt x="3679" y="834"/>
                    <a:pt x="2858" y="0"/>
                    <a:pt x="18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66;p53">
              <a:extLst>
                <a:ext uri="{FF2B5EF4-FFF2-40B4-BE49-F238E27FC236}">
                  <a16:creationId xmlns:a16="http://schemas.microsoft.com/office/drawing/2014/main" id="{4BE95740-02CC-D7ED-8DD2-694D943C54C8}"/>
                </a:ext>
              </a:extLst>
            </p:cNvPr>
            <p:cNvSpPr/>
            <p:nvPr/>
          </p:nvSpPr>
          <p:spPr>
            <a:xfrm>
              <a:off x="2292709" y="3683970"/>
              <a:ext cx="103294" cy="88581"/>
            </a:xfrm>
            <a:custGeom>
              <a:avLst/>
              <a:gdLst/>
              <a:ahLst/>
              <a:cxnLst/>
              <a:rect l="l" t="t" r="r" b="b"/>
              <a:pathLst>
                <a:path w="3728" h="3197" extrusionOk="0">
                  <a:moveTo>
                    <a:pt x="2118" y="1"/>
                  </a:moveTo>
                  <a:cubicBezTo>
                    <a:pt x="1725" y="1"/>
                    <a:pt x="1325" y="146"/>
                    <a:pt x="1001" y="470"/>
                  </a:cubicBezTo>
                  <a:cubicBezTo>
                    <a:pt x="1" y="1482"/>
                    <a:pt x="703" y="3196"/>
                    <a:pt x="2132" y="3196"/>
                  </a:cubicBezTo>
                  <a:cubicBezTo>
                    <a:pt x="3013" y="3196"/>
                    <a:pt x="3728" y="2482"/>
                    <a:pt x="3728" y="1601"/>
                  </a:cubicBezTo>
                  <a:cubicBezTo>
                    <a:pt x="3728" y="635"/>
                    <a:pt x="2938" y="1"/>
                    <a:pt x="21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67;p53">
              <a:extLst>
                <a:ext uri="{FF2B5EF4-FFF2-40B4-BE49-F238E27FC236}">
                  <a16:creationId xmlns:a16="http://schemas.microsoft.com/office/drawing/2014/main" id="{20953A0E-3EA6-D054-4CD9-1E56EB6D1A5E}"/>
                </a:ext>
              </a:extLst>
            </p:cNvPr>
            <p:cNvSpPr/>
            <p:nvPr/>
          </p:nvSpPr>
          <p:spPr>
            <a:xfrm>
              <a:off x="997882" y="2767018"/>
              <a:ext cx="95037" cy="95369"/>
            </a:xfrm>
            <a:custGeom>
              <a:avLst/>
              <a:gdLst/>
              <a:ahLst/>
              <a:cxnLst/>
              <a:rect l="l" t="t" r="r" b="b"/>
              <a:pathLst>
                <a:path w="3430" h="3442" extrusionOk="0">
                  <a:moveTo>
                    <a:pt x="1715" y="0"/>
                  </a:moveTo>
                  <a:cubicBezTo>
                    <a:pt x="763" y="0"/>
                    <a:pt x="1" y="774"/>
                    <a:pt x="1" y="1715"/>
                  </a:cubicBezTo>
                  <a:cubicBezTo>
                    <a:pt x="1" y="2667"/>
                    <a:pt x="763" y="3441"/>
                    <a:pt x="1715" y="3441"/>
                  </a:cubicBezTo>
                  <a:cubicBezTo>
                    <a:pt x="2656" y="3441"/>
                    <a:pt x="3430" y="2667"/>
                    <a:pt x="3430" y="1715"/>
                  </a:cubicBezTo>
                  <a:cubicBezTo>
                    <a:pt x="3430" y="774"/>
                    <a:pt x="2656" y="0"/>
                    <a:pt x="17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68;p53">
              <a:extLst>
                <a:ext uri="{FF2B5EF4-FFF2-40B4-BE49-F238E27FC236}">
                  <a16:creationId xmlns:a16="http://schemas.microsoft.com/office/drawing/2014/main" id="{8D6A7F95-0973-E3AE-5F97-181BE162DC5B}"/>
                </a:ext>
              </a:extLst>
            </p:cNvPr>
            <p:cNvSpPr/>
            <p:nvPr/>
          </p:nvSpPr>
          <p:spPr>
            <a:xfrm>
              <a:off x="3502030" y="1758437"/>
              <a:ext cx="107062" cy="92072"/>
            </a:xfrm>
            <a:custGeom>
              <a:avLst/>
              <a:gdLst/>
              <a:ahLst/>
              <a:cxnLst/>
              <a:rect l="l" t="t" r="r" b="b"/>
              <a:pathLst>
                <a:path w="3864" h="3323" extrusionOk="0">
                  <a:moveTo>
                    <a:pt x="930" y="0"/>
                  </a:moveTo>
                  <a:cubicBezTo>
                    <a:pt x="431" y="0"/>
                    <a:pt x="3" y="649"/>
                    <a:pt x="468" y="1123"/>
                  </a:cubicBezTo>
                  <a:lnTo>
                    <a:pt x="1015" y="1659"/>
                  </a:lnTo>
                  <a:lnTo>
                    <a:pt x="468" y="2207"/>
                  </a:lnTo>
                  <a:cubicBezTo>
                    <a:pt x="1" y="2673"/>
                    <a:pt x="434" y="3323"/>
                    <a:pt x="936" y="3323"/>
                  </a:cubicBezTo>
                  <a:cubicBezTo>
                    <a:pt x="1087" y="3323"/>
                    <a:pt x="1244" y="3264"/>
                    <a:pt x="1384" y="3123"/>
                  </a:cubicBezTo>
                  <a:lnTo>
                    <a:pt x="1932" y="2576"/>
                  </a:lnTo>
                  <a:lnTo>
                    <a:pt x="2468" y="3123"/>
                  </a:lnTo>
                  <a:cubicBezTo>
                    <a:pt x="2611" y="3264"/>
                    <a:pt x="2770" y="3323"/>
                    <a:pt x="2923" y="3323"/>
                  </a:cubicBezTo>
                  <a:cubicBezTo>
                    <a:pt x="3430" y="3323"/>
                    <a:pt x="3863" y="2673"/>
                    <a:pt x="3397" y="2207"/>
                  </a:cubicBezTo>
                  <a:lnTo>
                    <a:pt x="2849" y="1659"/>
                  </a:lnTo>
                  <a:lnTo>
                    <a:pt x="3397" y="1123"/>
                  </a:lnTo>
                  <a:cubicBezTo>
                    <a:pt x="3862" y="649"/>
                    <a:pt x="3433" y="0"/>
                    <a:pt x="2929" y="0"/>
                  </a:cubicBezTo>
                  <a:cubicBezTo>
                    <a:pt x="2774" y="0"/>
                    <a:pt x="2613" y="61"/>
                    <a:pt x="2468" y="206"/>
                  </a:cubicBezTo>
                  <a:lnTo>
                    <a:pt x="1932" y="742"/>
                  </a:lnTo>
                  <a:lnTo>
                    <a:pt x="1384" y="206"/>
                  </a:lnTo>
                  <a:cubicBezTo>
                    <a:pt x="1242" y="61"/>
                    <a:pt x="1083" y="0"/>
                    <a:pt x="9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69;p53">
              <a:extLst>
                <a:ext uri="{FF2B5EF4-FFF2-40B4-BE49-F238E27FC236}">
                  <a16:creationId xmlns:a16="http://schemas.microsoft.com/office/drawing/2014/main" id="{8DB7BA32-14B5-9AE1-3E65-43C52BCD0FC1}"/>
                </a:ext>
              </a:extLst>
            </p:cNvPr>
            <p:cNvSpPr/>
            <p:nvPr/>
          </p:nvSpPr>
          <p:spPr>
            <a:xfrm>
              <a:off x="4655133" y="2131879"/>
              <a:ext cx="128729" cy="110525"/>
            </a:xfrm>
            <a:custGeom>
              <a:avLst/>
              <a:gdLst/>
              <a:ahLst/>
              <a:cxnLst/>
              <a:rect l="l" t="t" r="r" b="b"/>
              <a:pathLst>
                <a:path w="4646" h="3989" extrusionOk="0">
                  <a:moveTo>
                    <a:pt x="3511" y="1"/>
                  </a:moveTo>
                  <a:cubicBezTo>
                    <a:pt x="3322" y="1"/>
                    <a:pt x="3124" y="78"/>
                    <a:pt x="2951" y="266"/>
                  </a:cubicBezTo>
                  <a:lnTo>
                    <a:pt x="2308" y="909"/>
                  </a:lnTo>
                  <a:lnTo>
                    <a:pt x="1666" y="266"/>
                  </a:lnTo>
                  <a:cubicBezTo>
                    <a:pt x="1494" y="86"/>
                    <a:pt x="1300" y="11"/>
                    <a:pt x="1115" y="11"/>
                  </a:cubicBezTo>
                  <a:cubicBezTo>
                    <a:pt x="515" y="11"/>
                    <a:pt x="0" y="794"/>
                    <a:pt x="582" y="1349"/>
                  </a:cubicBezTo>
                  <a:lnTo>
                    <a:pt x="1225" y="1992"/>
                  </a:lnTo>
                  <a:lnTo>
                    <a:pt x="582" y="2635"/>
                  </a:lnTo>
                  <a:cubicBezTo>
                    <a:pt x="0" y="3190"/>
                    <a:pt x="515" y="3974"/>
                    <a:pt x="1115" y="3974"/>
                  </a:cubicBezTo>
                  <a:cubicBezTo>
                    <a:pt x="1300" y="3974"/>
                    <a:pt x="1494" y="3899"/>
                    <a:pt x="1666" y="3718"/>
                  </a:cubicBezTo>
                  <a:lnTo>
                    <a:pt x="2308" y="3076"/>
                  </a:lnTo>
                  <a:lnTo>
                    <a:pt x="2951" y="3718"/>
                  </a:lnTo>
                  <a:cubicBezTo>
                    <a:pt x="3125" y="3909"/>
                    <a:pt x="3323" y="3988"/>
                    <a:pt x="3514" y="3988"/>
                  </a:cubicBezTo>
                  <a:cubicBezTo>
                    <a:pt x="4119" y="3988"/>
                    <a:pt x="4645" y="3188"/>
                    <a:pt x="4047" y="2635"/>
                  </a:cubicBezTo>
                  <a:lnTo>
                    <a:pt x="3404" y="1992"/>
                  </a:lnTo>
                  <a:lnTo>
                    <a:pt x="4047" y="1349"/>
                  </a:lnTo>
                  <a:cubicBezTo>
                    <a:pt x="4645" y="796"/>
                    <a:pt x="4118" y="1"/>
                    <a:pt x="3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70;p53">
              <a:extLst>
                <a:ext uri="{FF2B5EF4-FFF2-40B4-BE49-F238E27FC236}">
                  <a16:creationId xmlns:a16="http://schemas.microsoft.com/office/drawing/2014/main" id="{A1485806-EA10-E1C4-A9A3-C1AD45D1890D}"/>
                </a:ext>
              </a:extLst>
            </p:cNvPr>
            <p:cNvSpPr/>
            <p:nvPr/>
          </p:nvSpPr>
          <p:spPr>
            <a:xfrm>
              <a:off x="4164212" y="3644819"/>
              <a:ext cx="134271" cy="115513"/>
            </a:xfrm>
            <a:custGeom>
              <a:avLst/>
              <a:gdLst/>
              <a:ahLst/>
              <a:cxnLst/>
              <a:rect l="l" t="t" r="r" b="b"/>
              <a:pathLst>
                <a:path w="4846" h="4169" extrusionOk="0">
                  <a:moveTo>
                    <a:pt x="1173" y="1"/>
                  </a:moveTo>
                  <a:cubicBezTo>
                    <a:pt x="544" y="1"/>
                    <a:pt x="1" y="812"/>
                    <a:pt x="595" y="1407"/>
                  </a:cubicBezTo>
                  <a:lnTo>
                    <a:pt x="1274" y="2085"/>
                  </a:lnTo>
                  <a:lnTo>
                    <a:pt x="595" y="2764"/>
                  </a:lnTo>
                  <a:cubicBezTo>
                    <a:pt x="0" y="3350"/>
                    <a:pt x="546" y="4169"/>
                    <a:pt x="1176" y="4169"/>
                  </a:cubicBezTo>
                  <a:cubicBezTo>
                    <a:pt x="1366" y="4169"/>
                    <a:pt x="1563" y="4095"/>
                    <a:pt x="1738" y="3919"/>
                  </a:cubicBezTo>
                  <a:lnTo>
                    <a:pt x="2429" y="3240"/>
                  </a:lnTo>
                  <a:lnTo>
                    <a:pt x="3108" y="3919"/>
                  </a:lnTo>
                  <a:cubicBezTo>
                    <a:pt x="3284" y="4095"/>
                    <a:pt x="3480" y="4169"/>
                    <a:pt x="3670" y="4169"/>
                  </a:cubicBezTo>
                  <a:cubicBezTo>
                    <a:pt x="4300" y="4169"/>
                    <a:pt x="4846" y="3350"/>
                    <a:pt x="4251" y="2764"/>
                  </a:cubicBezTo>
                  <a:lnTo>
                    <a:pt x="3572" y="2085"/>
                  </a:lnTo>
                  <a:lnTo>
                    <a:pt x="4251" y="1407"/>
                  </a:lnTo>
                  <a:cubicBezTo>
                    <a:pt x="4845" y="812"/>
                    <a:pt x="4302" y="1"/>
                    <a:pt x="3673" y="1"/>
                  </a:cubicBezTo>
                  <a:cubicBezTo>
                    <a:pt x="3483" y="1"/>
                    <a:pt x="3285" y="75"/>
                    <a:pt x="3108" y="252"/>
                  </a:cubicBezTo>
                  <a:lnTo>
                    <a:pt x="2429" y="930"/>
                  </a:lnTo>
                  <a:lnTo>
                    <a:pt x="1738" y="252"/>
                  </a:lnTo>
                  <a:cubicBezTo>
                    <a:pt x="1562" y="75"/>
                    <a:pt x="1363" y="1"/>
                    <a:pt x="1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71;p53">
              <a:extLst>
                <a:ext uri="{FF2B5EF4-FFF2-40B4-BE49-F238E27FC236}">
                  <a16:creationId xmlns:a16="http://schemas.microsoft.com/office/drawing/2014/main" id="{8C0E6318-D9A0-4608-E24A-0C6CAEAD71C9}"/>
                </a:ext>
              </a:extLst>
            </p:cNvPr>
            <p:cNvSpPr/>
            <p:nvPr/>
          </p:nvSpPr>
          <p:spPr>
            <a:xfrm>
              <a:off x="1343561" y="2997655"/>
              <a:ext cx="111800" cy="96893"/>
            </a:xfrm>
            <a:custGeom>
              <a:avLst/>
              <a:gdLst/>
              <a:ahLst/>
              <a:cxnLst/>
              <a:rect l="l" t="t" r="r" b="b"/>
              <a:pathLst>
                <a:path w="4035" h="3497" extrusionOk="0">
                  <a:moveTo>
                    <a:pt x="990" y="1"/>
                  </a:moveTo>
                  <a:cubicBezTo>
                    <a:pt x="459" y="1"/>
                    <a:pt x="0" y="684"/>
                    <a:pt x="503" y="1177"/>
                  </a:cubicBezTo>
                  <a:lnTo>
                    <a:pt x="1062" y="1749"/>
                  </a:lnTo>
                  <a:lnTo>
                    <a:pt x="503" y="2320"/>
                  </a:lnTo>
                  <a:cubicBezTo>
                    <a:pt x="0" y="2814"/>
                    <a:pt x="459" y="3497"/>
                    <a:pt x="990" y="3497"/>
                  </a:cubicBezTo>
                  <a:cubicBezTo>
                    <a:pt x="1150" y="3497"/>
                    <a:pt x="1318" y="3434"/>
                    <a:pt x="1467" y="3285"/>
                  </a:cubicBezTo>
                  <a:lnTo>
                    <a:pt x="2039" y="2713"/>
                  </a:lnTo>
                  <a:lnTo>
                    <a:pt x="2610" y="3285"/>
                  </a:lnTo>
                  <a:cubicBezTo>
                    <a:pt x="2756" y="3420"/>
                    <a:pt x="2917" y="3477"/>
                    <a:pt x="3070" y="3477"/>
                  </a:cubicBezTo>
                  <a:cubicBezTo>
                    <a:pt x="3592" y="3477"/>
                    <a:pt x="4035" y="2817"/>
                    <a:pt x="3575" y="2320"/>
                  </a:cubicBezTo>
                  <a:lnTo>
                    <a:pt x="3015" y="1749"/>
                  </a:lnTo>
                  <a:lnTo>
                    <a:pt x="3575" y="1177"/>
                  </a:lnTo>
                  <a:cubicBezTo>
                    <a:pt x="4035" y="681"/>
                    <a:pt x="3592" y="20"/>
                    <a:pt x="3070" y="20"/>
                  </a:cubicBezTo>
                  <a:cubicBezTo>
                    <a:pt x="2917" y="20"/>
                    <a:pt x="2756" y="78"/>
                    <a:pt x="2610" y="213"/>
                  </a:cubicBezTo>
                  <a:lnTo>
                    <a:pt x="2039" y="784"/>
                  </a:lnTo>
                  <a:lnTo>
                    <a:pt x="1467" y="213"/>
                  </a:lnTo>
                  <a:cubicBezTo>
                    <a:pt x="1318" y="64"/>
                    <a:pt x="1150" y="1"/>
                    <a:pt x="9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72;p53">
              <a:extLst>
                <a:ext uri="{FF2B5EF4-FFF2-40B4-BE49-F238E27FC236}">
                  <a16:creationId xmlns:a16="http://schemas.microsoft.com/office/drawing/2014/main" id="{B64CC939-8A9B-2E89-7A14-FC2B8006C98D}"/>
                </a:ext>
              </a:extLst>
            </p:cNvPr>
            <p:cNvSpPr/>
            <p:nvPr/>
          </p:nvSpPr>
          <p:spPr>
            <a:xfrm>
              <a:off x="941165" y="1803489"/>
              <a:ext cx="973863" cy="887250"/>
            </a:xfrm>
            <a:custGeom>
              <a:avLst/>
              <a:gdLst/>
              <a:ahLst/>
              <a:cxnLst/>
              <a:rect l="l" t="t" r="r" b="b"/>
              <a:pathLst>
                <a:path w="35148" h="32022" extrusionOk="0">
                  <a:moveTo>
                    <a:pt x="17574" y="0"/>
                  </a:moveTo>
                  <a:cubicBezTo>
                    <a:pt x="13475" y="0"/>
                    <a:pt x="9376" y="1563"/>
                    <a:pt x="6251" y="4688"/>
                  </a:cubicBezTo>
                  <a:cubicBezTo>
                    <a:pt x="0" y="10939"/>
                    <a:pt x="0" y="21083"/>
                    <a:pt x="6251" y="27334"/>
                  </a:cubicBezTo>
                  <a:cubicBezTo>
                    <a:pt x="9376" y="30459"/>
                    <a:pt x="13475" y="32022"/>
                    <a:pt x="17574" y="32022"/>
                  </a:cubicBezTo>
                  <a:cubicBezTo>
                    <a:pt x="21672" y="32022"/>
                    <a:pt x="25771" y="30459"/>
                    <a:pt x="28897" y="27334"/>
                  </a:cubicBezTo>
                  <a:cubicBezTo>
                    <a:pt x="35147" y="21083"/>
                    <a:pt x="35147" y="10939"/>
                    <a:pt x="28897" y="4688"/>
                  </a:cubicBezTo>
                  <a:cubicBezTo>
                    <a:pt x="25771" y="1563"/>
                    <a:pt x="21672" y="0"/>
                    <a:pt x="175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3;p53">
              <a:extLst>
                <a:ext uri="{FF2B5EF4-FFF2-40B4-BE49-F238E27FC236}">
                  <a16:creationId xmlns:a16="http://schemas.microsoft.com/office/drawing/2014/main" id="{C0217E8F-DC98-4EEE-B86C-B1D5C69FF9B8}"/>
                </a:ext>
              </a:extLst>
            </p:cNvPr>
            <p:cNvSpPr/>
            <p:nvPr/>
          </p:nvSpPr>
          <p:spPr>
            <a:xfrm>
              <a:off x="1538926" y="3210060"/>
              <a:ext cx="786477" cy="786477"/>
            </a:xfrm>
            <a:custGeom>
              <a:avLst/>
              <a:gdLst/>
              <a:ahLst/>
              <a:cxnLst/>
              <a:rect l="l" t="t" r="r" b="b"/>
              <a:pathLst>
                <a:path w="28385" h="28385" extrusionOk="0">
                  <a:moveTo>
                    <a:pt x="14192" y="0"/>
                  </a:moveTo>
                  <a:cubicBezTo>
                    <a:pt x="6346" y="0"/>
                    <a:pt x="0" y="6358"/>
                    <a:pt x="0" y="14193"/>
                  </a:cubicBezTo>
                  <a:cubicBezTo>
                    <a:pt x="0" y="22039"/>
                    <a:pt x="6346" y="28385"/>
                    <a:pt x="14192" y="28385"/>
                  </a:cubicBezTo>
                  <a:cubicBezTo>
                    <a:pt x="22027" y="28385"/>
                    <a:pt x="28385" y="22039"/>
                    <a:pt x="28385" y="14193"/>
                  </a:cubicBezTo>
                  <a:cubicBezTo>
                    <a:pt x="28385" y="6358"/>
                    <a:pt x="22027" y="0"/>
                    <a:pt x="14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74;p53">
              <a:extLst>
                <a:ext uri="{FF2B5EF4-FFF2-40B4-BE49-F238E27FC236}">
                  <a16:creationId xmlns:a16="http://schemas.microsoft.com/office/drawing/2014/main" id="{6A77BDB5-1DC2-BD34-692F-92B4D3AD941D}"/>
                </a:ext>
              </a:extLst>
            </p:cNvPr>
            <p:cNvSpPr/>
            <p:nvPr/>
          </p:nvSpPr>
          <p:spPr>
            <a:xfrm>
              <a:off x="3574679" y="1757218"/>
              <a:ext cx="748878" cy="749211"/>
            </a:xfrm>
            <a:custGeom>
              <a:avLst/>
              <a:gdLst/>
              <a:ahLst/>
              <a:cxnLst/>
              <a:rect l="l" t="t" r="r" b="b"/>
              <a:pathLst>
                <a:path w="27028" h="27040" extrusionOk="0">
                  <a:moveTo>
                    <a:pt x="13514" y="0"/>
                  </a:moveTo>
                  <a:cubicBezTo>
                    <a:pt x="6049" y="0"/>
                    <a:pt x="1" y="6061"/>
                    <a:pt x="1" y="13526"/>
                  </a:cubicBezTo>
                  <a:cubicBezTo>
                    <a:pt x="1" y="20991"/>
                    <a:pt x="6049" y="27039"/>
                    <a:pt x="13514" y="27039"/>
                  </a:cubicBezTo>
                  <a:cubicBezTo>
                    <a:pt x="20979" y="27039"/>
                    <a:pt x="27028" y="20991"/>
                    <a:pt x="27028" y="13526"/>
                  </a:cubicBezTo>
                  <a:cubicBezTo>
                    <a:pt x="27028" y="6061"/>
                    <a:pt x="20979" y="0"/>
                    <a:pt x="135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2219;p90">
            <a:extLst>
              <a:ext uri="{FF2B5EF4-FFF2-40B4-BE49-F238E27FC236}">
                <a16:creationId xmlns:a16="http://schemas.microsoft.com/office/drawing/2014/main" id="{F8FF908E-847C-4E7A-DD8A-4796330C0291}"/>
              </a:ext>
            </a:extLst>
          </p:cNvPr>
          <p:cNvSpPr txBox="1">
            <a:spLocks/>
          </p:cNvSpPr>
          <p:nvPr/>
        </p:nvSpPr>
        <p:spPr>
          <a:xfrm>
            <a:off x="3117305" y="1108682"/>
            <a:ext cx="2897100" cy="400200"/>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1pPr>
            <a:lvl2pPr marR="0" lvl="1"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2pPr>
            <a:lvl3pPr marR="0" lvl="2"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3pPr>
            <a:lvl4pPr marR="0" lvl="3"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4pPr>
            <a:lvl5pPr marR="0" lvl="4"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5pPr>
            <a:lvl6pPr marR="0" lvl="5"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6pPr>
            <a:lvl7pPr marR="0" lvl="6"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7pPr>
            <a:lvl8pPr marR="0" lvl="7"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8pPr>
            <a:lvl9pPr marR="0" lvl="8"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9pPr>
          </a:lstStyle>
          <a:p>
            <a:pPr algn="ctr"/>
            <a:r>
              <a:rPr lang="en-US" sz="1400" dirty="0">
                <a:solidFill>
                  <a:schemeClr val="lt1"/>
                </a:solidFill>
              </a:rPr>
              <a:t>Confirmation</a:t>
            </a:r>
          </a:p>
        </p:txBody>
      </p:sp>
      <p:sp>
        <p:nvSpPr>
          <p:cNvPr id="60" name="Google Shape;2222;p90">
            <a:extLst>
              <a:ext uri="{FF2B5EF4-FFF2-40B4-BE49-F238E27FC236}">
                <a16:creationId xmlns:a16="http://schemas.microsoft.com/office/drawing/2014/main" id="{B46F415A-39D7-9D51-325E-4C690DA612FE}"/>
              </a:ext>
            </a:extLst>
          </p:cNvPr>
          <p:cNvSpPr txBox="1">
            <a:spLocks/>
          </p:cNvSpPr>
          <p:nvPr/>
        </p:nvSpPr>
        <p:spPr>
          <a:xfrm>
            <a:off x="3112537" y="1518117"/>
            <a:ext cx="2897100" cy="689976"/>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Fira Sans Condensed"/>
              <a:buChar char="●"/>
              <a:defRPr sz="1800" b="0" i="0" u="none" strike="noStrike" cap="none">
                <a:solidFill>
                  <a:schemeClr val="dk2"/>
                </a:solidFill>
                <a:latin typeface="Fira Sans Condensed"/>
                <a:ea typeface="Fira Sans Condensed"/>
                <a:cs typeface="Fira Sans Condensed"/>
                <a:sym typeface="Fira Sans Condensed"/>
              </a:defRPr>
            </a:lvl1pPr>
            <a:lvl2pPr marL="914400" marR="0" lvl="1"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2pPr>
            <a:lvl3pPr marL="1371600" marR="0" lvl="2"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3pPr>
            <a:lvl4pPr marL="1828800" marR="0" lvl="3"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4pPr>
            <a:lvl5pPr marL="2286000" marR="0" lvl="4"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5pPr>
            <a:lvl6pPr marL="2743200" marR="0" lvl="5"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6pPr>
            <a:lvl7pPr marL="3200400" marR="0" lvl="6"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7pPr>
            <a:lvl8pPr marL="3657600" marR="0" lvl="7"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8pPr>
            <a:lvl9pPr marL="4114800" marR="0" lvl="8" indent="-317500" algn="l" rtl="0">
              <a:lnSpc>
                <a:spcPct val="100000"/>
              </a:lnSpc>
              <a:spcBef>
                <a:spcPts val="1600"/>
              </a:spcBef>
              <a:spcAft>
                <a:spcPts val="160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9pPr>
          </a:lstStyle>
          <a:p>
            <a:pPr marL="45720" indent="-134620">
              <a:buClr>
                <a:schemeClr val="accent6"/>
              </a:buClr>
              <a:buSzPts val="1400"/>
            </a:pPr>
            <a:r>
              <a:rPr lang="en-US" sz="1000" dirty="0"/>
              <a:t>Success message</a:t>
            </a:r>
          </a:p>
          <a:p>
            <a:pPr marL="45720" indent="-134620">
              <a:buClr>
                <a:schemeClr val="accent6"/>
              </a:buClr>
              <a:buSzPts val="1400"/>
            </a:pPr>
            <a:r>
              <a:rPr lang="en-US" sz="1000" dirty="0"/>
              <a:t>Option to send another email</a:t>
            </a:r>
          </a:p>
        </p:txBody>
      </p:sp>
    </p:spTree>
    <p:extLst>
      <p:ext uri="{BB962C8B-B14F-4D97-AF65-F5344CB8AC3E}">
        <p14:creationId xmlns:p14="http://schemas.microsoft.com/office/powerpoint/2010/main" val="3044961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37"/>
                                        </p:tgtEl>
                                        <p:attrNameLst>
                                          <p:attrName>style.visibility</p:attrName>
                                        </p:attrNameLst>
                                      </p:cBhvr>
                                      <p:to>
                                        <p:strVal val="visible"/>
                                      </p:to>
                                    </p:set>
                                    <p:animEffect transition="in" filter="fade">
                                      <p:cBhvr>
                                        <p:cTn id="7" dur="500"/>
                                        <p:tgtEl>
                                          <p:spTgt spid="53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26"/>
                                        </p:tgtEl>
                                        <p:attrNameLst>
                                          <p:attrName>style.visibility</p:attrName>
                                        </p:attrNameLst>
                                      </p:cBhvr>
                                      <p:to>
                                        <p:strVal val="visible"/>
                                      </p:to>
                                    </p:set>
                                    <p:animEffect transition="in" filter="fade">
                                      <p:cBhvr>
                                        <p:cTn id="11" dur="500"/>
                                        <p:tgtEl>
                                          <p:spTgt spid="526"/>
                                        </p:tgtEl>
                                      </p:cBhvr>
                                    </p:animEffect>
                                  </p:childTnLst>
                                </p:cTn>
                              </p:par>
                              <p:par>
                                <p:cTn id="12" presetID="10" presetClass="entr" presetSubtype="0" fill="hold"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5">
          <a:extLst>
            <a:ext uri="{FF2B5EF4-FFF2-40B4-BE49-F238E27FC236}">
              <a16:creationId xmlns:a16="http://schemas.microsoft.com/office/drawing/2014/main" id="{BEEF08FA-6ABD-B48A-DD2A-654FA8F5A359}"/>
            </a:ext>
          </a:extLst>
        </p:cNvPr>
        <p:cNvGrpSpPr/>
        <p:nvPr/>
      </p:nvGrpSpPr>
      <p:grpSpPr>
        <a:xfrm>
          <a:off x="0" y="0"/>
          <a:ext cx="0" cy="0"/>
          <a:chOff x="0" y="0"/>
          <a:chExt cx="0" cy="0"/>
        </a:xfrm>
      </p:grpSpPr>
      <p:sp>
        <p:nvSpPr>
          <p:cNvPr id="537" name="Google Shape;537;p52">
            <a:extLst>
              <a:ext uri="{FF2B5EF4-FFF2-40B4-BE49-F238E27FC236}">
                <a16:creationId xmlns:a16="http://schemas.microsoft.com/office/drawing/2014/main" id="{056D7A55-DDA3-CD6F-8B6A-CCE3E93FCF9E}"/>
              </a:ext>
            </a:extLst>
          </p:cNvPr>
          <p:cNvSpPr/>
          <p:nvPr/>
        </p:nvSpPr>
        <p:spPr>
          <a:xfrm>
            <a:off x="2192925" y="393814"/>
            <a:ext cx="6941225" cy="426650"/>
          </a:xfrm>
          <a:custGeom>
            <a:avLst/>
            <a:gdLst/>
            <a:ahLst/>
            <a:cxnLst/>
            <a:rect l="l" t="t" r="r" b="b"/>
            <a:pathLst>
              <a:path w="277649" h="17066" extrusionOk="0">
                <a:moveTo>
                  <a:pt x="277649" y="2182"/>
                </a:moveTo>
                <a:cubicBezTo>
                  <a:pt x="253641" y="10185"/>
                  <a:pt x="226797" y="4261"/>
                  <a:pt x="201745" y="684"/>
                </a:cubicBezTo>
                <a:cubicBezTo>
                  <a:pt x="183544" y="-1915"/>
                  <a:pt x="165058" y="7959"/>
                  <a:pt x="146814" y="5678"/>
                </a:cubicBezTo>
                <a:cubicBezTo>
                  <a:pt x="134644" y="4156"/>
                  <a:pt x="122387" y="-1719"/>
                  <a:pt x="110360" y="684"/>
                </a:cubicBezTo>
                <a:cubicBezTo>
                  <a:pt x="105063" y="1743"/>
                  <a:pt x="101842" y="7545"/>
                  <a:pt x="96877" y="9673"/>
                </a:cubicBezTo>
                <a:cubicBezTo>
                  <a:pt x="91197" y="12107"/>
                  <a:pt x="84579" y="11171"/>
                  <a:pt x="78400" y="11171"/>
                </a:cubicBezTo>
                <a:cubicBezTo>
                  <a:pt x="73434" y="11171"/>
                  <a:pt x="66140" y="12116"/>
                  <a:pt x="63919" y="7675"/>
                </a:cubicBezTo>
                <a:cubicBezTo>
                  <a:pt x="62054" y="3944"/>
                  <a:pt x="71568" y="-819"/>
                  <a:pt x="74905" y="1683"/>
                </a:cubicBezTo>
                <a:cubicBezTo>
                  <a:pt x="78245" y="4187"/>
                  <a:pt x="77246" y="11663"/>
                  <a:pt x="73906" y="14167"/>
                </a:cubicBezTo>
                <a:cubicBezTo>
                  <a:pt x="63283" y="22131"/>
                  <a:pt x="47475" y="11276"/>
                  <a:pt x="34456" y="8674"/>
                </a:cubicBezTo>
                <a:cubicBezTo>
                  <a:pt x="23118" y="6408"/>
                  <a:pt x="11562" y="12669"/>
                  <a:pt x="0" y="12669"/>
                </a:cubicBezTo>
              </a:path>
            </a:pathLst>
          </a:custGeom>
          <a:noFill/>
          <a:ln w="28575" cap="flat" cmpd="sng">
            <a:solidFill>
              <a:schemeClr val="accent1"/>
            </a:solidFill>
            <a:prstDash val="dash"/>
            <a:round/>
            <a:headEnd type="none" w="med" len="med"/>
            <a:tailEnd type="none" w="med" len="med"/>
          </a:ln>
        </p:spPr>
      </p:sp>
      <p:sp>
        <p:nvSpPr>
          <p:cNvPr id="18" name="Google Shape;2797;p104">
            <a:extLst>
              <a:ext uri="{FF2B5EF4-FFF2-40B4-BE49-F238E27FC236}">
                <a16:creationId xmlns:a16="http://schemas.microsoft.com/office/drawing/2014/main" id="{F2038DAF-663A-6BD7-B46A-8163D4071ECD}"/>
              </a:ext>
            </a:extLst>
          </p:cNvPr>
          <p:cNvSpPr txBox="1">
            <a:spLocks noGrp="1"/>
          </p:cNvSpPr>
          <p:nvPr>
            <p:ph type="title"/>
          </p:nvPr>
        </p:nvSpPr>
        <p:spPr>
          <a:xfrm>
            <a:off x="17525" y="-66600"/>
            <a:ext cx="2771000" cy="572700"/>
          </a:xfrm>
          <a:prstGeom prst="rect">
            <a:avLst/>
          </a:prstGeom>
        </p:spPr>
        <p:txBody>
          <a:bodyPr spcFirstLastPara="1" wrap="square" lIns="91425" tIns="91425" rIns="91425" bIns="91425" anchor="t" anchorCtr="0">
            <a:noAutofit/>
          </a:bodyPr>
          <a:lstStyle/>
          <a:p>
            <a:r>
              <a:rPr lang="en" sz="1800" dirty="0">
                <a:solidFill>
                  <a:schemeClr val="accent2"/>
                </a:solidFill>
              </a:rPr>
              <a:t>Send</a:t>
            </a:r>
            <a:r>
              <a:rPr lang="en-US" sz="1800" dirty="0">
                <a:solidFill>
                  <a:schemeClr val="accent2"/>
                </a:solidFill>
              </a:rPr>
              <a:t> Email</a:t>
            </a:r>
            <a:br>
              <a:rPr lang="en-US" sz="1800" dirty="0">
                <a:solidFill>
                  <a:schemeClr val="accent2"/>
                </a:solidFill>
              </a:rPr>
            </a:br>
            <a:r>
              <a:rPr lang="en" sz="1800" dirty="0"/>
              <a:t>Features</a:t>
            </a:r>
            <a:endParaRPr sz="1800" dirty="0"/>
          </a:p>
        </p:txBody>
      </p:sp>
      <p:grpSp>
        <p:nvGrpSpPr>
          <p:cNvPr id="2" name="Google Shape;448;p50">
            <a:extLst>
              <a:ext uri="{FF2B5EF4-FFF2-40B4-BE49-F238E27FC236}">
                <a16:creationId xmlns:a16="http://schemas.microsoft.com/office/drawing/2014/main" id="{8B091158-2C17-1F5F-CCAA-41110DF5A536}"/>
              </a:ext>
            </a:extLst>
          </p:cNvPr>
          <p:cNvGrpSpPr/>
          <p:nvPr/>
        </p:nvGrpSpPr>
        <p:grpSpPr>
          <a:xfrm>
            <a:off x="7076623" y="279840"/>
            <a:ext cx="1641084" cy="1541816"/>
            <a:chOff x="7260053" y="501002"/>
            <a:chExt cx="1752931" cy="1629120"/>
          </a:xfrm>
        </p:grpSpPr>
        <p:sp>
          <p:nvSpPr>
            <p:cNvPr id="3" name="Google Shape;449;p50">
              <a:extLst>
                <a:ext uri="{FF2B5EF4-FFF2-40B4-BE49-F238E27FC236}">
                  <a16:creationId xmlns:a16="http://schemas.microsoft.com/office/drawing/2014/main" id="{112B15F0-F114-EEF9-A244-C74503DD7B48}"/>
                </a:ext>
              </a:extLst>
            </p:cNvPr>
            <p:cNvSpPr/>
            <p:nvPr/>
          </p:nvSpPr>
          <p:spPr>
            <a:xfrm rot="-781915">
              <a:off x="7909985" y="505074"/>
              <a:ext cx="40574" cy="39035"/>
            </a:xfrm>
            <a:custGeom>
              <a:avLst/>
              <a:gdLst/>
              <a:ahLst/>
              <a:cxnLst/>
              <a:rect l="l" t="t" r="r" b="b"/>
              <a:pathLst>
                <a:path w="5034" h="4843" extrusionOk="0">
                  <a:moveTo>
                    <a:pt x="2612" y="0"/>
                  </a:moveTo>
                  <a:cubicBezTo>
                    <a:pt x="1633" y="0"/>
                    <a:pt x="750" y="590"/>
                    <a:pt x="375" y="1494"/>
                  </a:cubicBezTo>
                  <a:cubicBezTo>
                    <a:pt x="1" y="2400"/>
                    <a:pt x="208" y="3441"/>
                    <a:pt x="900" y="4133"/>
                  </a:cubicBezTo>
                  <a:cubicBezTo>
                    <a:pt x="1364" y="4597"/>
                    <a:pt x="1983" y="4843"/>
                    <a:pt x="2613" y="4843"/>
                  </a:cubicBezTo>
                  <a:cubicBezTo>
                    <a:pt x="2924" y="4843"/>
                    <a:pt x="3239" y="4782"/>
                    <a:pt x="3538" y="4658"/>
                  </a:cubicBezTo>
                  <a:cubicBezTo>
                    <a:pt x="4442" y="4284"/>
                    <a:pt x="5033" y="3401"/>
                    <a:pt x="5033" y="2421"/>
                  </a:cubicBezTo>
                  <a:cubicBezTo>
                    <a:pt x="5033" y="1084"/>
                    <a:pt x="3950" y="0"/>
                    <a:pt x="26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 name="Google Shape;450;p50">
              <a:extLst>
                <a:ext uri="{FF2B5EF4-FFF2-40B4-BE49-F238E27FC236}">
                  <a16:creationId xmlns:a16="http://schemas.microsoft.com/office/drawing/2014/main" id="{39770A12-7F78-9764-63C9-FF58AD001F39}"/>
                </a:ext>
              </a:extLst>
            </p:cNvPr>
            <p:cNvGrpSpPr/>
            <p:nvPr/>
          </p:nvGrpSpPr>
          <p:grpSpPr>
            <a:xfrm>
              <a:off x="7260053" y="548163"/>
              <a:ext cx="1752931" cy="1581959"/>
              <a:chOff x="7580428" y="219838"/>
              <a:chExt cx="1752931" cy="1581959"/>
            </a:xfrm>
          </p:grpSpPr>
          <p:sp>
            <p:nvSpPr>
              <p:cNvPr id="5" name="Google Shape;451;p50">
                <a:extLst>
                  <a:ext uri="{FF2B5EF4-FFF2-40B4-BE49-F238E27FC236}">
                    <a16:creationId xmlns:a16="http://schemas.microsoft.com/office/drawing/2014/main" id="{675CD900-51D9-A1D4-4252-6AB1B6A227A7}"/>
                  </a:ext>
                </a:extLst>
              </p:cNvPr>
              <p:cNvSpPr/>
              <p:nvPr/>
            </p:nvSpPr>
            <p:spPr>
              <a:xfrm rot="-781915">
                <a:off x="7654286" y="637614"/>
                <a:ext cx="1605215" cy="838419"/>
              </a:xfrm>
              <a:custGeom>
                <a:avLst/>
                <a:gdLst/>
                <a:ahLst/>
                <a:cxnLst/>
                <a:rect l="l" t="t" r="r" b="b"/>
                <a:pathLst>
                  <a:path w="199156" h="104021" extrusionOk="0">
                    <a:moveTo>
                      <a:pt x="199156" y="1"/>
                    </a:moveTo>
                    <a:lnTo>
                      <a:pt x="0" y="41262"/>
                    </a:lnTo>
                    <a:lnTo>
                      <a:pt x="79582" y="104020"/>
                    </a:lnTo>
                    <a:lnTo>
                      <a:pt x="1991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52;p50">
                <a:extLst>
                  <a:ext uri="{FF2B5EF4-FFF2-40B4-BE49-F238E27FC236}">
                    <a16:creationId xmlns:a16="http://schemas.microsoft.com/office/drawing/2014/main" id="{396BD2BF-D966-A12E-081A-9E0138A2657E}"/>
                  </a:ext>
                </a:extLst>
              </p:cNvPr>
              <p:cNvSpPr/>
              <p:nvPr/>
            </p:nvSpPr>
            <p:spPr>
              <a:xfrm rot="-781915">
                <a:off x="7953113" y="786260"/>
                <a:ext cx="922115" cy="762049"/>
              </a:xfrm>
              <a:custGeom>
                <a:avLst/>
                <a:gdLst/>
                <a:ahLst/>
                <a:cxnLst/>
                <a:rect l="l" t="t" r="r" b="b"/>
                <a:pathLst>
                  <a:path w="114405" h="94546" extrusionOk="0">
                    <a:moveTo>
                      <a:pt x="114404" y="0"/>
                    </a:moveTo>
                    <a:lnTo>
                      <a:pt x="0" y="52238"/>
                    </a:lnTo>
                    <a:lnTo>
                      <a:pt x="433" y="94545"/>
                    </a:lnTo>
                    <a:lnTo>
                      <a:pt x="28063" y="73823"/>
                    </a:lnTo>
                    <a:lnTo>
                      <a:pt x="12952" y="59145"/>
                    </a:lnTo>
                    <a:lnTo>
                      <a:pt x="11440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53;p50">
                <a:extLst>
                  <a:ext uri="{FF2B5EF4-FFF2-40B4-BE49-F238E27FC236}">
                    <a16:creationId xmlns:a16="http://schemas.microsoft.com/office/drawing/2014/main" id="{DA36119D-22C6-BCE5-218D-278EBCC13E43}"/>
                  </a:ext>
                </a:extLst>
              </p:cNvPr>
              <p:cNvSpPr/>
              <p:nvPr/>
            </p:nvSpPr>
            <p:spPr>
              <a:xfrm rot="-781915">
                <a:off x="7956891" y="788788"/>
                <a:ext cx="915578" cy="759438"/>
              </a:xfrm>
              <a:custGeom>
                <a:avLst/>
                <a:gdLst/>
                <a:ahLst/>
                <a:cxnLst/>
                <a:rect l="l" t="t" r="r" b="b"/>
                <a:pathLst>
                  <a:path w="113594" h="94222" extrusionOk="0">
                    <a:moveTo>
                      <a:pt x="113594" y="0"/>
                    </a:moveTo>
                    <a:lnTo>
                      <a:pt x="7339" y="55368"/>
                    </a:lnTo>
                    <a:lnTo>
                      <a:pt x="0" y="94221"/>
                    </a:lnTo>
                    <a:lnTo>
                      <a:pt x="22124" y="68319"/>
                    </a:lnTo>
                    <a:lnTo>
                      <a:pt x="12573" y="58929"/>
                    </a:lnTo>
                    <a:lnTo>
                      <a:pt x="1135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54;p50">
                <a:extLst>
                  <a:ext uri="{FF2B5EF4-FFF2-40B4-BE49-F238E27FC236}">
                    <a16:creationId xmlns:a16="http://schemas.microsoft.com/office/drawing/2014/main" id="{AA633B1E-E59B-6016-5E66-98A964912CBF}"/>
                  </a:ext>
                </a:extLst>
              </p:cNvPr>
              <p:cNvSpPr/>
              <p:nvPr/>
            </p:nvSpPr>
            <p:spPr>
              <a:xfrm rot="-781915">
                <a:off x="8573923" y="1427363"/>
                <a:ext cx="215309" cy="260196"/>
              </a:xfrm>
              <a:custGeom>
                <a:avLst/>
                <a:gdLst/>
                <a:ahLst/>
                <a:cxnLst/>
                <a:rect l="l" t="t" r="r" b="b"/>
                <a:pathLst>
                  <a:path w="26713" h="32282" extrusionOk="0">
                    <a:moveTo>
                      <a:pt x="13356" y="0"/>
                    </a:moveTo>
                    <a:cubicBezTo>
                      <a:pt x="12968" y="0"/>
                      <a:pt x="12655" y="313"/>
                      <a:pt x="12655" y="702"/>
                    </a:cubicBezTo>
                    <a:cubicBezTo>
                      <a:pt x="12655" y="15229"/>
                      <a:pt x="1210" y="15436"/>
                      <a:pt x="722" y="15439"/>
                    </a:cubicBezTo>
                    <a:cubicBezTo>
                      <a:pt x="721" y="15439"/>
                      <a:pt x="720" y="15439"/>
                      <a:pt x="719" y="15439"/>
                    </a:cubicBezTo>
                    <a:cubicBezTo>
                      <a:pt x="346" y="15439"/>
                      <a:pt x="37" y="15732"/>
                      <a:pt x="19" y="16106"/>
                    </a:cubicBezTo>
                    <a:cubicBezTo>
                      <a:pt x="1" y="16482"/>
                      <a:pt x="280" y="16804"/>
                      <a:pt x="655" y="16840"/>
                    </a:cubicBezTo>
                    <a:cubicBezTo>
                      <a:pt x="10514" y="17825"/>
                      <a:pt x="12368" y="25267"/>
                      <a:pt x="12655" y="29165"/>
                    </a:cubicBezTo>
                    <a:lnTo>
                      <a:pt x="12655" y="29308"/>
                    </a:lnTo>
                    <a:cubicBezTo>
                      <a:pt x="12564" y="30667"/>
                      <a:pt x="12650" y="31576"/>
                      <a:pt x="12658" y="31649"/>
                    </a:cubicBezTo>
                    <a:cubicBezTo>
                      <a:pt x="12661" y="31686"/>
                      <a:pt x="12679" y="31717"/>
                      <a:pt x="12687" y="31752"/>
                    </a:cubicBezTo>
                    <a:cubicBezTo>
                      <a:pt x="12696" y="31792"/>
                      <a:pt x="12707" y="31832"/>
                      <a:pt x="12722" y="31870"/>
                    </a:cubicBezTo>
                    <a:cubicBezTo>
                      <a:pt x="12744" y="31912"/>
                      <a:pt x="12768" y="31950"/>
                      <a:pt x="12797" y="31986"/>
                    </a:cubicBezTo>
                    <a:cubicBezTo>
                      <a:pt x="12819" y="32019"/>
                      <a:pt x="12842" y="32050"/>
                      <a:pt x="12870" y="32079"/>
                    </a:cubicBezTo>
                    <a:cubicBezTo>
                      <a:pt x="12903" y="32110"/>
                      <a:pt x="12942" y="32138"/>
                      <a:pt x="12980" y="32161"/>
                    </a:cubicBezTo>
                    <a:cubicBezTo>
                      <a:pt x="13012" y="32184"/>
                      <a:pt x="13046" y="32204"/>
                      <a:pt x="13080" y="32222"/>
                    </a:cubicBezTo>
                    <a:cubicBezTo>
                      <a:pt x="13126" y="32239"/>
                      <a:pt x="13175" y="32250"/>
                      <a:pt x="13223" y="32257"/>
                    </a:cubicBezTo>
                    <a:cubicBezTo>
                      <a:pt x="13257" y="32264"/>
                      <a:pt x="13286" y="32279"/>
                      <a:pt x="13321" y="32282"/>
                    </a:cubicBezTo>
                    <a:lnTo>
                      <a:pt x="13390" y="32282"/>
                    </a:lnTo>
                    <a:cubicBezTo>
                      <a:pt x="13425" y="32279"/>
                      <a:pt x="13455" y="32264"/>
                      <a:pt x="13488" y="32257"/>
                    </a:cubicBezTo>
                    <a:cubicBezTo>
                      <a:pt x="13538" y="32250"/>
                      <a:pt x="13585" y="32239"/>
                      <a:pt x="13631" y="32222"/>
                    </a:cubicBezTo>
                    <a:cubicBezTo>
                      <a:pt x="13666" y="32204"/>
                      <a:pt x="13700" y="32184"/>
                      <a:pt x="13731" y="32161"/>
                    </a:cubicBezTo>
                    <a:cubicBezTo>
                      <a:pt x="13771" y="32138"/>
                      <a:pt x="13808" y="32110"/>
                      <a:pt x="13843" y="32079"/>
                    </a:cubicBezTo>
                    <a:cubicBezTo>
                      <a:pt x="13869" y="32050"/>
                      <a:pt x="13894" y="32019"/>
                      <a:pt x="13915" y="31986"/>
                    </a:cubicBezTo>
                    <a:cubicBezTo>
                      <a:pt x="13974" y="31921"/>
                      <a:pt x="14012" y="31840"/>
                      <a:pt x="14024" y="31752"/>
                    </a:cubicBezTo>
                    <a:cubicBezTo>
                      <a:pt x="14033" y="31718"/>
                      <a:pt x="14050" y="31686"/>
                      <a:pt x="14055" y="31649"/>
                    </a:cubicBezTo>
                    <a:cubicBezTo>
                      <a:pt x="14061" y="31577"/>
                      <a:pt x="14142" y="30690"/>
                      <a:pt x="14061" y="29371"/>
                    </a:cubicBezTo>
                    <a:cubicBezTo>
                      <a:pt x="14147" y="28092"/>
                      <a:pt x="14399" y="26383"/>
                      <a:pt x="15065" y="24638"/>
                    </a:cubicBezTo>
                    <a:cubicBezTo>
                      <a:pt x="16825" y="20016"/>
                      <a:pt x="20523" y="17392"/>
                      <a:pt x="26058" y="16840"/>
                    </a:cubicBezTo>
                    <a:cubicBezTo>
                      <a:pt x="26433" y="16804"/>
                      <a:pt x="26712" y="16480"/>
                      <a:pt x="26694" y="16106"/>
                    </a:cubicBezTo>
                    <a:cubicBezTo>
                      <a:pt x="26675" y="15731"/>
                      <a:pt x="26365" y="15438"/>
                      <a:pt x="25990" y="15438"/>
                    </a:cubicBezTo>
                    <a:cubicBezTo>
                      <a:pt x="25989" y="15438"/>
                      <a:pt x="25988" y="15438"/>
                      <a:pt x="25987" y="15438"/>
                    </a:cubicBezTo>
                    <a:lnTo>
                      <a:pt x="25987" y="15439"/>
                    </a:lnTo>
                    <a:cubicBezTo>
                      <a:pt x="25501" y="15439"/>
                      <a:pt x="14058" y="15272"/>
                      <a:pt x="14058" y="702"/>
                    </a:cubicBezTo>
                    <a:cubicBezTo>
                      <a:pt x="14058" y="313"/>
                      <a:pt x="13743" y="0"/>
                      <a:pt x="133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55;p50">
                <a:extLst>
                  <a:ext uri="{FF2B5EF4-FFF2-40B4-BE49-F238E27FC236}">
                    <a16:creationId xmlns:a16="http://schemas.microsoft.com/office/drawing/2014/main" id="{84F21CF6-1874-CFAC-E5D6-99BF8C704CE7}"/>
                  </a:ext>
                </a:extLst>
              </p:cNvPr>
              <p:cNvSpPr/>
              <p:nvPr/>
            </p:nvSpPr>
            <p:spPr>
              <a:xfrm rot="-781915">
                <a:off x="8661159" y="1773048"/>
                <a:ext cx="27058" cy="26034"/>
              </a:xfrm>
              <a:custGeom>
                <a:avLst/>
                <a:gdLst/>
                <a:ahLst/>
                <a:cxnLst/>
                <a:rect l="l" t="t" r="r" b="b"/>
                <a:pathLst>
                  <a:path w="3357" h="3230" extrusionOk="0">
                    <a:moveTo>
                      <a:pt x="1743" y="0"/>
                    </a:moveTo>
                    <a:cubicBezTo>
                      <a:pt x="1089" y="0"/>
                      <a:pt x="501" y="393"/>
                      <a:pt x="250" y="997"/>
                    </a:cubicBezTo>
                    <a:cubicBezTo>
                      <a:pt x="0" y="1600"/>
                      <a:pt x="138" y="2294"/>
                      <a:pt x="600" y="2756"/>
                    </a:cubicBezTo>
                    <a:cubicBezTo>
                      <a:pt x="909" y="3065"/>
                      <a:pt x="1322" y="3229"/>
                      <a:pt x="1742" y="3229"/>
                    </a:cubicBezTo>
                    <a:cubicBezTo>
                      <a:pt x="1950" y="3229"/>
                      <a:pt x="2160" y="3189"/>
                      <a:pt x="2360" y="3106"/>
                    </a:cubicBezTo>
                    <a:cubicBezTo>
                      <a:pt x="2963" y="2856"/>
                      <a:pt x="3356" y="2268"/>
                      <a:pt x="3356" y="1615"/>
                    </a:cubicBezTo>
                    <a:cubicBezTo>
                      <a:pt x="3356" y="723"/>
                      <a:pt x="2633" y="0"/>
                      <a:pt x="17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56;p50">
                <a:extLst>
                  <a:ext uri="{FF2B5EF4-FFF2-40B4-BE49-F238E27FC236}">
                    <a16:creationId xmlns:a16="http://schemas.microsoft.com/office/drawing/2014/main" id="{A2B5B029-6928-1EC5-3CC6-F028A72F3C75}"/>
                  </a:ext>
                </a:extLst>
              </p:cNvPr>
              <p:cNvSpPr/>
              <p:nvPr/>
            </p:nvSpPr>
            <p:spPr>
              <a:xfrm rot="-781915">
                <a:off x="8783940" y="1611118"/>
                <a:ext cx="27058" cy="26034"/>
              </a:xfrm>
              <a:custGeom>
                <a:avLst/>
                <a:gdLst/>
                <a:ahLst/>
                <a:cxnLst/>
                <a:rect l="l" t="t" r="r" b="b"/>
                <a:pathLst>
                  <a:path w="3357" h="3230" extrusionOk="0">
                    <a:moveTo>
                      <a:pt x="1742" y="0"/>
                    </a:moveTo>
                    <a:cubicBezTo>
                      <a:pt x="1089" y="0"/>
                      <a:pt x="501" y="393"/>
                      <a:pt x="251" y="997"/>
                    </a:cubicBezTo>
                    <a:cubicBezTo>
                      <a:pt x="1" y="1600"/>
                      <a:pt x="139" y="2294"/>
                      <a:pt x="601" y="2756"/>
                    </a:cubicBezTo>
                    <a:cubicBezTo>
                      <a:pt x="909" y="3065"/>
                      <a:pt x="1322" y="3229"/>
                      <a:pt x="1742" y="3229"/>
                    </a:cubicBezTo>
                    <a:cubicBezTo>
                      <a:pt x="1950" y="3229"/>
                      <a:pt x="2160" y="3189"/>
                      <a:pt x="2359" y="3106"/>
                    </a:cubicBezTo>
                    <a:cubicBezTo>
                      <a:pt x="2962" y="2856"/>
                      <a:pt x="3357" y="2268"/>
                      <a:pt x="3357" y="1616"/>
                    </a:cubicBezTo>
                    <a:cubicBezTo>
                      <a:pt x="3357" y="723"/>
                      <a:pt x="2634" y="0"/>
                      <a:pt x="17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57;p50">
                <a:extLst>
                  <a:ext uri="{FF2B5EF4-FFF2-40B4-BE49-F238E27FC236}">
                    <a16:creationId xmlns:a16="http://schemas.microsoft.com/office/drawing/2014/main" id="{0A9906E6-7BF9-DB53-E102-96CD4C899B1B}"/>
                  </a:ext>
                </a:extLst>
              </p:cNvPr>
              <p:cNvSpPr/>
              <p:nvPr/>
            </p:nvSpPr>
            <p:spPr>
              <a:xfrm rot="-781915">
                <a:off x="8553655" y="1649637"/>
                <a:ext cx="40574" cy="39043"/>
              </a:xfrm>
              <a:custGeom>
                <a:avLst/>
                <a:gdLst/>
                <a:ahLst/>
                <a:cxnLst/>
                <a:rect l="l" t="t" r="r" b="b"/>
                <a:pathLst>
                  <a:path w="5034" h="4844" extrusionOk="0">
                    <a:moveTo>
                      <a:pt x="2612" y="1"/>
                    </a:moveTo>
                    <a:cubicBezTo>
                      <a:pt x="1632" y="1"/>
                      <a:pt x="750" y="590"/>
                      <a:pt x="375" y="1495"/>
                    </a:cubicBezTo>
                    <a:cubicBezTo>
                      <a:pt x="0" y="2400"/>
                      <a:pt x="208" y="3441"/>
                      <a:pt x="900" y="4134"/>
                    </a:cubicBezTo>
                    <a:cubicBezTo>
                      <a:pt x="1363" y="4597"/>
                      <a:pt x="1983" y="4843"/>
                      <a:pt x="2613" y="4843"/>
                    </a:cubicBezTo>
                    <a:cubicBezTo>
                      <a:pt x="2925" y="4843"/>
                      <a:pt x="3239" y="4783"/>
                      <a:pt x="3539" y="4659"/>
                    </a:cubicBezTo>
                    <a:cubicBezTo>
                      <a:pt x="4444" y="4284"/>
                      <a:pt x="5033" y="3401"/>
                      <a:pt x="5033" y="2422"/>
                    </a:cubicBezTo>
                    <a:cubicBezTo>
                      <a:pt x="5033" y="1085"/>
                      <a:pt x="3949" y="1"/>
                      <a:pt x="26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58;p50">
                <a:extLst>
                  <a:ext uri="{FF2B5EF4-FFF2-40B4-BE49-F238E27FC236}">
                    <a16:creationId xmlns:a16="http://schemas.microsoft.com/office/drawing/2014/main" id="{83CC34F9-B620-80F8-626A-612443C8EE54}"/>
                  </a:ext>
                </a:extLst>
              </p:cNvPr>
              <p:cNvSpPr/>
              <p:nvPr/>
            </p:nvSpPr>
            <p:spPr>
              <a:xfrm rot="-781915">
                <a:off x="7930242" y="282785"/>
                <a:ext cx="215317" cy="260196"/>
              </a:xfrm>
              <a:custGeom>
                <a:avLst/>
                <a:gdLst/>
                <a:ahLst/>
                <a:cxnLst/>
                <a:rect l="l" t="t" r="r" b="b"/>
                <a:pathLst>
                  <a:path w="26714" h="32282" extrusionOk="0">
                    <a:moveTo>
                      <a:pt x="13356" y="0"/>
                    </a:moveTo>
                    <a:cubicBezTo>
                      <a:pt x="12969" y="0"/>
                      <a:pt x="12654" y="315"/>
                      <a:pt x="12654" y="703"/>
                    </a:cubicBezTo>
                    <a:cubicBezTo>
                      <a:pt x="12654" y="15231"/>
                      <a:pt x="1210" y="15438"/>
                      <a:pt x="724" y="15439"/>
                    </a:cubicBezTo>
                    <a:cubicBezTo>
                      <a:pt x="723" y="15439"/>
                      <a:pt x="722" y="15439"/>
                      <a:pt x="721" y="15439"/>
                    </a:cubicBezTo>
                    <a:cubicBezTo>
                      <a:pt x="346" y="15439"/>
                      <a:pt x="37" y="15734"/>
                      <a:pt x="19" y="16107"/>
                    </a:cubicBezTo>
                    <a:cubicBezTo>
                      <a:pt x="0" y="16482"/>
                      <a:pt x="281" y="16806"/>
                      <a:pt x="654" y="16841"/>
                    </a:cubicBezTo>
                    <a:cubicBezTo>
                      <a:pt x="10516" y="17827"/>
                      <a:pt x="12367" y="25268"/>
                      <a:pt x="12654" y="29165"/>
                    </a:cubicBezTo>
                    <a:lnTo>
                      <a:pt x="12654" y="29309"/>
                    </a:lnTo>
                    <a:cubicBezTo>
                      <a:pt x="12565" y="30668"/>
                      <a:pt x="12651" y="31577"/>
                      <a:pt x="12658" y="31651"/>
                    </a:cubicBezTo>
                    <a:cubicBezTo>
                      <a:pt x="12662" y="31688"/>
                      <a:pt x="12679" y="31718"/>
                      <a:pt x="12688" y="31754"/>
                    </a:cubicBezTo>
                    <a:cubicBezTo>
                      <a:pt x="12702" y="31840"/>
                      <a:pt x="12739" y="31921"/>
                      <a:pt x="12797" y="31987"/>
                    </a:cubicBezTo>
                    <a:cubicBezTo>
                      <a:pt x="12819" y="32021"/>
                      <a:pt x="12843" y="32052"/>
                      <a:pt x="12869" y="32081"/>
                    </a:cubicBezTo>
                    <a:cubicBezTo>
                      <a:pt x="12905" y="32111"/>
                      <a:pt x="12942" y="32138"/>
                      <a:pt x="12982" y="32161"/>
                    </a:cubicBezTo>
                    <a:cubicBezTo>
                      <a:pt x="13012" y="32185"/>
                      <a:pt x="13046" y="32205"/>
                      <a:pt x="13081" y="32222"/>
                    </a:cubicBezTo>
                    <a:cubicBezTo>
                      <a:pt x="13127" y="32239"/>
                      <a:pt x="13175" y="32251"/>
                      <a:pt x="13224" y="32257"/>
                    </a:cubicBezTo>
                    <a:cubicBezTo>
                      <a:pt x="13258" y="32265"/>
                      <a:pt x="13287" y="32280"/>
                      <a:pt x="13322" y="32282"/>
                    </a:cubicBezTo>
                    <a:lnTo>
                      <a:pt x="13391" y="32282"/>
                    </a:lnTo>
                    <a:cubicBezTo>
                      <a:pt x="13427" y="32280"/>
                      <a:pt x="13456" y="32265"/>
                      <a:pt x="13490" y="32257"/>
                    </a:cubicBezTo>
                    <a:cubicBezTo>
                      <a:pt x="13537" y="32251"/>
                      <a:pt x="13586" y="32239"/>
                      <a:pt x="13632" y="32222"/>
                    </a:cubicBezTo>
                    <a:cubicBezTo>
                      <a:pt x="13666" y="32205"/>
                      <a:pt x="13700" y="32185"/>
                      <a:pt x="13732" y="32161"/>
                    </a:cubicBezTo>
                    <a:cubicBezTo>
                      <a:pt x="13809" y="32122"/>
                      <a:pt x="13872" y="32062"/>
                      <a:pt x="13915" y="31987"/>
                    </a:cubicBezTo>
                    <a:cubicBezTo>
                      <a:pt x="13944" y="31952"/>
                      <a:pt x="13969" y="31913"/>
                      <a:pt x="13990" y="31872"/>
                    </a:cubicBezTo>
                    <a:cubicBezTo>
                      <a:pt x="14006" y="31834"/>
                      <a:pt x="14016" y="31794"/>
                      <a:pt x="14026" y="31754"/>
                    </a:cubicBezTo>
                    <a:cubicBezTo>
                      <a:pt x="14035" y="31718"/>
                      <a:pt x="14052" y="31688"/>
                      <a:pt x="14055" y="31651"/>
                    </a:cubicBezTo>
                    <a:cubicBezTo>
                      <a:pt x="14062" y="31579"/>
                      <a:pt x="14144" y="30691"/>
                      <a:pt x="14061" y="29372"/>
                    </a:cubicBezTo>
                    <a:cubicBezTo>
                      <a:pt x="14148" y="28092"/>
                      <a:pt x="14400" y="26383"/>
                      <a:pt x="15065" y="24637"/>
                    </a:cubicBezTo>
                    <a:cubicBezTo>
                      <a:pt x="16824" y="20016"/>
                      <a:pt x="20525" y="17392"/>
                      <a:pt x="26058" y="16840"/>
                    </a:cubicBezTo>
                    <a:cubicBezTo>
                      <a:pt x="26432" y="16806"/>
                      <a:pt x="26713" y="16482"/>
                      <a:pt x="26695" y="16106"/>
                    </a:cubicBezTo>
                    <a:cubicBezTo>
                      <a:pt x="26675" y="15733"/>
                      <a:pt x="26368" y="15439"/>
                      <a:pt x="25995" y="15439"/>
                    </a:cubicBezTo>
                    <a:cubicBezTo>
                      <a:pt x="25993" y="15439"/>
                      <a:pt x="25991" y="15439"/>
                      <a:pt x="25989" y="15439"/>
                    </a:cubicBezTo>
                    <a:cubicBezTo>
                      <a:pt x="25502" y="15439"/>
                      <a:pt x="14058" y="15272"/>
                      <a:pt x="14058" y="703"/>
                    </a:cubicBezTo>
                    <a:cubicBezTo>
                      <a:pt x="14058" y="315"/>
                      <a:pt x="13745" y="0"/>
                      <a:pt x="133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59;p50">
                <a:extLst>
                  <a:ext uri="{FF2B5EF4-FFF2-40B4-BE49-F238E27FC236}">
                    <a16:creationId xmlns:a16="http://schemas.microsoft.com/office/drawing/2014/main" id="{C742B1E2-AE5C-8D00-9808-C406EC153107}"/>
                  </a:ext>
                </a:extLst>
              </p:cNvPr>
              <p:cNvSpPr/>
              <p:nvPr/>
            </p:nvSpPr>
            <p:spPr>
              <a:xfrm rot="-781915">
                <a:off x="8017487" y="628476"/>
                <a:ext cx="27058" cy="26034"/>
              </a:xfrm>
              <a:custGeom>
                <a:avLst/>
                <a:gdLst/>
                <a:ahLst/>
                <a:cxnLst/>
                <a:rect l="l" t="t" r="r" b="b"/>
                <a:pathLst>
                  <a:path w="3357" h="3230" extrusionOk="0">
                    <a:moveTo>
                      <a:pt x="1741" y="1"/>
                    </a:moveTo>
                    <a:cubicBezTo>
                      <a:pt x="1089" y="1"/>
                      <a:pt x="501" y="395"/>
                      <a:pt x="251" y="997"/>
                    </a:cubicBezTo>
                    <a:cubicBezTo>
                      <a:pt x="0" y="1600"/>
                      <a:pt x="139" y="2294"/>
                      <a:pt x="601" y="2757"/>
                    </a:cubicBezTo>
                    <a:cubicBezTo>
                      <a:pt x="909" y="3066"/>
                      <a:pt x="1322" y="3230"/>
                      <a:pt x="1742" y="3230"/>
                    </a:cubicBezTo>
                    <a:cubicBezTo>
                      <a:pt x="1950" y="3230"/>
                      <a:pt x="2159" y="3190"/>
                      <a:pt x="2359" y="3107"/>
                    </a:cubicBezTo>
                    <a:cubicBezTo>
                      <a:pt x="2962" y="2856"/>
                      <a:pt x="3355" y="2268"/>
                      <a:pt x="3357" y="1616"/>
                    </a:cubicBezTo>
                    <a:cubicBezTo>
                      <a:pt x="3357" y="724"/>
                      <a:pt x="2633" y="1"/>
                      <a:pt x="17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60;p50">
                <a:extLst>
                  <a:ext uri="{FF2B5EF4-FFF2-40B4-BE49-F238E27FC236}">
                    <a16:creationId xmlns:a16="http://schemas.microsoft.com/office/drawing/2014/main" id="{AA0BE63A-2F70-EB08-2D3B-B4155828EBAD}"/>
                  </a:ext>
                </a:extLst>
              </p:cNvPr>
              <p:cNvSpPr/>
              <p:nvPr/>
            </p:nvSpPr>
            <p:spPr>
              <a:xfrm rot="-781915">
                <a:off x="8140277" y="466546"/>
                <a:ext cx="27042" cy="26034"/>
              </a:xfrm>
              <a:custGeom>
                <a:avLst/>
                <a:gdLst/>
                <a:ahLst/>
                <a:cxnLst/>
                <a:rect l="l" t="t" r="r" b="b"/>
                <a:pathLst>
                  <a:path w="3355" h="3230" extrusionOk="0">
                    <a:moveTo>
                      <a:pt x="1741" y="1"/>
                    </a:moveTo>
                    <a:cubicBezTo>
                      <a:pt x="1087" y="1"/>
                      <a:pt x="499" y="394"/>
                      <a:pt x="249" y="997"/>
                    </a:cubicBezTo>
                    <a:cubicBezTo>
                      <a:pt x="0" y="1601"/>
                      <a:pt x="138" y="2295"/>
                      <a:pt x="599" y="2757"/>
                    </a:cubicBezTo>
                    <a:cubicBezTo>
                      <a:pt x="908" y="3066"/>
                      <a:pt x="1321" y="3230"/>
                      <a:pt x="1741" y="3230"/>
                    </a:cubicBezTo>
                    <a:cubicBezTo>
                      <a:pt x="1949" y="3230"/>
                      <a:pt x="2158" y="3190"/>
                      <a:pt x="2358" y="3107"/>
                    </a:cubicBezTo>
                    <a:cubicBezTo>
                      <a:pt x="2962" y="2857"/>
                      <a:pt x="3355" y="2268"/>
                      <a:pt x="3355" y="1616"/>
                    </a:cubicBezTo>
                    <a:cubicBezTo>
                      <a:pt x="3355" y="724"/>
                      <a:pt x="2632" y="1"/>
                      <a:pt x="17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61;p50">
                <a:extLst>
                  <a:ext uri="{FF2B5EF4-FFF2-40B4-BE49-F238E27FC236}">
                    <a16:creationId xmlns:a16="http://schemas.microsoft.com/office/drawing/2014/main" id="{2CC88688-D7E9-E907-8530-733D1933DF85}"/>
                  </a:ext>
                </a:extLst>
              </p:cNvPr>
              <p:cNvSpPr/>
              <p:nvPr/>
            </p:nvSpPr>
            <p:spPr>
              <a:xfrm rot="-781915">
                <a:off x="8231825" y="637736"/>
                <a:ext cx="27066" cy="26026"/>
              </a:xfrm>
              <a:custGeom>
                <a:avLst/>
                <a:gdLst/>
                <a:ahLst/>
                <a:cxnLst/>
                <a:rect l="l" t="t" r="r" b="b"/>
                <a:pathLst>
                  <a:path w="3358" h="3229" extrusionOk="0">
                    <a:moveTo>
                      <a:pt x="1742" y="0"/>
                    </a:moveTo>
                    <a:cubicBezTo>
                      <a:pt x="1090" y="0"/>
                      <a:pt x="502" y="393"/>
                      <a:pt x="251" y="997"/>
                    </a:cubicBezTo>
                    <a:cubicBezTo>
                      <a:pt x="1" y="1600"/>
                      <a:pt x="139" y="2294"/>
                      <a:pt x="601" y="2756"/>
                    </a:cubicBezTo>
                    <a:cubicBezTo>
                      <a:pt x="911" y="3065"/>
                      <a:pt x="1324" y="3228"/>
                      <a:pt x="1744" y="3228"/>
                    </a:cubicBezTo>
                    <a:cubicBezTo>
                      <a:pt x="1952" y="3228"/>
                      <a:pt x="2161" y="3188"/>
                      <a:pt x="2361" y="3106"/>
                    </a:cubicBezTo>
                    <a:cubicBezTo>
                      <a:pt x="2964" y="2856"/>
                      <a:pt x="3357" y="2266"/>
                      <a:pt x="3357" y="1614"/>
                    </a:cubicBezTo>
                    <a:cubicBezTo>
                      <a:pt x="3357" y="722"/>
                      <a:pt x="2634" y="0"/>
                      <a:pt x="17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62;p50">
                <a:extLst>
                  <a:ext uri="{FF2B5EF4-FFF2-40B4-BE49-F238E27FC236}">
                    <a16:creationId xmlns:a16="http://schemas.microsoft.com/office/drawing/2014/main" id="{1B810D35-98B0-3483-137B-81AEBA38198F}"/>
                  </a:ext>
                </a:extLst>
              </p:cNvPr>
              <p:cNvSpPr/>
              <p:nvPr/>
            </p:nvSpPr>
            <p:spPr>
              <a:xfrm rot="-781915">
                <a:off x="8093250" y="223910"/>
                <a:ext cx="40574" cy="39035"/>
              </a:xfrm>
              <a:custGeom>
                <a:avLst/>
                <a:gdLst/>
                <a:ahLst/>
                <a:cxnLst/>
                <a:rect l="l" t="t" r="r" b="b"/>
                <a:pathLst>
                  <a:path w="5034" h="4843" extrusionOk="0">
                    <a:moveTo>
                      <a:pt x="2612" y="0"/>
                    </a:moveTo>
                    <a:cubicBezTo>
                      <a:pt x="1633" y="0"/>
                      <a:pt x="750" y="590"/>
                      <a:pt x="376" y="1495"/>
                    </a:cubicBezTo>
                    <a:cubicBezTo>
                      <a:pt x="1" y="2400"/>
                      <a:pt x="208" y="3441"/>
                      <a:pt x="901" y="4133"/>
                    </a:cubicBezTo>
                    <a:cubicBezTo>
                      <a:pt x="1364" y="4596"/>
                      <a:pt x="1983" y="4842"/>
                      <a:pt x="2613" y="4842"/>
                    </a:cubicBezTo>
                    <a:cubicBezTo>
                      <a:pt x="2925" y="4842"/>
                      <a:pt x="3239" y="4782"/>
                      <a:pt x="3538" y="4658"/>
                    </a:cubicBezTo>
                    <a:cubicBezTo>
                      <a:pt x="4444" y="4284"/>
                      <a:pt x="5034" y="3401"/>
                      <a:pt x="5034" y="2421"/>
                    </a:cubicBezTo>
                    <a:cubicBezTo>
                      <a:pt x="5034" y="1084"/>
                      <a:pt x="3950" y="0"/>
                      <a:pt x="26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63;p50">
                <a:extLst>
                  <a:ext uri="{FF2B5EF4-FFF2-40B4-BE49-F238E27FC236}">
                    <a16:creationId xmlns:a16="http://schemas.microsoft.com/office/drawing/2014/main" id="{9A69E9D3-E836-61B7-55BB-6C85516B93B3}"/>
                  </a:ext>
                </a:extLst>
              </p:cNvPr>
              <p:cNvSpPr/>
              <p:nvPr/>
            </p:nvSpPr>
            <p:spPr>
              <a:xfrm rot="-781915">
                <a:off x="8238714" y="289552"/>
                <a:ext cx="40574" cy="39035"/>
              </a:xfrm>
              <a:custGeom>
                <a:avLst/>
                <a:gdLst/>
                <a:ahLst/>
                <a:cxnLst/>
                <a:rect l="l" t="t" r="r" b="b"/>
                <a:pathLst>
                  <a:path w="5034" h="4843" extrusionOk="0">
                    <a:moveTo>
                      <a:pt x="2612" y="0"/>
                    </a:moveTo>
                    <a:cubicBezTo>
                      <a:pt x="1632" y="0"/>
                      <a:pt x="750" y="590"/>
                      <a:pt x="375" y="1496"/>
                    </a:cubicBezTo>
                    <a:cubicBezTo>
                      <a:pt x="0" y="2400"/>
                      <a:pt x="208" y="3441"/>
                      <a:pt x="900" y="4133"/>
                    </a:cubicBezTo>
                    <a:cubicBezTo>
                      <a:pt x="1363" y="4597"/>
                      <a:pt x="1983" y="4843"/>
                      <a:pt x="2612" y="4843"/>
                    </a:cubicBezTo>
                    <a:cubicBezTo>
                      <a:pt x="2924" y="4843"/>
                      <a:pt x="3238" y="4782"/>
                      <a:pt x="3538" y="4658"/>
                    </a:cubicBezTo>
                    <a:cubicBezTo>
                      <a:pt x="4444" y="4284"/>
                      <a:pt x="5033" y="3401"/>
                      <a:pt x="5033" y="2421"/>
                    </a:cubicBezTo>
                    <a:cubicBezTo>
                      <a:pt x="5033" y="1084"/>
                      <a:pt x="3949" y="0"/>
                      <a:pt x="26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4" name="Picture 2">
            <a:extLst>
              <a:ext uri="{FF2B5EF4-FFF2-40B4-BE49-F238E27FC236}">
                <a16:creationId xmlns:a16="http://schemas.microsoft.com/office/drawing/2014/main" id="{5C6EACF3-D8C9-2089-C6BF-183AC8012FE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019006" y="664989"/>
            <a:ext cx="4498013" cy="2781214"/>
          </a:xfrm>
          <a:prstGeom prst="rect">
            <a:avLst/>
          </a:prstGeom>
          <a:noFill/>
          <a:extLst>
            <a:ext uri="{909E8E84-426E-40DD-AFC4-6F175D3DCCD1}">
              <a14:hiddenFill xmlns:a14="http://schemas.microsoft.com/office/drawing/2010/main">
                <a:solidFill>
                  <a:srgbClr val="FFFFFF"/>
                </a:solidFill>
              </a14:hiddenFill>
            </a:ext>
          </a:extLst>
        </p:spPr>
      </p:pic>
      <p:sp>
        <p:nvSpPr>
          <p:cNvPr id="25" name="Google Shape;840;p59">
            <a:extLst>
              <a:ext uri="{FF2B5EF4-FFF2-40B4-BE49-F238E27FC236}">
                <a16:creationId xmlns:a16="http://schemas.microsoft.com/office/drawing/2014/main" id="{91188B0E-5320-157E-1EFE-20CD03EE75F3}"/>
              </a:ext>
            </a:extLst>
          </p:cNvPr>
          <p:cNvSpPr/>
          <p:nvPr/>
        </p:nvSpPr>
        <p:spPr>
          <a:xfrm>
            <a:off x="657813" y="1378913"/>
            <a:ext cx="1152300" cy="115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26;p50">
            <a:extLst>
              <a:ext uri="{FF2B5EF4-FFF2-40B4-BE49-F238E27FC236}">
                <a16:creationId xmlns:a16="http://schemas.microsoft.com/office/drawing/2014/main" id="{A2F258B6-5977-7714-A5F8-1E472208DB4B}"/>
              </a:ext>
            </a:extLst>
          </p:cNvPr>
          <p:cNvSpPr/>
          <p:nvPr/>
        </p:nvSpPr>
        <p:spPr>
          <a:xfrm>
            <a:off x="757634" y="1670251"/>
            <a:ext cx="943821" cy="767093"/>
          </a:xfrm>
          <a:custGeom>
            <a:avLst/>
            <a:gdLst/>
            <a:ahLst/>
            <a:cxnLst/>
            <a:rect l="l" t="t" r="r" b="b"/>
            <a:pathLst>
              <a:path w="30867" h="33128" extrusionOk="0">
                <a:moveTo>
                  <a:pt x="3066" y="0"/>
                </a:moveTo>
                <a:cubicBezTo>
                  <a:pt x="1380" y="0"/>
                  <a:pt x="1" y="1381"/>
                  <a:pt x="1" y="3067"/>
                </a:cubicBezTo>
                <a:lnTo>
                  <a:pt x="1" y="23081"/>
                </a:lnTo>
                <a:cubicBezTo>
                  <a:pt x="1" y="24767"/>
                  <a:pt x="1380" y="26147"/>
                  <a:pt x="3066" y="26147"/>
                </a:cubicBezTo>
                <a:lnTo>
                  <a:pt x="16250" y="26147"/>
                </a:lnTo>
                <a:lnTo>
                  <a:pt x="21934" y="33127"/>
                </a:lnTo>
                <a:lnTo>
                  <a:pt x="21934" y="26147"/>
                </a:lnTo>
                <a:lnTo>
                  <a:pt x="27801" y="26147"/>
                </a:lnTo>
                <a:cubicBezTo>
                  <a:pt x="29487" y="26147"/>
                  <a:pt x="30866" y="24767"/>
                  <a:pt x="30866" y="23081"/>
                </a:cubicBezTo>
                <a:lnTo>
                  <a:pt x="30866" y="3067"/>
                </a:lnTo>
                <a:cubicBezTo>
                  <a:pt x="30866" y="1380"/>
                  <a:pt x="29487" y="0"/>
                  <a:pt x="278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chemeClr val="lt1"/>
                </a:solidFill>
              </a:rPr>
              <a:t>Redacted</a:t>
            </a:r>
          </a:p>
          <a:p>
            <a:pPr marL="0" lvl="0" indent="0" algn="l" rtl="0">
              <a:spcBef>
                <a:spcPts val="0"/>
              </a:spcBef>
              <a:spcAft>
                <a:spcPts val="0"/>
              </a:spcAft>
              <a:buNone/>
            </a:pPr>
            <a:endParaRPr dirty="0">
              <a:solidFill>
                <a:schemeClr val="lt1"/>
              </a:solidFill>
            </a:endParaRPr>
          </a:p>
        </p:txBody>
      </p:sp>
      <p:pic>
        <p:nvPicPr>
          <p:cNvPr id="28" name="Picture 27">
            <a:extLst>
              <a:ext uri="{FF2B5EF4-FFF2-40B4-BE49-F238E27FC236}">
                <a16:creationId xmlns:a16="http://schemas.microsoft.com/office/drawing/2014/main" id="{008E549D-DD25-99C9-F612-AE420DA1F521}"/>
              </a:ext>
            </a:extLst>
          </p:cNvPr>
          <p:cNvPicPr>
            <a:picLocks noChangeAspect="1"/>
          </p:cNvPicPr>
          <p:nvPr/>
        </p:nvPicPr>
        <p:blipFill>
          <a:blip r:embed="rId4"/>
          <a:stretch>
            <a:fillRect/>
          </a:stretch>
        </p:blipFill>
        <p:spPr>
          <a:xfrm>
            <a:off x="2410256" y="0"/>
            <a:ext cx="4259580" cy="5143500"/>
          </a:xfrm>
          <a:prstGeom prst="rect">
            <a:avLst/>
          </a:prstGeom>
        </p:spPr>
      </p:pic>
      <p:pic>
        <p:nvPicPr>
          <p:cNvPr id="30" name="Picture 29">
            <a:extLst>
              <a:ext uri="{FF2B5EF4-FFF2-40B4-BE49-F238E27FC236}">
                <a16:creationId xmlns:a16="http://schemas.microsoft.com/office/drawing/2014/main" id="{2A2F7B93-2D2B-24AD-1314-B09DDB3696E1}"/>
              </a:ext>
            </a:extLst>
          </p:cNvPr>
          <p:cNvPicPr>
            <a:picLocks noChangeAspect="1"/>
          </p:cNvPicPr>
          <p:nvPr/>
        </p:nvPicPr>
        <p:blipFill>
          <a:blip r:embed="rId5"/>
          <a:stretch>
            <a:fillRect/>
          </a:stretch>
        </p:blipFill>
        <p:spPr>
          <a:xfrm>
            <a:off x="5237688" y="2182111"/>
            <a:ext cx="3888787" cy="2938606"/>
          </a:xfrm>
          <a:prstGeom prst="rect">
            <a:avLst/>
          </a:prstGeom>
        </p:spPr>
      </p:pic>
      <p:sp>
        <p:nvSpPr>
          <p:cNvPr id="36" name="Google Shape;426;p50">
            <a:extLst>
              <a:ext uri="{FF2B5EF4-FFF2-40B4-BE49-F238E27FC236}">
                <a16:creationId xmlns:a16="http://schemas.microsoft.com/office/drawing/2014/main" id="{0595C8C7-3FB5-144B-143A-D2615EEEB14C}"/>
              </a:ext>
            </a:extLst>
          </p:cNvPr>
          <p:cNvSpPr/>
          <p:nvPr/>
        </p:nvSpPr>
        <p:spPr>
          <a:xfrm rot="19250554">
            <a:off x="4222230" y="2992100"/>
            <a:ext cx="1114808" cy="917909"/>
          </a:xfrm>
          <a:custGeom>
            <a:avLst/>
            <a:gdLst/>
            <a:ahLst/>
            <a:cxnLst/>
            <a:rect l="l" t="t" r="r" b="b"/>
            <a:pathLst>
              <a:path w="30867" h="33128" extrusionOk="0">
                <a:moveTo>
                  <a:pt x="3066" y="0"/>
                </a:moveTo>
                <a:cubicBezTo>
                  <a:pt x="1380" y="0"/>
                  <a:pt x="1" y="1381"/>
                  <a:pt x="1" y="3067"/>
                </a:cubicBezTo>
                <a:lnTo>
                  <a:pt x="1" y="23081"/>
                </a:lnTo>
                <a:cubicBezTo>
                  <a:pt x="1" y="24767"/>
                  <a:pt x="1380" y="26147"/>
                  <a:pt x="3066" y="26147"/>
                </a:cubicBezTo>
                <a:lnTo>
                  <a:pt x="16250" y="26147"/>
                </a:lnTo>
                <a:lnTo>
                  <a:pt x="21934" y="33127"/>
                </a:lnTo>
                <a:lnTo>
                  <a:pt x="21934" y="26147"/>
                </a:lnTo>
                <a:lnTo>
                  <a:pt x="27801" y="26147"/>
                </a:lnTo>
                <a:cubicBezTo>
                  <a:pt x="29487" y="26147"/>
                  <a:pt x="30866" y="24767"/>
                  <a:pt x="30866" y="23081"/>
                </a:cubicBezTo>
                <a:lnTo>
                  <a:pt x="30866" y="3067"/>
                </a:lnTo>
                <a:cubicBezTo>
                  <a:pt x="30866" y="1380"/>
                  <a:pt x="29487" y="0"/>
                  <a:pt x="278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chemeClr val="lt1"/>
                </a:solidFill>
              </a:rPr>
              <a:t>Redacted attachment</a:t>
            </a:r>
          </a:p>
          <a:p>
            <a:pPr marL="0" lvl="0" indent="0" algn="l" rtl="0">
              <a:spcBef>
                <a:spcPts val="0"/>
              </a:spcBef>
              <a:spcAft>
                <a:spcPts val="0"/>
              </a:spcAft>
              <a:buNone/>
            </a:pPr>
            <a:endParaRPr dirty="0">
              <a:solidFill>
                <a:schemeClr val="lt1"/>
              </a:solidFill>
            </a:endParaRPr>
          </a:p>
        </p:txBody>
      </p:sp>
      <p:cxnSp>
        <p:nvCxnSpPr>
          <p:cNvPr id="37" name="Google Shape;825;p58">
            <a:extLst>
              <a:ext uri="{FF2B5EF4-FFF2-40B4-BE49-F238E27FC236}">
                <a16:creationId xmlns:a16="http://schemas.microsoft.com/office/drawing/2014/main" id="{6AE215C2-8E26-631A-FB24-0B77E23669D3}"/>
              </a:ext>
            </a:extLst>
          </p:cNvPr>
          <p:cNvCxnSpPr>
            <a:cxnSpLocks/>
          </p:cNvCxnSpPr>
          <p:nvPr/>
        </p:nvCxnSpPr>
        <p:spPr>
          <a:xfrm>
            <a:off x="3621881" y="3750135"/>
            <a:ext cx="751281" cy="0"/>
          </a:xfrm>
          <a:prstGeom prst="straightConnector1">
            <a:avLst/>
          </a:prstGeom>
          <a:noFill/>
          <a:ln w="28575" cap="flat" cmpd="sng">
            <a:solidFill>
              <a:schemeClr val="accent4"/>
            </a:solidFill>
            <a:prstDash val="solid"/>
            <a:round/>
            <a:headEnd type="oval" w="med" len="med"/>
            <a:tailEnd type="none" w="med" len="med"/>
          </a:ln>
        </p:spPr>
      </p:cxnSp>
      <p:sp>
        <p:nvSpPr>
          <p:cNvPr id="552" name="Google Shape;526;p52">
            <a:extLst>
              <a:ext uri="{FF2B5EF4-FFF2-40B4-BE49-F238E27FC236}">
                <a16:creationId xmlns:a16="http://schemas.microsoft.com/office/drawing/2014/main" id="{B84E2888-68BE-FAD6-CDBB-AE0EF1FA7F66}"/>
              </a:ext>
            </a:extLst>
          </p:cNvPr>
          <p:cNvSpPr/>
          <p:nvPr/>
        </p:nvSpPr>
        <p:spPr>
          <a:xfrm>
            <a:off x="158619" y="3425599"/>
            <a:ext cx="1840618" cy="1850231"/>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553" name="Google Shape;4417;p111">
            <a:extLst>
              <a:ext uri="{FF2B5EF4-FFF2-40B4-BE49-F238E27FC236}">
                <a16:creationId xmlns:a16="http://schemas.microsoft.com/office/drawing/2014/main" id="{2293E9E1-829B-20B0-A137-745F0F8E9CEA}"/>
              </a:ext>
            </a:extLst>
          </p:cNvPr>
          <p:cNvGrpSpPr/>
          <p:nvPr/>
        </p:nvGrpSpPr>
        <p:grpSpPr>
          <a:xfrm>
            <a:off x="255729" y="3491855"/>
            <a:ext cx="2086256" cy="1605992"/>
            <a:chOff x="3865933" y="2626599"/>
            <a:chExt cx="2521818" cy="2207431"/>
          </a:xfrm>
        </p:grpSpPr>
        <p:grpSp>
          <p:nvGrpSpPr>
            <p:cNvPr id="554" name="Google Shape;4418;p111">
              <a:extLst>
                <a:ext uri="{FF2B5EF4-FFF2-40B4-BE49-F238E27FC236}">
                  <a16:creationId xmlns:a16="http://schemas.microsoft.com/office/drawing/2014/main" id="{016534B3-309F-6A0A-266C-5CE8F380EDCF}"/>
                </a:ext>
              </a:extLst>
            </p:cNvPr>
            <p:cNvGrpSpPr/>
            <p:nvPr/>
          </p:nvGrpSpPr>
          <p:grpSpPr>
            <a:xfrm>
              <a:off x="3947591" y="3401257"/>
              <a:ext cx="938299" cy="1379903"/>
              <a:chOff x="3947591" y="3401257"/>
              <a:chExt cx="938299" cy="1379903"/>
            </a:xfrm>
          </p:grpSpPr>
          <p:sp>
            <p:nvSpPr>
              <p:cNvPr id="602" name="Google Shape;4419;p111">
                <a:extLst>
                  <a:ext uri="{FF2B5EF4-FFF2-40B4-BE49-F238E27FC236}">
                    <a16:creationId xmlns:a16="http://schemas.microsoft.com/office/drawing/2014/main" id="{34293E06-04EA-E8C1-401A-68D6FCB08C7D}"/>
                  </a:ext>
                </a:extLst>
              </p:cNvPr>
              <p:cNvSpPr/>
              <p:nvPr/>
            </p:nvSpPr>
            <p:spPr>
              <a:xfrm>
                <a:off x="4036752" y="3531464"/>
                <a:ext cx="550657" cy="555627"/>
              </a:xfrm>
              <a:custGeom>
                <a:avLst/>
                <a:gdLst/>
                <a:ahLst/>
                <a:cxnLst/>
                <a:rect l="l" t="t" r="r" b="b"/>
                <a:pathLst>
                  <a:path w="45869" h="46283" extrusionOk="0">
                    <a:moveTo>
                      <a:pt x="45869" y="1"/>
                    </a:moveTo>
                    <a:lnTo>
                      <a:pt x="45869" y="1"/>
                    </a:lnTo>
                    <a:cubicBezTo>
                      <a:pt x="42815" y="929"/>
                      <a:pt x="40308" y="1642"/>
                      <a:pt x="38584" y="2122"/>
                    </a:cubicBezTo>
                    <a:cubicBezTo>
                      <a:pt x="34828" y="3170"/>
                      <a:pt x="32858" y="3654"/>
                      <a:pt x="28367" y="4901"/>
                    </a:cubicBezTo>
                    <a:cubicBezTo>
                      <a:pt x="26792" y="5338"/>
                      <a:pt x="25223" y="5794"/>
                      <a:pt x="23650" y="6242"/>
                    </a:cubicBezTo>
                    <a:lnTo>
                      <a:pt x="22548" y="6498"/>
                    </a:lnTo>
                    <a:cubicBezTo>
                      <a:pt x="22234" y="6796"/>
                      <a:pt x="22389" y="7146"/>
                      <a:pt x="22475" y="7461"/>
                    </a:cubicBezTo>
                    <a:cubicBezTo>
                      <a:pt x="23759" y="12159"/>
                      <a:pt x="25055" y="16855"/>
                      <a:pt x="26365" y="21546"/>
                    </a:cubicBezTo>
                    <a:cubicBezTo>
                      <a:pt x="26530" y="22143"/>
                      <a:pt x="26867" y="22519"/>
                      <a:pt x="27468" y="22745"/>
                    </a:cubicBezTo>
                    <a:cubicBezTo>
                      <a:pt x="29794" y="23621"/>
                      <a:pt x="30352" y="25756"/>
                      <a:pt x="28786" y="27679"/>
                    </a:cubicBezTo>
                    <a:cubicBezTo>
                      <a:pt x="28342" y="28269"/>
                      <a:pt x="27644" y="28290"/>
                      <a:pt x="27017" y="28457"/>
                    </a:cubicBezTo>
                    <a:cubicBezTo>
                      <a:pt x="26654" y="28553"/>
                      <a:pt x="26308" y="28600"/>
                      <a:pt x="25982" y="28600"/>
                    </a:cubicBezTo>
                    <a:cubicBezTo>
                      <a:pt x="25013" y="28600"/>
                      <a:pt x="24223" y="28180"/>
                      <a:pt x="23674" y="27373"/>
                    </a:cubicBezTo>
                    <a:cubicBezTo>
                      <a:pt x="22926" y="26274"/>
                      <a:pt x="22950" y="25169"/>
                      <a:pt x="23857" y="23950"/>
                    </a:cubicBezTo>
                    <a:cubicBezTo>
                      <a:pt x="24293" y="23362"/>
                      <a:pt x="24400" y="22811"/>
                      <a:pt x="24206" y="22114"/>
                    </a:cubicBezTo>
                    <a:cubicBezTo>
                      <a:pt x="22909" y="17477"/>
                      <a:pt x="21633" y="12834"/>
                      <a:pt x="20342" y="8195"/>
                    </a:cubicBezTo>
                    <a:cubicBezTo>
                      <a:pt x="20243" y="7842"/>
                      <a:pt x="20185" y="7455"/>
                      <a:pt x="19823" y="7242"/>
                    </a:cubicBezTo>
                    <a:cubicBezTo>
                      <a:pt x="17282" y="7950"/>
                      <a:pt x="14741" y="8657"/>
                      <a:pt x="12200" y="9365"/>
                    </a:cubicBezTo>
                    <a:cubicBezTo>
                      <a:pt x="11123" y="9664"/>
                      <a:pt x="10066" y="10014"/>
                      <a:pt x="9080" y="10548"/>
                    </a:cubicBezTo>
                    <a:cubicBezTo>
                      <a:pt x="2935" y="13874"/>
                      <a:pt x="0" y="20717"/>
                      <a:pt x="1848" y="27471"/>
                    </a:cubicBezTo>
                    <a:cubicBezTo>
                      <a:pt x="3429" y="33251"/>
                      <a:pt x="5039" y="39021"/>
                      <a:pt x="6640" y="44794"/>
                    </a:cubicBezTo>
                    <a:cubicBezTo>
                      <a:pt x="6731" y="45121"/>
                      <a:pt x="6766" y="45476"/>
                      <a:pt x="7036" y="45728"/>
                    </a:cubicBezTo>
                    <a:cubicBezTo>
                      <a:pt x="7255" y="46155"/>
                      <a:pt x="7540" y="46283"/>
                      <a:pt x="7851" y="46283"/>
                    </a:cubicBezTo>
                    <a:cubicBezTo>
                      <a:pt x="8142" y="46283"/>
                      <a:pt x="8456" y="46170"/>
                      <a:pt x="8755" y="46088"/>
                    </a:cubicBezTo>
                    <a:cubicBezTo>
                      <a:pt x="15930" y="44109"/>
                      <a:pt x="23102" y="42126"/>
                      <a:pt x="30274" y="40138"/>
                    </a:cubicBezTo>
                    <a:cubicBezTo>
                      <a:pt x="31790" y="39719"/>
                      <a:pt x="33312" y="39318"/>
                      <a:pt x="34832" y="38909"/>
                    </a:cubicBezTo>
                    <a:cubicBezTo>
                      <a:pt x="34957" y="38970"/>
                      <a:pt x="35084" y="38992"/>
                      <a:pt x="35211" y="38992"/>
                    </a:cubicBezTo>
                    <a:cubicBezTo>
                      <a:pt x="35335" y="38992"/>
                      <a:pt x="35459" y="38971"/>
                      <a:pt x="35583" y="38942"/>
                    </a:cubicBezTo>
                    <a:cubicBezTo>
                      <a:pt x="37380" y="38522"/>
                      <a:pt x="39150" y="37996"/>
                      <a:pt x="40923" y="37484"/>
                    </a:cubicBezTo>
                    <a:cubicBezTo>
                      <a:pt x="41176" y="37411"/>
                      <a:pt x="41370" y="37245"/>
                      <a:pt x="41556" y="37068"/>
                    </a:cubicBezTo>
                    <a:lnTo>
                      <a:pt x="42148" y="36813"/>
                    </a:lnTo>
                    <a:cubicBezTo>
                      <a:pt x="42666" y="36613"/>
                      <a:pt x="43201" y="36464"/>
                      <a:pt x="43748" y="36371"/>
                    </a:cubicBezTo>
                    <a:lnTo>
                      <a:pt x="44445" y="36171"/>
                    </a:lnTo>
                    <a:cubicBezTo>
                      <a:pt x="44643" y="35724"/>
                      <a:pt x="44502" y="35372"/>
                      <a:pt x="44149" y="35080"/>
                    </a:cubicBezTo>
                    <a:cubicBezTo>
                      <a:pt x="44374" y="34595"/>
                      <a:pt x="44141" y="34131"/>
                      <a:pt x="44016" y="33674"/>
                    </a:cubicBezTo>
                    <a:cubicBezTo>
                      <a:pt x="42412" y="27844"/>
                      <a:pt x="40788" y="22020"/>
                      <a:pt x="39188" y="16188"/>
                    </a:cubicBezTo>
                    <a:cubicBezTo>
                      <a:pt x="38736" y="14547"/>
                      <a:pt x="38554" y="12870"/>
                      <a:pt x="38721" y="11167"/>
                    </a:cubicBezTo>
                    <a:cubicBezTo>
                      <a:pt x="39123" y="7097"/>
                      <a:pt x="41051" y="3921"/>
                      <a:pt x="44354" y="1545"/>
                    </a:cubicBezTo>
                    <a:cubicBezTo>
                      <a:pt x="44433" y="1489"/>
                      <a:pt x="44722" y="1243"/>
                      <a:pt x="45085" y="879"/>
                    </a:cubicBezTo>
                    <a:cubicBezTo>
                      <a:pt x="45363" y="602"/>
                      <a:pt x="45624" y="308"/>
                      <a:pt x="458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4420;p111">
                <a:extLst>
                  <a:ext uri="{FF2B5EF4-FFF2-40B4-BE49-F238E27FC236}">
                    <a16:creationId xmlns:a16="http://schemas.microsoft.com/office/drawing/2014/main" id="{ACB88A34-D03B-1984-E695-A6F20C2D5AF6}"/>
                  </a:ext>
                </a:extLst>
              </p:cNvPr>
              <p:cNvSpPr/>
              <p:nvPr/>
            </p:nvSpPr>
            <p:spPr>
              <a:xfrm>
                <a:off x="4241137" y="3481367"/>
                <a:ext cx="156965" cy="396873"/>
              </a:xfrm>
              <a:custGeom>
                <a:avLst/>
                <a:gdLst/>
                <a:ahLst/>
                <a:cxnLst/>
                <a:rect l="l" t="t" r="r" b="b"/>
                <a:pathLst>
                  <a:path w="13075" h="33059" extrusionOk="0">
                    <a:moveTo>
                      <a:pt x="2496" y="1"/>
                    </a:moveTo>
                    <a:cubicBezTo>
                      <a:pt x="2259" y="107"/>
                      <a:pt x="1961" y="80"/>
                      <a:pt x="1767" y="282"/>
                    </a:cubicBezTo>
                    <a:cubicBezTo>
                      <a:pt x="1724" y="258"/>
                      <a:pt x="1677" y="240"/>
                      <a:pt x="1630" y="227"/>
                    </a:cubicBezTo>
                    <a:cubicBezTo>
                      <a:pt x="1017" y="254"/>
                      <a:pt x="409" y="292"/>
                      <a:pt x="0" y="852"/>
                    </a:cubicBezTo>
                    <a:cubicBezTo>
                      <a:pt x="81" y="1241"/>
                      <a:pt x="141" y="1636"/>
                      <a:pt x="245" y="2019"/>
                    </a:cubicBezTo>
                    <a:cubicBezTo>
                      <a:pt x="1091" y="5152"/>
                      <a:pt x="1941" y="8284"/>
                      <a:pt x="2797" y="11414"/>
                    </a:cubicBezTo>
                    <a:cubicBezTo>
                      <a:pt x="4237" y="16551"/>
                      <a:pt x="5678" y="21687"/>
                      <a:pt x="7119" y="26825"/>
                    </a:cubicBezTo>
                    <a:cubicBezTo>
                      <a:pt x="7230" y="27219"/>
                      <a:pt x="7048" y="27451"/>
                      <a:pt x="6794" y="27723"/>
                    </a:cubicBezTo>
                    <a:cubicBezTo>
                      <a:pt x="5484" y="29120"/>
                      <a:pt x="5571" y="31107"/>
                      <a:pt x="6916" y="32326"/>
                    </a:cubicBezTo>
                    <a:cubicBezTo>
                      <a:pt x="7474" y="32832"/>
                      <a:pt x="8244" y="33058"/>
                      <a:pt x="9039" y="33058"/>
                    </a:cubicBezTo>
                    <a:cubicBezTo>
                      <a:pt x="10072" y="33058"/>
                      <a:pt x="11148" y="32676"/>
                      <a:pt x="11861" y="32025"/>
                    </a:cubicBezTo>
                    <a:cubicBezTo>
                      <a:pt x="12869" y="31294"/>
                      <a:pt x="13075" y="30255"/>
                      <a:pt x="12863" y="29130"/>
                    </a:cubicBezTo>
                    <a:cubicBezTo>
                      <a:pt x="12626" y="27879"/>
                      <a:pt x="11869" y="26989"/>
                      <a:pt x="10610" y="26691"/>
                    </a:cubicBezTo>
                    <a:cubicBezTo>
                      <a:pt x="10002" y="26548"/>
                      <a:pt x="9765" y="26254"/>
                      <a:pt x="9616" y="25695"/>
                    </a:cubicBezTo>
                    <a:cubicBezTo>
                      <a:pt x="8919" y="23091"/>
                      <a:pt x="8181" y="20497"/>
                      <a:pt x="7470" y="17896"/>
                    </a:cubicBezTo>
                    <a:cubicBezTo>
                      <a:pt x="6813" y="15490"/>
                      <a:pt x="6172" y="13079"/>
                      <a:pt x="5524" y="10670"/>
                    </a:cubicBezTo>
                    <a:cubicBezTo>
                      <a:pt x="5428" y="10371"/>
                      <a:pt x="5323" y="10074"/>
                      <a:pt x="5238" y="9771"/>
                    </a:cubicBezTo>
                    <a:cubicBezTo>
                      <a:pt x="4322" y="6516"/>
                      <a:pt x="3407" y="3259"/>
                      <a:pt x="249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4421;p111">
                <a:extLst>
                  <a:ext uri="{FF2B5EF4-FFF2-40B4-BE49-F238E27FC236}">
                    <a16:creationId xmlns:a16="http://schemas.microsoft.com/office/drawing/2014/main" id="{88BCF433-068A-11AE-279C-FE14A1E8B280}"/>
                  </a:ext>
                </a:extLst>
              </p:cNvPr>
              <p:cNvSpPr/>
              <p:nvPr/>
            </p:nvSpPr>
            <p:spPr>
              <a:xfrm>
                <a:off x="4454886" y="3976453"/>
                <a:ext cx="297424" cy="804707"/>
              </a:xfrm>
              <a:custGeom>
                <a:avLst/>
                <a:gdLst/>
                <a:ahLst/>
                <a:cxnLst/>
                <a:rect l="l" t="t" r="r" b="b"/>
                <a:pathLst>
                  <a:path w="24775" h="67031" extrusionOk="0">
                    <a:moveTo>
                      <a:pt x="6724" y="1"/>
                    </a:moveTo>
                    <a:lnTo>
                      <a:pt x="6724" y="1"/>
                    </a:lnTo>
                    <a:cubicBezTo>
                      <a:pt x="4472" y="578"/>
                      <a:pt x="2200" y="1076"/>
                      <a:pt x="0" y="1842"/>
                    </a:cubicBezTo>
                    <a:cubicBezTo>
                      <a:pt x="97" y="2231"/>
                      <a:pt x="181" y="2624"/>
                      <a:pt x="288" y="3010"/>
                    </a:cubicBezTo>
                    <a:cubicBezTo>
                      <a:pt x="6094" y="23994"/>
                      <a:pt x="11901" y="44978"/>
                      <a:pt x="17710" y="65962"/>
                    </a:cubicBezTo>
                    <a:cubicBezTo>
                      <a:pt x="17809" y="66320"/>
                      <a:pt x="17929" y="66674"/>
                      <a:pt x="18038" y="67030"/>
                    </a:cubicBezTo>
                    <a:cubicBezTo>
                      <a:pt x="19377" y="66708"/>
                      <a:pt x="20715" y="66382"/>
                      <a:pt x="22011" y="65912"/>
                    </a:cubicBezTo>
                    <a:lnTo>
                      <a:pt x="24774" y="65151"/>
                    </a:lnTo>
                    <a:cubicBezTo>
                      <a:pt x="24722" y="64899"/>
                      <a:pt x="24683" y="64644"/>
                      <a:pt x="24614" y="64397"/>
                    </a:cubicBezTo>
                    <a:cubicBezTo>
                      <a:pt x="18772" y="43275"/>
                      <a:pt x="12926" y="22154"/>
                      <a:pt x="7078" y="1034"/>
                    </a:cubicBezTo>
                    <a:cubicBezTo>
                      <a:pt x="6997" y="745"/>
                      <a:pt x="7023" y="393"/>
                      <a:pt x="6714" y="196"/>
                    </a:cubicBezTo>
                    <a:cubicBezTo>
                      <a:pt x="6717" y="131"/>
                      <a:pt x="6721" y="65"/>
                      <a:pt x="67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4422;p111">
                <a:extLst>
                  <a:ext uri="{FF2B5EF4-FFF2-40B4-BE49-F238E27FC236}">
                    <a16:creationId xmlns:a16="http://schemas.microsoft.com/office/drawing/2014/main" id="{09A7BC31-744F-2886-FF18-A3093F8675AA}"/>
                  </a:ext>
                </a:extLst>
              </p:cNvPr>
              <p:cNvSpPr/>
              <p:nvPr/>
            </p:nvSpPr>
            <p:spPr>
              <a:xfrm>
                <a:off x="4488992" y="3517838"/>
                <a:ext cx="396897" cy="447871"/>
              </a:xfrm>
              <a:custGeom>
                <a:avLst/>
                <a:gdLst/>
                <a:ahLst/>
                <a:cxnLst/>
                <a:rect l="l" t="t" r="r" b="b"/>
                <a:pathLst>
                  <a:path w="33061" h="37307" extrusionOk="0">
                    <a:moveTo>
                      <a:pt x="14549" y="0"/>
                    </a:moveTo>
                    <a:cubicBezTo>
                      <a:pt x="14433" y="0"/>
                      <a:pt x="14318" y="2"/>
                      <a:pt x="14202" y="5"/>
                    </a:cubicBezTo>
                    <a:cubicBezTo>
                      <a:pt x="14107" y="4"/>
                      <a:pt x="14012" y="3"/>
                      <a:pt x="13916" y="3"/>
                    </a:cubicBezTo>
                    <a:cubicBezTo>
                      <a:pt x="13683" y="3"/>
                      <a:pt x="13450" y="8"/>
                      <a:pt x="13215" y="19"/>
                    </a:cubicBezTo>
                    <a:cubicBezTo>
                      <a:pt x="12095" y="75"/>
                      <a:pt x="11008" y="330"/>
                      <a:pt x="9934" y="639"/>
                    </a:cubicBezTo>
                    <a:cubicBezTo>
                      <a:pt x="9355" y="805"/>
                      <a:pt x="8778" y="971"/>
                      <a:pt x="8199" y="1137"/>
                    </a:cubicBezTo>
                    <a:cubicBezTo>
                      <a:pt x="7277" y="1917"/>
                      <a:pt x="6353" y="2699"/>
                      <a:pt x="5394" y="3437"/>
                    </a:cubicBezTo>
                    <a:cubicBezTo>
                      <a:pt x="5352" y="3469"/>
                      <a:pt x="5304" y="3494"/>
                      <a:pt x="5253" y="3506"/>
                    </a:cubicBezTo>
                    <a:cubicBezTo>
                      <a:pt x="4912" y="3807"/>
                      <a:pt x="4580" y="4117"/>
                      <a:pt x="4270" y="4458"/>
                    </a:cubicBezTo>
                    <a:cubicBezTo>
                      <a:pt x="949" y="8112"/>
                      <a:pt x="1" y="12373"/>
                      <a:pt x="1196" y="17038"/>
                    </a:cubicBezTo>
                    <a:cubicBezTo>
                      <a:pt x="2839" y="23456"/>
                      <a:pt x="4700" y="29818"/>
                      <a:pt x="6468" y="36204"/>
                    </a:cubicBezTo>
                    <a:cubicBezTo>
                      <a:pt x="6489" y="36216"/>
                      <a:pt x="6511" y="36226"/>
                      <a:pt x="6532" y="36238"/>
                    </a:cubicBezTo>
                    <a:lnTo>
                      <a:pt x="6777" y="37306"/>
                    </a:lnTo>
                    <a:lnTo>
                      <a:pt x="12182" y="35467"/>
                    </a:lnTo>
                    <a:lnTo>
                      <a:pt x="33061" y="28639"/>
                    </a:lnTo>
                    <a:cubicBezTo>
                      <a:pt x="33061" y="28639"/>
                      <a:pt x="30924" y="20804"/>
                      <a:pt x="28174" y="10970"/>
                    </a:cubicBezTo>
                    <a:cubicBezTo>
                      <a:pt x="27090" y="7088"/>
                      <a:pt x="24689" y="3991"/>
                      <a:pt x="21549" y="2091"/>
                    </a:cubicBezTo>
                    <a:cubicBezTo>
                      <a:pt x="20055" y="1139"/>
                      <a:pt x="18386" y="523"/>
                      <a:pt x="16579" y="184"/>
                    </a:cubicBezTo>
                    <a:cubicBezTo>
                      <a:pt x="15896" y="56"/>
                      <a:pt x="15219" y="0"/>
                      <a:pt x="145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4423;p111">
                <a:extLst>
                  <a:ext uri="{FF2B5EF4-FFF2-40B4-BE49-F238E27FC236}">
                    <a16:creationId xmlns:a16="http://schemas.microsoft.com/office/drawing/2014/main" id="{515BE2C8-90FD-4C19-D368-4A99B4291BA8}"/>
                  </a:ext>
                </a:extLst>
              </p:cNvPr>
              <p:cNvSpPr/>
              <p:nvPr/>
            </p:nvSpPr>
            <p:spPr>
              <a:xfrm>
                <a:off x="4149335" y="3401257"/>
                <a:ext cx="121767" cy="104419"/>
              </a:xfrm>
              <a:custGeom>
                <a:avLst/>
                <a:gdLst/>
                <a:ahLst/>
                <a:cxnLst/>
                <a:rect l="l" t="t" r="r" b="b"/>
                <a:pathLst>
                  <a:path w="10143" h="8698" extrusionOk="0">
                    <a:moveTo>
                      <a:pt x="8301" y="0"/>
                    </a:moveTo>
                    <a:cubicBezTo>
                      <a:pt x="8301" y="0"/>
                      <a:pt x="5066" y="853"/>
                      <a:pt x="4800" y="951"/>
                    </a:cubicBezTo>
                    <a:cubicBezTo>
                      <a:pt x="3507" y="1303"/>
                      <a:pt x="2218" y="1675"/>
                      <a:pt x="918" y="2003"/>
                    </a:cubicBezTo>
                    <a:cubicBezTo>
                      <a:pt x="210" y="2182"/>
                      <a:pt x="0" y="2538"/>
                      <a:pt x="214" y="3250"/>
                    </a:cubicBezTo>
                    <a:cubicBezTo>
                      <a:pt x="672" y="4782"/>
                      <a:pt x="1075" y="6330"/>
                      <a:pt x="1504" y="7871"/>
                    </a:cubicBezTo>
                    <a:cubicBezTo>
                      <a:pt x="1698" y="8570"/>
                      <a:pt x="2248" y="8698"/>
                      <a:pt x="2624" y="8698"/>
                    </a:cubicBezTo>
                    <a:cubicBezTo>
                      <a:pt x="2839" y="8698"/>
                      <a:pt x="2997" y="8656"/>
                      <a:pt x="2997" y="8656"/>
                    </a:cubicBezTo>
                    <a:cubicBezTo>
                      <a:pt x="3012" y="8660"/>
                      <a:pt x="3032" y="8661"/>
                      <a:pt x="3057" y="8661"/>
                    </a:cubicBezTo>
                    <a:cubicBezTo>
                      <a:pt x="3595" y="8661"/>
                      <a:pt x="6458" y="7835"/>
                      <a:pt x="7647" y="7525"/>
                    </a:cubicBezTo>
                    <a:lnTo>
                      <a:pt x="9353" y="7026"/>
                    </a:lnTo>
                    <a:cubicBezTo>
                      <a:pt x="9611" y="6896"/>
                      <a:pt x="9960" y="6971"/>
                      <a:pt x="10143" y="6675"/>
                    </a:cubicBezTo>
                    <a:lnTo>
                      <a:pt x="83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4424;p111">
                <a:extLst>
                  <a:ext uri="{FF2B5EF4-FFF2-40B4-BE49-F238E27FC236}">
                    <a16:creationId xmlns:a16="http://schemas.microsoft.com/office/drawing/2014/main" id="{E8735184-48D1-D3E4-7104-B46846ED61F1}"/>
                  </a:ext>
                </a:extLst>
              </p:cNvPr>
              <p:cNvSpPr/>
              <p:nvPr/>
            </p:nvSpPr>
            <p:spPr>
              <a:xfrm>
                <a:off x="3947591" y="3827483"/>
                <a:ext cx="225634" cy="225634"/>
              </a:xfrm>
              <a:custGeom>
                <a:avLst/>
                <a:gdLst/>
                <a:ahLst/>
                <a:cxnLst/>
                <a:rect l="l" t="t" r="r" b="b"/>
                <a:pathLst>
                  <a:path w="18795" h="18795" extrusionOk="0">
                    <a:moveTo>
                      <a:pt x="9398" y="1"/>
                    </a:moveTo>
                    <a:cubicBezTo>
                      <a:pt x="6905" y="1"/>
                      <a:pt x="4515" y="990"/>
                      <a:pt x="2753" y="2753"/>
                    </a:cubicBezTo>
                    <a:cubicBezTo>
                      <a:pt x="991" y="4515"/>
                      <a:pt x="1" y="6905"/>
                      <a:pt x="1" y="9398"/>
                    </a:cubicBezTo>
                    <a:cubicBezTo>
                      <a:pt x="1" y="11890"/>
                      <a:pt x="991" y="14280"/>
                      <a:pt x="2753" y="16043"/>
                    </a:cubicBezTo>
                    <a:cubicBezTo>
                      <a:pt x="4515" y="17805"/>
                      <a:pt x="6905" y="18795"/>
                      <a:pt x="9398" y="18795"/>
                    </a:cubicBezTo>
                    <a:cubicBezTo>
                      <a:pt x="11890" y="18795"/>
                      <a:pt x="14280" y="17805"/>
                      <a:pt x="16043" y="16043"/>
                    </a:cubicBezTo>
                    <a:cubicBezTo>
                      <a:pt x="17805" y="14280"/>
                      <a:pt x="18795" y="11890"/>
                      <a:pt x="18795" y="9398"/>
                    </a:cubicBezTo>
                    <a:cubicBezTo>
                      <a:pt x="18795" y="6905"/>
                      <a:pt x="17805" y="4515"/>
                      <a:pt x="16043" y="2753"/>
                    </a:cubicBezTo>
                    <a:cubicBezTo>
                      <a:pt x="14280" y="990"/>
                      <a:pt x="11890" y="1"/>
                      <a:pt x="93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4425;p111">
                <a:extLst>
                  <a:ext uri="{FF2B5EF4-FFF2-40B4-BE49-F238E27FC236}">
                    <a16:creationId xmlns:a16="http://schemas.microsoft.com/office/drawing/2014/main" id="{E58AC182-D6BD-94D8-F5BD-B4DB9BD79F10}"/>
                  </a:ext>
                </a:extLst>
              </p:cNvPr>
              <p:cNvSpPr/>
              <p:nvPr/>
            </p:nvSpPr>
            <p:spPr>
              <a:xfrm>
                <a:off x="4045456" y="3866295"/>
                <a:ext cx="29928" cy="111791"/>
              </a:xfrm>
              <a:custGeom>
                <a:avLst/>
                <a:gdLst/>
                <a:ahLst/>
                <a:cxnLst/>
                <a:rect l="l" t="t" r="r" b="b"/>
                <a:pathLst>
                  <a:path w="2493" h="9312" extrusionOk="0">
                    <a:moveTo>
                      <a:pt x="1219" y="1"/>
                    </a:moveTo>
                    <a:cubicBezTo>
                      <a:pt x="992" y="1"/>
                      <a:pt x="754" y="70"/>
                      <a:pt x="527" y="221"/>
                    </a:cubicBezTo>
                    <a:cubicBezTo>
                      <a:pt x="147" y="476"/>
                      <a:pt x="5" y="859"/>
                      <a:pt x="6" y="1310"/>
                    </a:cubicBezTo>
                    <a:cubicBezTo>
                      <a:pt x="10" y="3436"/>
                      <a:pt x="13" y="5562"/>
                      <a:pt x="3" y="7688"/>
                    </a:cubicBezTo>
                    <a:cubicBezTo>
                      <a:pt x="0" y="8058"/>
                      <a:pt x="55" y="8403"/>
                      <a:pt x="213" y="8734"/>
                    </a:cubicBezTo>
                    <a:cubicBezTo>
                      <a:pt x="322" y="8954"/>
                      <a:pt x="477" y="9120"/>
                      <a:pt x="713" y="9215"/>
                    </a:cubicBezTo>
                    <a:cubicBezTo>
                      <a:pt x="874" y="9281"/>
                      <a:pt x="1038" y="9312"/>
                      <a:pt x="1198" y="9312"/>
                    </a:cubicBezTo>
                    <a:cubicBezTo>
                      <a:pt x="1877" y="9312"/>
                      <a:pt x="2480" y="8758"/>
                      <a:pt x="2483" y="7992"/>
                    </a:cubicBezTo>
                    <a:cubicBezTo>
                      <a:pt x="2492" y="5920"/>
                      <a:pt x="2485" y="3846"/>
                      <a:pt x="2487" y="1772"/>
                    </a:cubicBezTo>
                    <a:cubicBezTo>
                      <a:pt x="2487" y="1570"/>
                      <a:pt x="2439" y="1378"/>
                      <a:pt x="2384" y="1185"/>
                    </a:cubicBezTo>
                    <a:cubicBezTo>
                      <a:pt x="2320" y="463"/>
                      <a:pt x="1805" y="1"/>
                      <a:pt x="12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4426;p111">
                <a:extLst>
                  <a:ext uri="{FF2B5EF4-FFF2-40B4-BE49-F238E27FC236}">
                    <a16:creationId xmlns:a16="http://schemas.microsoft.com/office/drawing/2014/main" id="{89856478-84FA-5279-02CB-91E81C1B0F91}"/>
                  </a:ext>
                </a:extLst>
              </p:cNvPr>
              <p:cNvSpPr/>
              <p:nvPr/>
            </p:nvSpPr>
            <p:spPr>
              <a:xfrm>
                <a:off x="4045372" y="3986897"/>
                <a:ext cx="32173" cy="29124"/>
              </a:xfrm>
              <a:custGeom>
                <a:avLst/>
                <a:gdLst/>
                <a:ahLst/>
                <a:cxnLst/>
                <a:rect l="l" t="t" r="r" b="b"/>
                <a:pathLst>
                  <a:path w="2680" h="2426" extrusionOk="0">
                    <a:moveTo>
                      <a:pt x="1289" y="1"/>
                    </a:moveTo>
                    <a:cubicBezTo>
                      <a:pt x="1268" y="1"/>
                      <a:pt x="1247" y="1"/>
                      <a:pt x="1226" y="2"/>
                    </a:cubicBezTo>
                    <a:cubicBezTo>
                      <a:pt x="782" y="28"/>
                      <a:pt x="326" y="239"/>
                      <a:pt x="169" y="729"/>
                    </a:cubicBezTo>
                    <a:cubicBezTo>
                      <a:pt x="32" y="1043"/>
                      <a:pt x="0" y="1357"/>
                      <a:pt x="168" y="1671"/>
                    </a:cubicBezTo>
                    <a:cubicBezTo>
                      <a:pt x="276" y="2068"/>
                      <a:pt x="564" y="2308"/>
                      <a:pt x="966" y="2335"/>
                    </a:cubicBezTo>
                    <a:cubicBezTo>
                      <a:pt x="1071" y="2348"/>
                      <a:pt x="1166" y="2426"/>
                      <a:pt x="1273" y="2426"/>
                    </a:cubicBezTo>
                    <a:cubicBezTo>
                      <a:pt x="1308" y="2426"/>
                      <a:pt x="1345" y="2418"/>
                      <a:pt x="1383" y="2396"/>
                    </a:cubicBezTo>
                    <a:cubicBezTo>
                      <a:pt x="2322" y="2295"/>
                      <a:pt x="2680" y="1375"/>
                      <a:pt x="2304" y="644"/>
                    </a:cubicBezTo>
                    <a:cubicBezTo>
                      <a:pt x="2111" y="272"/>
                      <a:pt x="1734" y="1"/>
                      <a:pt x="12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 name="Google Shape;4427;p111">
              <a:extLst>
                <a:ext uri="{FF2B5EF4-FFF2-40B4-BE49-F238E27FC236}">
                  <a16:creationId xmlns:a16="http://schemas.microsoft.com/office/drawing/2014/main" id="{4CA087E2-7D31-6EBD-5CE5-45BC0F4973C7}"/>
                </a:ext>
              </a:extLst>
            </p:cNvPr>
            <p:cNvSpPr/>
            <p:nvPr/>
          </p:nvSpPr>
          <p:spPr>
            <a:xfrm>
              <a:off x="4215398" y="3388268"/>
              <a:ext cx="33590" cy="25979"/>
            </a:xfrm>
            <a:custGeom>
              <a:avLst/>
              <a:gdLst/>
              <a:ahLst/>
              <a:cxnLst/>
              <a:rect l="l" t="t" r="r" b="b"/>
              <a:pathLst>
                <a:path w="2798" h="2164" extrusionOk="0">
                  <a:moveTo>
                    <a:pt x="1588" y="0"/>
                  </a:moveTo>
                  <a:cubicBezTo>
                    <a:pt x="587" y="0"/>
                    <a:pt x="1" y="749"/>
                    <a:pt x="140" y="1836"/>
                  </a:cubicBezTo>
                  <a:cubicBezTo>
                    <a:pt x="153" y="1941"/>
                    <a:pt x="110" y="2054"/>
                    <a:pt x="93" y="2164"/>
                  </a:cubicBezTo>
                  <a:cubicBezTo>
                    <a:pt x="994" y="1945"/>
                    <a:pt x="1896" y="1726"/>
                    <a:pt x="2798" y="1505"/>
                  </a:cubicBezTo>
                  <a:cubicBezTo>
                    <a:pt x="2650" y="896"/>
                    <a:pt x="2714" y="116"/>
                    <a:pt x="1838" y="15"/>
                  </a:cubicBezTo>
                  <a:cubicBezTo>
                    <a:pt x="1752" y="5"/>
                    <a:pt x="1669" y="0"/>
                    <a:pt x="158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6" name="Google Shape;4428;p111">
              <a:extLst>
                <a:ext uri="{FF2B5EF4-FFF2-40B4-BE49-F238E27FC236}">
                  <a16:creationId xmlns:a16="http://schemas.microsoft.com/office/drawing/2014/main" id="{F313B25A-7154-F463-0387-D93F966BD0A1}"/>
                </a:ext>
              </a:extLst>
            </p:cNvPr>
            <p:cNvGrpSpPr/>
            <p:nvPr/>
          </p:nvGrpSpPr>
          <p:grpSpPr>
            <a:xfrm>
              <a:off x="4364068" y="3807099"/>
              <a:ext cx="1580362" cy="1026932"/>
              <a:chOff x="4364068" y="3807099"/>
              <a:chExt cx="1580362" cy="1026932"/>
            </a:xfrm>
          </p:grpSpPr>
          <p:sp>
            <p:nvSpPr>
              <p:cNvPr id="596" name="Google Shape;4429;p111">
                <a:extLst>
                  <a:ext uri="{FF2B5EF4-FFF2-40B4-BE49-F238E27FC236}">
                    <a16:creationId xmlns:a16="http://schemas.microsoft.com/office/drawing/2014/main" id="{4D60863D-0F47-C43A-53B6-687D386D9B3B}"/>
                  </a:ext>
                </a:extLst>
              </p:cNvPr>
              <p:cNvSpPr/>
              <p:nvPr/>
            </p:nvSpPr>
            <p:spPr>
              <a:xfrm>
                <a:off x="4583820" y="3807099"/>
                <a:ext cx="1149731" cy="782726"/>
              </a:xfrm>
              <a:custGeom>
                <a:avLst/>
                <a:gdLst/>
                <a:ahLst/>
                <a:cxnLst/>
                <a:rect l="l" t="t" r="r" b="b"/>
                <a:pathLst>
                  <a:path w="95771" h="65200" extrusionOk="0">
                    <a:moveTo>
                      <a:pt x="58" y="1"/>
                    </a:moveTo>
                    <a:cubicBezTo>
                      <a:pt x="26" y="1"/>
                      <a:pt x="0" y="27"/>
                      <a:pt x="0" y="58"/>
                    </a:cubicBezTo>
                    <a:lnTo>
                      <a:pt x="0" y="65142"/>
                    </a:lnTo>
                    <a:cubicBezTo>
                      <a:pt x="0" y="65175"/>
                      <a:pt x="26" y="65199"/>
                      <a:pt x="58" y="65199"/>
                    </a:cubicBezTo>
                    <a:lnTo>
                      <a:pt x="95713" y="65199"/>
                    </a:lnTo>
                    <a:cubicBezTo>
                      <a:pt x="95746" y="65199"/>
                      <a:pt x="95770" y="65175"/>
                      <a:pt x="95770" y="65142"/>
                    </a:cubicBezTo>
                    <a:lnTo>
                      <a:pt x="95770" y="58"/>
                    </a:lnTo>
                    <a:cubicBezTo>
                      <a:pt x="95770" y="27"/>
                      <a:pt x="95746" y="1"/>
                      <a:pt x="9571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4430;p111">
                <a:extLst>
                  <a:ext uri="{FF2B5EF4-FFF2-40B4-BE49-F238E27FC236}">
                    <a16:creationId xmlns:a16="http://schemas.microsoft.com/office/drawing/2014/main" id="{7E620DB3-C428-95D7-67D5-1E97070EA054}"/>
                  </a:ext>
                </a:extLst>
              </p:cNvPr>
              <p:cNvSpPr/>
              <p:nvPr/>
            </p:nvSpPr>
            <p:spPr>
              <a:xfrm>
                <a:off x="4366661" y="4579008"/>
                <a:ext cx="1574804" cy="208587"/>
              </a:xfrm>
              <a:custGeom>
                <a:avLst/>
                <a:gdLst/>
                <a:ahLst/>
                <a:cxnLst/>
                <a:rect l="l" t="t" r="r" b="b"/>
                <a:pathLst>
                  <a:path w="131179" h="17375" extrusionOk="0">
                    <a:moveTo>
                      <a:pt x="25682" y="0"/>
                    </a:moveTo>
                    <a:cubicBezTo>
                      <a:pt x="25600" y="0"/>
                      <a:pt x="25518" y="7"/>
                      <a:pt x="25436" y="24"/>
                    </a:cubicBezTo>
                    <a:cubicBezTo>
                      <a:pt x="24972" y="121"/>
                      <a:pt x="24504" y="133"/>
                      <a:pt x="24036" y="133"/>
                    </a:cubicBezTo>
                    <a:cubicBezTo>
                      <a:pt x="23891" y="133"/>
                      <a:pt x="23745" y="131"/>
                      <a:pt x="23600" y="131"/>
                    </a:cubicBezTo>
                    <a:cubicBezTo>
                      <a:pt x="23251" y="131"/>
                      <a:pt x="22902" y="138"/>
                      <a:pt x="22555" y="181"/>
                    </a:cubicBezTo>
                    <a:cubicBezTo>
                      <a:pt x="22479" y="191"/>
                      <a:pt x="22401" y="195"/>
                      <a:pt x="22324" y="195"/>
                    </a:cubicBezTo>
                    <a:cubicBezTo>
                      <a:pt x="22123" y="195"/>
                      <a:pt x="21921" y="164"/>
                      <a:pt x="21722" y="112"/>
                    </a:cubicBezTo>
                    <a:cubicBezTo>
                      <a:pt x="21609" y="82"/>
                      <a:pt x="21495" y="60"/>
                      <a:pt x="21382" y="60"/>
                    </a:cubicBezTo>
                    <a:cubicBezTo>
                      <a:pt x="21242" y="60"/>
                      <a:pt x="21105" y="93"/>
                      <a:pt x="20975" y="180"/>
                    </a:cubicBezTo>
                    <a:cubicBezTo>
                      <a:pt x="20631" y="224"/>
                      <a:pt x="20285" y="249"/>
                      <a:pt x="19946" y="316"/>
                    </a:cubicBezTo>
                    <a:cubicBezTo>
                      <a:pt x="18921" y="521"/>
                      <a:pt x="17833" y="454"/>
                      <a:pt x="16953" y="1219"/>
                    </a:cubicBezTo>
                    <a:cubicBezTo>
                      <a:pt x="12736" y="4867"/>
                      <a:pt x="8518" y="8514"/>
                      <a:pt x="4298" y="12160"/>
                    </a:cubicBezTo>
                    <a:cubicBezTo>
                      <a:pt x="2898" y="13369"/>
                      <a:pt x="1447" y="14523"/>
                      <a:pt x="120" y="15817"/>
                    </a:cubicBezTo>
                    <a:cubicBezTo>
                      <a:pt x="0" y="16687"/>
                      <a:pt x="328" y="17087"/>
                      <a:pt x="1284" y="17219"/>
                    </a:cubicBezTo>
                    <a:cubicBezTo>
                      <a:pt x="2082" y="17329"/>
                      <a:pt x="2882" y="17374"/>
                      <a:pt x="3688" y="17374"/>
                    </a:cubicBezTo>
                    <a:cubicBezTo>
                      <a:pt x="34888" y="17370"/>
                      <a:pt x="66087" y="17369"/>
                      <a:pt x="97286" y="17369"/>
                    </a:cubicBezTo>
                    <a:cubicBezTo>
                      <a:pt x="100766" y="17367"/>
                      <a:pt x="104245" y="17367"/>
                      <a:pt x="107724" y="17367"/>
                    </a:cubicBezTo>
                    <a:cubicBezTo>
                      <a:pt x="114385" y="17367"/>
                      <a:pt x="121044" y="17370"/>
                      <a:pt x="127705" y="17375"/>
                    </a:cubicBezTo>
                    <a:cubicBezTo>
                      <a:pt x="127711" y="17375"/>
                      <a:pt x="127717" y="17375"/>
                      <a:pt x="127723" y="17375"/>
                    </a:cubicBezTo>
                    <a:cubicBezTo>
                      <a:pt x="128439" y="17375"/>
                      <a:pt x="129144" y="17307"/>
                      <a:pt x="129846" y="17210"/>
                    </a:cubicBezTo>
                    <a:cubicBezTo>
                      <a:pt x="130788" y="17079"/>
                      <a:pt x="131178" y="16630"/>
                      <a:pt x="131100" y="15827"/>
                    </a:cubicBezTo>
                    <a:cubicBezTo>
                      <a:pt x="130822" y="15560"/>
                      <a:pt x="130556" y="15280"/>
                      <a:pt x="130266" y="15028"/>
                    </a:cubicBezTo>
                    <a:cubicBezTo>
                      <a:pt x="125274" y="10713"/>
                      <a:pt x="120282" y="6397"/>
                      <a:pt x="115289" y="2083"/>
                    </a:cubicBezTo>
                    <a:cubicBezTo>
                      <a:pt x="115237" y="1629"/>
                      <a:pt x="114828" y="1580"/>
                      <a:pt x="114527" y="1408"/>
                    </a:cubicBezTo>
                    <a:lnTo>
                      <a:pt x="113859" y="902"/>
                    </a:lnTo>
                    <a:cubicBezTo>
                      <a:pt x="113435" y="645"/>
                      <a:pt x="113079" y="245"/>
                      <a:pt x="112532" y="245"/>
                    </a:cubicBezTo>
                    <a:cubicBezTo>
                      <a:pt x="112512" y="245"/>
                      <a:pt x="112492" y="246"/>
                      <a:pt x="112472" y="247"/>
                    </a:cubicBezTo>
                    <a:cubicBezTo>
                      <a:pt x="112311" y="256"/>
                      <a:pt x="112149" y="259"/>
                      <a:pt x="111988" y="259"/>
                    </a:cubicBezTo>
                    <a:cubicBezTo>
                      <a:pt x="111238" y="259"/>
                      <a:pt x="110490" y="180"/>
                      <a:pt x="109739" y="180"/>
                    </a:cubicBezTo>
                    <a:cubicBezTo>
                      <a:pt x="87083" y="184"/>
                      <a:pt x="64428" y="186"/>
                      <a:pt x="41772" y="186"/>
                    </a:cubicBezTo>
                    <a:cubicBezTo>
                      <a:pt x="37080" y="186"/>
                      <a:pt x="32388" y="186"/>
                      <a:pt x="27696" y="186"/>
                    </a:cubicBezTo>
                    <a:cubicBezTo>
                      <a:pt x="27543" y="186"/>
                      <a:pt x="27389" y="191"/>
                      <a:pt x="27236" y="191"/>
                    </a:cubicBezTo>
                    <a:cubicBezTo>
                      <a:pt x="26976" y="191"/>
                      <a:pt x="26718" y="176"/>
                      <a:pt x="26463" y="99"/>
                    </a:cubicBezTo>
                    <a:cubicBezTo>
                      <a:pt x="26203" y="70"/>
                      <a:pt x="25943" y="0"/>
                      <a:pt x="2568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4431;p111">
                <a:extLst>
                  <a:ext uri="{FF2B5EF4-FFF2-40B4-BE49-F238E27FC236}">
                    <a16:creationId xmlns:a16="http://schemas.microsoft.com/office/drawing/2014/main" id="{6EACA116-9AD3-FB74-1CBA-F891D9F246BB}"/>
                  </a:ext>
                </a:extLst>
              </p:cNvPr>
              <p:cNvSpPr/>
              <p:nvPr/>
            </p:nvSpPr>
            <p:spPr>
              <a:xfrm>
                <a:off x="4364068" y="4768891"/>
                <a:ext cx="1580362" cy="65139"/>
              </a:xfrm>
              <a:custGeom>
                <a:avLst/>
                <a:gdLst/>
                <a:ahLst/>
                <a:cxnLst/>
                <a:rect l="l" t="t" r="r" b="b"/>
                <a:pathLst>
                  <a:path w="131642" h="5426" extrusionOk="0">
                    <a:moveTo>
                      <a:pt x="337" y="1"/>
                    </a:moveTo>
                    <a:cubicBezTo>
                      <a:pt x="296" y="48"/>
                      <a:pt x="220" y="95"/>
                      <a:pt x="219" y="144"/>
                    </a:cubicBezTo>
                    <a:cubicBezTo>
                      <a:pt x="189" y="1784"/>
                      <a:pt x="1" y="3473"/>
                      <a:pt x="1537" y="4656"/>
                    </a:cubicBezTo>
                    <a:cubicBezTo>
                      <a:pt x="1891" y="5149"/>
                      <a:pt x="2405" y="5263"/>
                      <a:pt x="2964" y="5263"/>
                    </a:cubicBezTo>
                    <a:cubicBezTo>
                      <a:pt x="2976" y="5263"/>
                      <a:pt x="2987" y="5263"/>
                      <a:pt x="2999" y="5262"/>
                    </a:cubicBezTo>
                    <a:cubicBezTo>
                      <a:pt x="4616" y="5391"/>
                      <a:pt x="6235" y="5425"/>
                      <a:pt x="7855" y="5425"/>
                    </a:cubicBezTo>
                    <a:cubicBezTo>
                      <a:pt x="9656" y="5425"/>
                      <a:pt x="11458" y="5383"/>
                      <a:pt x="13260" y="5383"/>
                    </a:cubicBezTo>
                    <a:cubicBezTo>
                      <a:pt x="13273" y="5383"/>
                      <a:pt x="13286" y="5383"/>
                      <a:pt x="13299" y="5383"/>
                    </a:cubicBezTo>
                    <a:cubicBezTo>
                      <a:pt x="50912" y="5383"/>
                      <a:pt x="88526" y="5389"/>
                      <a:pt x="126140" y="5403"/>
                    </a:cubicBezTo>
                    <a:cubicBezTo>
                      <a:pt x="127036" y="5403"/>
                      <a:pt x="127921" y="5279"/>
                      <a:pt x="128817" y="5279"/>
                    </a:cubicBezTo>
                    <a:cubicBezTo>
                      <a:pt x="128856" y="5279"/>
                      <a:pt x="128895" y="5279"/>
                      <a:pt x="128934" y="5280"/>
                    </a:cubicBezTo>
                    <a:cubicBezTo>
                      <a:pt x="128941" y="5280"/>
                      <a:pt x="128948" y="5280"/>
                      <a:pt x="128955" y="5280"/>
                    </a:cubicBezTo>
                    <a:cubicBezTo>
                      <a:pt x="129377" y="5280"/>
                      <a:pt x="129793" y="5102"/>
                      <a:pt x="130014" y="4666"/>
                    </a:cubicBezTo>
                    <a:cubicBezTo>
                      <a:pt x="131642" y="3449"/>
                      <a:pt x="131471" y="1728"/>
                      <a:pt x="131317" y="11"/>
                    </a:cubicBezTo>
                    <a:lnTo>
                      <a:pt x="131317" y="11"/>
                    </a:lnTo>
                    <a:cubicBezTo>
                      <a:pt x="131240" y="631"/>
                      <a:pt x="130743" y="1054"/>
                      <a:pt x="129982" y="1140"/>
                    </a:cubicBezTo>
                    <a:cubicBezTo>
                      <a:pt x="129063" y="1241"/>
                      <a:pt x="128144" y="1300"/>
                      <a:pt x="127216" y="1300"/>
                    </a:cubicBezTo>
                    <a:cubicBezTo>
                      <a:pt x="127207" y="1300"/>
                      <a:pt x="127198" y="1300"/>
                      <a:pt x="127189" y="1300"/>
                    </a:cubicBezTo>
                    <a:cubicBezTo>
                      <a:pt x="116445" y="1297"/>
                      <a:pt x="105702" y="1294"/>
                      <a:pt x="94959" y="1294"/>
                    </a:cubicBezTo>
                    <a:cubicBezTo>
                      <a:pt x="84313" y="1298"/>
                      <a:pt x="73666" y="1300"/>
                      <a:pt x="63020" y="1300"/>
                    </a:cubicBezTo>
                    <a:cubicBezTo>
                      <a:pt x="45277" y="1300"/>
                      <a:pt x="27533" y="1295"/>
                      <a:pt x="9789" y="1284"/>
                    </a:cubicBezTo>
                    <a:cubicBezTo>
                      <a:pt x="9770" y="1284"/>
                      <a:pt x="9750" y="1284"/>
                      <a:pt x="9731" y="1284"/>
                    </a:cubicBezTo>
                    <a:cubicBezTo>
                      <a:pt x="8334" y="1284"/>
                      <a:pt x="6935" y="1327"/>
                      <a:pt x="5537" y="1327"/>
                    </a:cubicBezTo>
                    <a:cubicBezTo>
                      <a:pt x="4260" y="1327"/>
                      <a:pt x="2984" y="1291"/>
                      <a:pt x="1709" y="1154"/>
                    </a:cubicBezTo>
                    <a:cubicBezTo>
                      <a:pt x="802" y="1055"/>
                      <a:pt x="352" y="724"/>
                      <a:pt x="3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4432;p111">
                <a:extLst>
                  <a:ext uri="{FF2B5EF4-FFF2-40B4-BE49-F238E27FC236}">
                    <a16:creationId xmlns:a16="http://schemas.microsoft.com/office/drawing/2014/main" id="{A6B2470B-5AFA-0F6A-9E6D-6B7F43D455DC}"/>
                  </a:ext>
                </a:extLst>
              </p:cNvPr>
              <p:cNvSpPr/>
              <p:nvPr/>
            </p:nvSpPr>
            <p:spPr>
              <a:xfrm>
                <a:off x="4566713" y="4608540"/>
                <a:ext cx="1174089" cy="75571"/>
              </a:xfrm>
              <a:custGeom>
                <a:avLst/>
                <a:gdLst/>
                <a:ahLst/>
                <a:cxnLst/>
                <a:rect l="l" t="t" r="r" b="b"/>
                <a:pathLst>
                  <a:path w="97800" h="6295" extrusionOk="0">
                    <a:moveTo>
                      <a:pt x="5874" y="1"/>
                    </a:moveTo>
                    <a:cubicBezTo>
                      <a:pt x="5557" y="1"/>
                      <a:pt x="5309" y="105"/>
                      <a:pt x="5157" y="354"/>
                    </a:cubicBezTo>
                    <a:cubicBezTo>
                      <a:pt x="4525" y="1388"/>
                      <a:pt x="3552" y="2117"/>
                      <a:pt x="2795" y="3041"/>
                    </a:cubicBezTo>
                    <a:cubicBezTo>
                      <a:pt x="1990" y="4023"/>
                      <a:pt x="1082" y="4920"/>
                      <a:pt x="218" y="5854"/>
                    </a:cubicBezTo>
                    <a:cubicBezTo>
                      <a:pt x="131" y="5949"/>
                      <a:pt x="1" y="6036"/>
                      <a:pt x="58" y="6179"/>
                    </a:cubicBezTo>
                    <a:cubicBezTo>
                      <a:pt x="94" y="6269"/>
                      <a:pt x="166" y="6287"/>
                      <a:pt x="243" y="6287"/>
                    </a:cubicBezTo>
                    <a:cubicBezTo>
                      <a:pt x="297" y="6287"/>
                      <a:pt x="353" y="6278"/>
                      <a:pt x="402" y="6278"/>
                    </a:cubicBezTo>
                    <a:cubicBezTo>
                      <a:pt x="1446" y="6283"/>
                      <a:pt x="2490" y="6284"/>
                      <a:pt x="3535" y="6285"/>
                    </a:cubicBezTo>
                    <a:lnTo>
                      <a:pt x="48904" y="6285"/>
                    </a:lnTo>
                    <a:lnTo>
                      <a:pt x="96881" y="6284"/>
                    </a:lnTo>
                    <a:cubicBezTo>
                      <a:pt x="96925" y="6284"/>
                      <a:pt x="96968" y="6284"/>
                      <a:pt x="97012" y="6284"/>
                    </a:cubicBezTo>
                    <a:cubicBezTo>
                      <a:pt x="97164" y="6284"/>
                      <a:pt x="97316" y="6283"/>
                      <a:pt x="97468" y="6277"/>
                    </a:cubicBezTo>
                    <a:cubicBezTo>
                      <a:pt x="97571" y="6272"/>
                      <a:pt x="97700" y="6295"/>
                      <a:pt x="97751" y="6168"/>
                    </a:cubicBezTo>
                    <a:cubicBezTo>
                      <a:pt x="97800" y="6040"/>
                      <a:pt x="97690" y="5979"/>
                      <a:pt x="97618" y="5901"/>
                    </a:cubicBezTo>
                    <a:cubicBezTo>
                      <a:pt x="97064" y="5292"/>
                      <a:pt x="96506" y="4684"/>
                      <a:pt x="95958" y="4069"/>
                    </a:cubicBezTo>
                    <a:cubicBezTo>
                      <a:pt x="94978" y="2970"/>
                      <a:pt x="94012" y="1858"/>
                      <a:pt x="93022" y="767"/>
                    </a:cubicBezTo>
                    <a:cubicBezTo>
                      <a:pt x="92607" y="311"/>
                      <a:pt x="92129" y="2"/>
                      <a:pt x="91448" y="2"/>
                    </a:cubicBezTo>
                    <a:cubicBezTo>
                      <a:pt x="91447" y="2"/>
                      <a:pt x="91445" y="2"/>
                      <a:pt x="91444" y="2"/>
                    </a:cubicBezTo>
                    <a:cubicBezTo>
                      <a:pt x="84243" y="8"/>
                      <a:pt x="77043" y="13"/>
                      <a:pt x="69842" y="13"/>
                    </a:cubicBezTo>
                    <a:cubicBezTo>
                      <a:pt x="69013" y="13"/>
                      <a:pt x="68184" y="13"/>
                      <a:pt x="67356" y="13"/>
                    </a:cubicBezTo>
                    <a:cubicBezTo>
                      <a:pt x="65264" y="13"/>
                      <a:pt x="63172" y="13"/>
                      <a:pt x="61080" y="13"/>
                    </a:cubicBezTo>
                    <a:cubicBezTo>
                      <a:pt x="42680" y="13"/>
                      <a:pt x="24280" y="8"/>
                      <a:pt x="5879" y="1"/>
                    </a:cubicBezTo>
                    <a:cubicBezTo>
                      <a:pt x="5878" y="1"/>
                      <a:pt x="5876" y="1"/>
                      <a:pt x="58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4433;p111">
                <a:extLst>
                  <a:ext uri="{FF2B5EF4-FFF2-40B4-BE49-F238E27FC236}">
                    <a16:creationId xmlns:a16="http://schemas.microsoft.com/office/drawing/2014/main" id="{E302208D-E2D3-5A64-79AB-506A94BB7D9D}"/>
                  </a:ext>
                </a:extLst>
              </p:cNvPr>
              <p:cNvSpPr/>
              <p:nvPr/>
            </p:nvSpPr>
            <p:spPr>
              <a:xfrm>
                <a:off x="5008437" y="4704340"/>
                <a:ext cx="291157" cy="59497"/>
              </a:xfrm>
              <a:custGeom>
                <a:avLst/>
                <a:gdLst/>
                <a:ahLst/>
                <a:cxnLst/>
                <a:rect l="l" t="t" r="r" b="b"/>
                <a:pathLst>
                  <a:path w="24253" h="4956" extrusionOk="0">
                    <a:moveTo>
                      <a:pt x="22177" y="0"/>
                    </a:moveTo>
                    <a:cubicBezTo>
                      <a:pt x="22170" y="0"/>
                      <a:pt x="22163" y="0"/>
                      <a:pt x="22156" y="0"/>
                    </a:cubicBezTo>
                    <a:cubicBezTo>
                      <a:pt x="19485" y="11"/>
                      <a:pt x="16814" y="14"/>
                      <a:pt x="14143" y="14"/>
                    </a:cubicBezTo>
                    <a:cubicBezTo>
                      <a:pt x="11943" y="14"/>
                      <a:pt x="9743" y="12"/>
                      <a:pt x="7543" y="12"/>
                    </a:cubicBezTo>
                    <a:cubicBezTo>
                      <a:pt x="6472" y="12"/>
                      <a:pt x="5400" y="15"/>
                      <a:pt x="4328" y="15"/>
                    </a:cubicBezTo>
                    <a:cubicBezTo>
                      <a:pt x="3486" y="15"/>
                      <a:pt x="2644" y="13"/>
                      <a:pt x="1803" y="8"/>
                    </a:cubicBezTo>
                    <a:cubicBezTo>
                      <a:pt x="1796" y="7"/>
                      <a:pt x="1790" y="7"/>
                      <a:pt x="1784" y="7"/>
                    </a:cubicBezTo>
                    <a:cubicBezTo>
                      <a:pt x="1356" y="7"/>
                      <a:pt x="1182" y="131"/>
                      <a:pt x="1094" y="612"/>
                    </a:cubicBezTo>
                    <a:cubicBezTo>
                      <a:pt x="876" y="1796"/>
                      <a:pt x="575" y="2969"/>
                      <a:pt x="248" y="4130"/>
                    </a:cubicBezTo>
                    <a:cubicBezTo>
                      <a:pt x="22" y="4933"/>
                      <a:pt x="1" y="4955"/>
                      <a:pt x="863" y="4955"/>
                    </a:cubicBezTo>
                    <a:lnTo>
                      <a:pt x="22063" y="4955"/>
                    </a:lnTo>
                    <a:cubicBezTo>
                      <a:pt x="22441" y="4955"/>
                      <a:pt x="22817" y="4954"/>
                      <a:pt x="23194" y="4954"/>
                    </a:cubicBezTo>
                    <a:cubicBezTo>
                      <a:pt x="23383" y="4954"/>
                      <a:pt x="23571" y="4954"/>
                      <a:pt x="23760" y="4955"/>
                    </a:cubicBezTo>
                    <a:cubicBezTo>
                      <a:pt x="23765" y="4955"/>
                      <a:pt x="23771" y="4955"/>
                      <a:pt x="23776" y="4955"/>
                    </a:cubicBezTo>
                    <a:cubicBezTo>
                      <a:pt x="24081" y="4955"/>
                      <a:pt x="24252" y="4888"/>
                      <a:pt x="24145" y="4499"/>
                    </a:cubicBezTo>
                    <a:cubicBezTo>
                      <a:pt x="23801" y="3248"/>
                      <a:pt x="23441" y="1998"/>
                      <a:pt x="23175" y="728"/>
                    </a:cubicBezTo>
                    <a:cubicBezTo>
                      <a:pt x="23043" y="94"/>
                      <a:pt x="22734" y="0"/>
                      <a:pt x="221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4434;p111">
                <a:extLst>
                  <a:ext uri="{FF2B5EF4-FFF2-40B4-BE49-F238E27FC236}">
                    <a16:creationId xmlns:a16="http://schemas.microsoft.com/office/drawing/2014/main" id="{C16C5A37-DDDA-7BC4-5709-BB52C6BBF665}"/>
                  </a:ext>
                </a:extLst>
              </p:cNvPr>
              <p:cNvSpPr/>
              <p:nvPr/>
            </p:nvSpPr>
            <p:spPr>
              <a:xfrm>
                <a:off x="4629319" y="3863546"/>
                <a:ext cx="1054099" cy="717659"/>
              </a:xfrm>
              <a:custGeom>
                <a:avLst/>
                <a:gdLst/>
                <a:ahLst/>
                <a:cxnLst/>
                <a:rect l="l" t="t" r="r" b="b"/>
                <a:pathLst>
                  <a:path w="87805" h="59780" extrusionOk="0">
                    <a:moveTo>
                      <a:pt x="1897" y="0"/>
                    </a:moveTo>
                    <a:cubicBezTo>
                      <a:pt x="851" y="0"/>
                      <a:pt x="0" y="857"/>
                      <a:pt x="0" y="1897"/>
                    </a:cubicBezTo>
                    <a:lnTo>
                      <a:pt x="0" y="57878"/>
                    </a:lnTo>
                    <a:cubicBezTo>
                      <a:pt x="0" y="58924"/>
                      <a:pt x="851" y="59779"/>
                      <a:pt x="1897" y="59779"/>
                    </a:cubicBezTo>
                    <a:lnTo>
                      <a:pt x="85903" y="59779"/>
                    </a:lnTo>
                    <a:cubicBezTo>
                      <a:pt x="86949" y="59779"/>
                      <a:pt x="87805" y="58924"/>
                      <a:pt x="87805" y="57878"/>
                    </a:cubicBezTo>
                    <a:lnTo>
                      <a:pt x="87805" y="1897"/>
                    </a:lnTo>
                    <a:cubicBezTo>
                      <a:pt x="87805" y="856"/>
                      <a:pt x="86949" y="0"/>
                      <a:pt x="859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7" name="Google Shape;4435;p111">
              <a:extLst>
                <a:ext uri="{FF2B5EF4-FFF2-40B4-BE49-F238E27FC236}">
                  <a16:creationId xmlns:a16="http://schemas.microsoft.com/office/drawing/2014/main" id="{3DA660E2-B727-8A91-E66D-6E6AD83BC017}"/>
                </a:ext>
              </a:extLst>
            </p:cNvPr>
            <p:cNvSpPr/>
            <p:nvPr/>
          </p:nvSpPr>
          <p:spPr>
            <a:xfrm>
              <a:off x="5687416" y="3645871"/>
              <a:ext cx="59569" cy="20108"/>
            </a:xfrm>
            <a:custGeom>
              <a:avLst/>
              <a:gdLst/>
              <a:ahLst/>
              <a:cxnLst/>
              <a:rect l="l" t="t" r="r" b="b"/>
              <a:pathLst>
                <a:path w="4962" h="1675" extrusionOk="0">
                  <a:moveTo>
                    <a:pt x="342" y="0"/>
                  </a:moveTo>
                  <a:cubicBezTo>
                    <a:pt x="219" y="0"/>
                    <a:pt x="99" y="26"/>
                    <a:pt x="1" y="143"/>
                  </a:cubicBezTo>
                  <a:cubicBezTo>
                    <a:pt x="93" y="171"/>
                    <a:pt x="192" y="233"/>
                    <a:pt x="280" y="233"/>
                  </a:cubicBezTo>
                  <a:cubicBezTo>
                    <a:pt x="289" y="233"/>
                    <a:pt x="299" y="233"/>
                    <a:pt x="308" y="231"/>
                  </a:cubicBezTo>
                  <a:cubicBezTo>
                    <a:pt x="454" y="204"/>
                    <a:pt x="593" y="191"/>
                    <a:pt x="725" y="191"/>
                  </a:cubicBezTo>
                  <a:cubicBezTo>
                    <a:pt x="1510" y="191"/>
                    <a:pt x="2053" y="652"/>
                    <a:pt x="2474" y="1352"/>
                  </a:cubicBezTo>
                  <a:cubicBezTo>
                    <a:pt x="2496" y="1387"/>
                    <a:pt x="2533" y="1415"/>
                    <a:pt x="2561" y="1448"/>
                  </a:cubicBezTo>
                  <a:cubicBezTo>
                    <a:pt x="2675" y="1582"/>
                    <a:pt x="2791" y="1674"/>
                    <a:pt x="2920" y="1674"/>
                  </a:cubicBezTo>
                  <a:cubicBezTo>
                    <a:pt x="3009" y="1674"/>
                    <a:pt x="3105" y="1631"/>
                    <a:pt x="3211" y="1528"/>
                  </a:cubicBezTo>
                  <a:cubicBezTo>
                    <a:pt x="3443" y="1303"/>
                    <a:pt x="3357" y="1123"/>
                    <a:pt x="3180" y="916"/>
                  </a:cubicBezTo>
                  <a:cubicBezTo>
                    <a:pt x="3004" y="710"/>
                    <a:pt x="2752" y="559"/>
                    <a:pt x="2661" y="258"/>
                  </a:cubicBezTo>
                  <a:cubicBezTo>
                    <a:pt x="2737" y="245"/>
                    <a:pt x="2810" y="240"/>
                    <a:pt x="2881" y="240"/>
                  </a:cubicBezTo>
                  <a:cubicBezTo>
                    <a:pt x="3115" y="240"/>
                    <a:pt x="3329" y="304"/>
                    <a:pt x="3545" y="401"/>
                  </a:cubicBezTo>
                  <a:cubicBezTo>
                    <a:pt x="3747" y="493"/>
                    <a:pt x="3945" y="542"/>
                    <a:pt x="4136" y="542"/>
                  </a:cubicBezTo>
                  <a:cubicBezTo>
                    <a:pt x="4432" y="542"/>
                    <a:pt x="4711" y="422"/>
                    <a:pt x="4961" y="157"/>
                  </a:cubicBezTo>
                  <a:cubicBezTo>
                    <a:pt x="3510" y="109"/>
                    <a:pt x="2058" y="58"/>
                    <a:pt x="605" y="15"/>
                  </a:cubicBezTo>
                  <a:cubicBezTo>
                    <a:pt x="520" y="13"/>
                    <a:pt x="430" y="0"/>
                    <a:pt x="342" y="0"/>
                  </a:cubicBezTo>
                  <a:close/>
                </a:path>
              </a:pathLst>
            </a:custGeom>
            <a:solidFill>
              <a:srgbClr val="FDEC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8" name="Google Shape;4436;p111">
              <a:extLst>
                <a:ext uri="{FF2B5EF4-FFF2-40B4-BE49-F238E27FC236}">
                  <a16:creationId xmlns:a16="http://schemas.microsoft.com/office/drawing/2014/main" id="{6A6E3327-354B-A40A-5C66-19641504615E}"/>
                </a:ext>
              </a:extLst>
            </p:cNvPr>
            <p:cNvGrpSpPr/>
            <p:nvPr/>
          </p:nvGrpSpPr>
          <p:grpSpPr>
            <a:xfrm>
              <a:off x="5047357" y="3510683"/>
              <a:ext cx="945418" cy="834215"/>
              <a:chOff x="5047357" y="3510683"/>
              <a:chExt cx="945418" cy="834215"/>
            </a:xfrm>
          </p:grpSpPr>
          <p:sp>
            <p:nvSpPr>
              <p:cNvPr id="590" name="Google Shape;4437;p111">
                <a:extLst>
                  <a:ext uri="{FF2B5EF4-FFF2-40B4-BE49-F238E27FC236}">
                    <a16:creationId xmlns:a16="http://schemas.microsoft.com/office/drawing/2014/main" id="{81F06135-BC9B-DD71-5CE7-EE4345FEDCD5}"/>
                  </a:ext>
                </a:extLst>
              </p:cNvPr>
              <p:cNvSpPr/>
              <p:nvPr/>
            </p:nvSpPr>
            <p:spPr>
              <a:xfrm>
                <a:off x="5047357" y="3510683"/>
                <a:ext cx="945418" cy="834215"/>
              </a:xfrm>
              <a:custGeom>
                <a:avLst/>
                <a:gdLst/>
                <a:ahLst/>
                <a:cxnLst/>
                <a:rect l="l" t="t" r="r" b="b"/>
                <a:pathLst>
                  <a:path w="78752" h="69489" extrusionOk="0">
                    <a:moveTo>
                      <a:pt x="72760" y="0"/>
                    </a:moveTo>
                    <a:cubicBezTo>
                      <a:pt x="72713" y="0"/>
                      <a:pt x="72666" y="18"/>
                      <a:pt x="72619" y="53"/>
                    </a:cubicBezTo>
                    <a:cubicBezTo>
                      <a:pt x="71692" y="53"/>
                      <a:pt x="44268" y="58"/>
                      <a:pt x="26164" y="58"/>
                    </a:cubicBezTo>
                    <a:cubicBezTo>
                      <a:pt x="23146" y="58"/>
                      <a:pt x="20388" y="58"/>
                      <a:pt x="18054" y="58"/>
                    </a:cubicBezTo>
                    <a:cubicBezTo>
                      <a:pt x="15977" y="58"/>
                      <a:pt x="13901" y="61"/>
                      <a:pt x="11824" y="61"/>
                    </a:cubicBezTo>
                    <a:cubicBezTo>
                      <a:pt x="10094" y="61"/>
                      <a:pt x="8363" y="58"/>
                      <a:pt x="6633" y="51"/>
                    </a:cubicBezTo>
                    <a:cubicBezTo>
                      <a:pt x="6619" y="50"/>
                      <a:pt x="6605" y="50"/>
                      <a:pt x="6591" y="50"/>
                    </a:cubicBezTo>
                    <a:cubicBezTo>
                      <a:pt x="5653" y="50"/>
                      <a:pt x="4752" y="207"/>
                      <a:pt x="3923" y="619"/>
                    </a:cubicBezTo>
                    <a:cubicBezTo>
                      <a:pt x="1468" y="1841"/>
                      <a:pt x="352" y="3891"/>
                      <a:pt x="337" y="6589"/>
                    </a:cubicBezTo>
                    <a:cubicBezTo>
                      <a:pt x="325" y="8590"/>
                      <a:pt x="30" y="23485"/>
                      <a:pt x="26" y="26029"/>
                    </a:cubicBezTo>
                    <a:cubicBezTo>
                      <a:pt x="23" y="33579"/>
                      <a:pt x="23" y="41129"/>
                      <a:pt x="23" y="48678"/>
                    </a:cubicBezTo>
                    <a:cubicBezTo>
                      <a:pt x="23" y="50006"/>
                      <a:pt x="0" y="51333"/>
                      <a:pt x="31" y="52661"/>
                    </a:cubicBezTo>
                    <a:cubicBezTo>
                      <a:pt x="99" y="55571"/>
                      <a:pt x="1753" y="57874"/>
                      <a:pt x="4485" y="58863"/>
                    </a:cubicBezTo>
                    <a:cubicBezTo>
                      <a:pt x="5270" y="59148"/>
                      <a:pt x="6097" y="59214"/>
                      <a:pt x="6924" y="59217"/>
                    </a:cubicBezTo>
                    <a:cubicBezTo>
                      <a:pt x="8274" y="59220"/>
                      <a:pt x="9623" y="59221"/>
                      <a:pt x="10973" y="59221"/>
                    </a:cubicBezTo>
                    <a:cubicBezTo>
                      <a:pt x="12163" y="59221"/>
                      <a:pt x="13354" y="59220"/>
                      <a:pt x="14545" y="59220"/>
                    </a:cubicBezTo>
                    <a:cubicBezTo>
                      <a:pt x="15530" y="59220"/>
                      <a:pt x="16514" y="59221"/>
                      <a:pt x="17499" y="59223"/>
                    </a:cubicBezTo>
                    <a:cubicBezTo>
                      <a:pt x="18360" y="59224"/>
                      <a:pt x="18429" y="59294"/>
                      <a:pt x="18430" y="60155"/>
                    </a:cubicBezTo>
                    <a:cubicBezTo>
                      <a:pt x="18435" y="62831"/>
                      <a:pt x="18430" y="65507"/>
                      <a:pt x="18435" y="68183"/>
                    </a:cubicBezTo>
                    <a:cubicBezTo>
                      <a:pt x="18436" y="68528"/>
                      <a:pt x="18390" y="68881"/>
                      <a:pt x="18519" y="69218"/>
                    </a:cubicBezTo>
                    <a:cubicBezTo>
                      <a:pt x="18647" y="69417"/>
                      <a:pt x="18769" y="69488"/>
                      <a:pt x="18886" y="69488"/>
                    </a:cubicBezTo>
                    <a:cubicBezTo>
                      <a:pt x="19078" y="69488"/>
                      <a:pt x="19255" y="69298"/>
                      <a:pt x="19420" y="69161"/>
                    </a:cubicBezTo>
                    <a:cubicBezTo>
                      <a:pt x="22422" y="66665"/>
                      <a:pt x="25408" y="64154"/>
                      <a:pt x="28379" y="61623"/>
                    </a:cubicBezTo>
                    <a:cubicBezTo>
                      <a:pt x="29073" y="61209"/>
                      <a:pt x="29670" y="60671"/>
                      <a:pt x="30257" y="60123"/>
                    </a:cubicBezTo>
                    <a:cubicBezTo>
                      <a:pt x="30917" y="59511"/>
                      <a:pt x="31634" y="59196"/>
                      <a:pt x="32585" y="59196"/>
                    </a:cubicBezTo>
                    <a:cubicBezTo>
                      <a:pt x="32587" y="59196"/>
                      <a:pt x="32589" y="59196"/>
                      <a:pt x="32591" y="59196"/>
                    </a:cubicBezTo>
                    <a:cubicBezTo>
                      <a:pt x="34871" y="59197"/>
                      <a:pt x="42420" y="59249"/>
                      <a:pt x="49816" y="59249"/>
                    </a:cubicBezTo>
                    <a:cubicBezTo>
                      <a:pt x="56442" y="59249"/>
                      <a:pt x="62945" y="59208"/>
                      <a:pt x="65420" y="59051"/>
                    </a:cubicBezTo>
                    <a:cubicBezTo>
                      <a:pt x="67248" y="58936"/>
                      <a:pt x="69087" y="58847"/>
                      <a:pt x="70927" y="58847"/>
                    </a:cubicBezTo>
                    <a:cubicBezTo>
                      <a:pt x="71564" y="58847"/>
                      <a:pt x="72201" y="58858"/>
                      <a:pt x="72838" y="58882"/>
                    </a:cubicBezTo>
                    <a:cubicBezTo>
                      <a:pt x="72884" y="58884"/>
                      <a:pt x="72930" y="58885"/>
                      <a:pt x="72976" y="58885"/>
                    </a:cubicBezTo>
                    <a:cubicBezTo>
                      <a:pt x="73060" y="58885"/>
                      <a:pt x="73145" y="58879"/>
                      <a:pt x="73227" y="58858"/>
                    </a:cubicBezTo>
                    <a:cubicBezTo>
                      <a:pt x="73246" y="58858"/>
                      <a:pt x="73265" y="58859"/>
                      <a:pt x="73283" y="58859"/>
                    </a:cubicBezTo>
                    <a:cubicBezTo>
                      <a:pt x="74088" y="58859"/>
                      <a:pt x="74825" y="58587"/>
                      <a:pt x="75511" y="58202"/>
                    </a:cubicBezTo>
                    <a:cubicBezTo>
                      <a:pt x="77706" y="56967"/>
                      <a:pt x="78747" y="55058"/>
                      <a:pt x="78747" y="52554"/>
                    </a:cubicBezTo>
                    <a:cubicBezTo>
                      <a:pt x="78751" y="37156"/>
                      <a:pt x="78748" y="21758"/>
                      <a:pt x="78736" y="6361"/>
                    </a:cubicBezTo>
                    <a:cubicBezTo>
                      <a:pt x="78736" y="5736"/>
                      <a:pt x="78701" y="5082"/>
                      <a:pt x="78523" y="4491"/>
                    </a:cubicBezTo>
                    <a:cubicBezTo>
                      <a:pt x="77734" y="1888"/>
                      <a:pt x="75600" y="232"/>
                      <a:pt x="72902" y="53"/>
                    </a:cubicBezTo>
                    <a:cubicBezTo>
                      <a:pt x="72854" y="18"/>
                      <a:pt x="72807" y="0"/>
                      <a:pt x="7276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1" name="Google Shape;4438;p111">
                <a:extLst>
                  <a:ext uri="{FF2B5EF4-FFF2-40B4-BE49-F238E27FC236}">
                    <a16:creationId xmlns:a16="http://schemas.microsoft.com/office/drawing/2014/main" id="{DEA099DF-7028-B165-EFFC-A5F4959EC991}"/>
                  </a:ext>
                </a:extLst>
              </p:cNvPr>
              <p:cNvGrpSpPr/>
              <p:nvPr/>
            </p:nvGrpSpPr>
            <p:grpSpPr>
              <a:xfrm>
                <a:off x="5171909" y="3558331"/>
                <a:ext cx="755691" cy="534643"/>
                <a:chOff x="5171909" y="3558331"/>
                <a:chExt cx="755691" cy="534643"/>
              </a:xfrm>
            </p:grpSpPr>
            <p:sp>
              <p:nvSpPr>
                <p:cNvPr id="592" name="Google Shape;4439;p111">
                  <a:extLst>
                    <a:ext uri="{FF2B5EF4-FFF2-40B4-BE49-F238E27FC236}">
                      <a16:creationId xmlns:a16="http://schemas.microsoft.com/office/drawing/2014/main" id="{D27712D4-9E75-57AF-4A4A-F463E97C1010}"/>
                    </a:ext>
                  </a:extLst>
                </p:cNvPr>
                <p:cNvSpPr/>
                <p:nvPr/>
              </p:nvSpPr>
              <p:spPr>
                <a:xfrm>
                  <a:off x="5177695" y="3668189"/>
                  <a:ext cx="683661" cy="250832"/>
                </a:xfrm>
                <a:custGeom>
                  <a:avLst/>
                  <a:gdLst/>
                  <a:ahLst/>
                  <a:cxnLst/>
                  <a:rect l="l" t="t" r="r" b="b"/>
                  <a:pathLst>
                    <a:path w="56948" h="20894" extrusionOk="0">
                      <a:moveTo>
                        <a:pt x="1451" y="0"/>
                      </a:moveTo>
                      <a:cubicBezTo>
                        <a:pt x="980" y="0"/>
                        <a:pt x="526" y="173"/>
                        <a:pt x="174" y="485"/>
                      </a:cubicBezTo>
                      <a:cubicBezTo>
                        <a:pt x="111" y="539"/>
                        <a:pt x="54" y="598"/>
                        <a:pt x="0" y="660"/>
                      </a:cubicBezTo>
                      <a:cubicBezTo>
                        <a:pt x="987" y="1383"/>
                        <a:pt x="1967" y="2115"/>
                        <a:pt x="2962" y="2827"/>
                      </a:cubicBezTo>
                      <a:cubicBezTo>
                        <a:pt x="4207" y="3715"/>
                        <a:pt x="5454" y="4601"/>
                        <a:pt x="6700" y="5485"/>
                      </a:cubicBezTo>
                      <a:cubicBezTo>
                        <a:pt x="7462" y="6064"/>
                        <a:pt x="8266" y="6582"/>
                        <a:pt x="9034" y="7148"/>
                      </a:cubicBezTo>
                      <a:cubicBezTo>
                        <a:pt x="10469" y="8205"/>
                        <a:pt x="11927" y="9231"/>
                        <a:pt x="13384" y="10260"/>
                      </a:cubicBezTo>
                      <a:cubicBezTo>
                        <a:pt x="13955" y="10670"/>
                        <a:pt x="14525" y="11082"/>
                        <a:pt x="15097" y="11490"/>
                      </a:cubicBezTo>
                      <a:cubicBezTo>
                        <a:pt x="16352" y="12381"/>
                        <a:pt x="17606" y="13272"/>
                        <a:pt x="18863" y="14162"/>
                      </a:cubicBezTo>
                      <a:cubicBezTo>
                        <a:pt x="21194" y="15825"/>
                        <a:pt x="23523" y="17489"/>
                        <a:pt x="25852" y="19155"/>
                      </a:cubicBezTo>
                      <a:cubicBezTo>
                        <a:pt x="26424" y="19568"/>
                        <a:pt x="26995" y="19980"/>
                        <a:pt x="27566" y="20395"/>
                      </a:cubicBezTo>
                      <a:cubicBezTo>
                        <a:pt x="27699" y="20497"/>
                        <a:pt x="27833" y="20598"/>
                        <a:pt x="27962" y="20704"/>
                      </a:cubicBezTo>
                      <a:cubicBezTo>
                        <a:pt x="28119" y="20832"/>
                        <a:pt x="28246" y="20894"/>
                        <a:pt x="28375" y="20894"/>
                      </a:cubicBezTo>
                      <a:cubicBezTo>
                        <a:pt x="28384" y="20894"/>
                        <a:pt x="28392" y="20893"/>
                        <a:pt x="28400" y="20893"/>
                      </a:cubicBezTo>
                      <a:cubicBezTo>
                        <a:pt x="28408" y="20893"/>
                        <a:pt x="28416" y="20894"/>
                        <a:pt x="28424" y="20894"/>
                      </a:cubicBezTo>
                      <a:cubicBezTo>
                        <a:pt x="28554" y="20894"/>
                        <a:pt x="28680" y="20832"/>
                        <a:pt x="28838" y="20704"/>
                      </a:cubicBezTo>
                      <a:cubicBezTo>
                        <a:pt x="28968" y="20598"/>
                        <a:pt x="29102" y="20497"/>
                        <a:pt x="29234" y="20395"/>
                      </a:cubicBezTo>
                      <a:cubicBezTo>
                        <a:pt x="29805" y="19981"/>
                        <a:pt x="30376" y="19568"/>
                        <a:pt x="30948" y="19155"/>
                      </a:cubicBezTo>
                      <a:cubicBezTo>
                        <a:pt x="33276" y="17491"/>
                        <a:pt x="35606" y="15827"/>
                        <a:pt x="37936" y="14162"/>
                      </a:cubicBezTo>
                      <a:cubicBezTo>
                        <a:pt x="39194" y="13274"/>
                        <a:pt x="40448" y="12384"/>
                        <a:pt x="41702" y="11490"/>
                      </a:cubicBezTo>
                      <a:cubicBezTo>
                        <a:pt x="42275" y="11082"/>
                        <a:pt x="42844" y="10670"/>
                        <a:pt x="43416" y="10260"/>
                      </a:cubicBezTo>
                      <a:cubicBezTo>
                        <a:pt x="44872" y="9231"/>
                        <a:pt x="46329" y="8205"/>
                        <a:pt x="47763" y="7148"/>
                      </a:cubicBezTo>
                      <a:cubicBezTo>
                        <a:pt x="48532" y="6582"/>
                        <a:pt x="49338" y="6064"/>
                        <a:pt x="50097" y="5485"/>
                      </a:cubicBezTo>
                      <a:cubicBezTo>
                        <a:pt x="51347" y="4602"/>
                        <a:pt x="52594" y="3717"/>
                        <a:pt x="53838" y="2827"/>
                      </a:cubicBezTo>
                      <a:cubicBezTo>
                        <a:pt x="54882" y="2080"/>
                        <a:pt x="55909" y="1309"/>
                        <a:pt x="56947" y="553"/>
                      </a:cubicBezTo>
                      <a:cubicBezTo>
                        <a:pt x="56888" y="494"/>
                        <a:pt x="56824" y="439"/>
                        <a:pt x="56756" y="389"/>
                      </a:cubicBezTo>
                      <a:cubicBezTo>
                        <a:pt x="56422" y="136"/>
                        <a:pt x="56015" y="0"/>
                        <a:pt x="55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4440;p111">
                  <a:extLst>
                    <a:ext uri="{FF2B5EF4-FFF2-40B4-BE49-F238E27FC236}">
                      <a16:creationId xmlns:a16="http://schemas.microsoft.com/office/drawing/2014/main" id="{7A66D090-0312-9120-FC76-DB5A3A3BA04F}"/>
                    </a:ext>
                  </a:extLst>
                </p:cNvPr>
                <p:cNvSpPr/>
                <p:nvPr/>
              </p:nvSpPr>
              <p:spPr>
                <a:xfrm>
                  <a:off x="5171909" y="3672859"/>
                  <a:ext cx="696446" cy="420115"/>
                </a:xfrm>
                <a:custGeom>
                  <a:avLst/>
                  <a:gdLst/>
                  <a:ahLst/>
                  <a:cxnLst/>
                  <a:rect l="l" t="t" r="r" b="b"/>
                  <a:pathLst>
                    <a:path w="58013" h="34995" extrusionOk="0">
                      <a:moveTo>
                        <a:pt x="57238" y="0"/>
                      </a:moveTo>
                      <a:cubicBezTo>
                        <a:pt x="55965" y="939"/>
                        <a:pt x="54667" y="1837"/>
                        <a:pt x="53380" y="2755"/>
                      </a:cubicBezTo>
                      <a:cubicBezTo>
                        <a:pt x="52556" y="3343"/>
                        <a:pt x="51732" y="3931"/>
                        <a:pt x="50908" y="4519"/>
                      </a:cubicBezTo>
                      <a:cubicBezTo>
                        <a:pt x="50596" y="4715"/>
                        <a:pt x="50299" y="4940"/>
                        <a:pt x="50004" y="5163"/>
                      </a:cubicBezTo>
                      <a:cubicBezTo>
                        <a:pt x="46568" y="7624"/>
                        <a:pt x="43128" y="10080"/>
                        <a:pt x="39686" y="12534"/>
                      </a:cubicBezTo>
                      <a:cubicBezTo>
                        <a:pt x="36895" y="14525"/>
                        <a:pt x="34111" y="16526"/>
                        <a:pt x="31334" y="18538"/>
                      </a:cubicBezTo>
                      <a:cubicBezTo>
                        <a:pt x="30714" y="18987"/>
                        <a:pt x="30038" y="19366"/>
                        <a:pt x="29457" y="19867"/>
                      </a:cubicBezTo>
                      <a:cubicBezTo>
                        <a:pt x="29253" y="20041"/>
                        <a:pt x="29068" y="20123"/>
                        <a:pt x="28883" y="20127"/>
                      </a:cubicBezTo>
                      <a:cubicBezTo>
                        <a:pt x="28696" y="20123"/>
                        <a:pt x="28511" y="20041"/>
                        <a:pt x="28309" y="19867"/>
                      </a:cubicBezTo>
                      <a:cubicBezTo>
                        <a:pt x="27726" y="19366"/>
                        <a:pt x="27052" y="18987"/>
                        <a:pt x="26430" y="18538"/>
                      </a:cubicBezTo>
                      <a:cubicBezTo>
                        <a:pt x="23657" y="16523"/>
                        <a:pt x="20873" y="14522"/>
                        <a:pt x="18080" y="12534"/>
                      </a:cubicBezTo>
                      <a:cubicBezTo>
                        <a:pt x="14640" y="10078"/>
                        <a:pt x="11201" y="7621"/>
                        <a:pt x="7760" y="5163"/>
                      </a:cubicBezTo>
                      <a:cubicBezTo>
                        <a:pt x="7466" y="4940"/>
                        <a:pt x="7169" y="4716"/>
                        <a:pt x="6857" y="4519"/>
                      </a:cubicBezTo>
                      <a:cubicBezTo>
                        <a:pt x="6034" y="3930"/>
                        <a:pt x="5211" y="3342"/>
                        <a:pt x="4385" y="2755"/>
                      </a:cubicBezTo>
                      <a:cubicBezTo>
                        <a:pt x="3144" y="1868"/>
                        <a:pt x="1889" y="1000"/>
                        <a:pt x="658" y="98"/>
                      </a:cubicBezTo>
                      <a:cubicBezTo>
                        <a:pt x="596" y="152"/>
                        <a:pt x="537" y="209"/>
                        <a:pt x="483" y="271"/>
                      </a:cubicBezTo>
                      <a:cubicBezTo>
                        <a:pt x="172" y="622"/>
                        <a:pt x="1" y="1076"/>
                        <a:pt x="1" y="1546"/>
                      </a:cubicBezTo>
                      <a:lnTo>
                        <a:pt x="1" y="33062"/>
                      </a:lnTo>
                      <a:cubicBezTo>
                        <a:pt x="1" y="34126"/>
                        <a:pt x="870" y="34995"/>
                        <a:pt x="1934" y="34995"/>
                      </a:cubicBezTo>
                      <a:lnTo>
                        <a:pt x="56078" y="34995"/>
                      </a:lnTo>
                      <a:cubicBezTo>
                        <a:pt x="57142" y="34995"/>
                        <a:pt x="58013" y="34126"/>
                        <a:pt x="58013" y="33062"/>
                      </a:cubicBezTo>
                      <a:lnTo>
                        <a:pt x="58013" y="1546"/>
                      </a:lnTo>
                      <a:cubicBezTo>
                        <a:pt x="58012" y="1026"/>
                        <a:pt x="57802" y="528"/>
                        <a:pt x="57429" y="164"/>
                      </a:cubicBezTo>
                      <a:cubicBezTo>
                        <a:pt x="57370" y="105"/>
                        <a:pt x="57306" y="50"/>
                        <a:pt x="5723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4441;p111">
                  <a:extLst>
                    <a:ext uri="{FF2B5EF4-FFF2-40B4-BE49-F238E27FC236}">
                      <a16:creationId xmlns:a16="http://schemas.microsoft.com/office/drawing/2014/main" id="{23977B75-153E-43FF-1C23-FE851F7B03C2}"/>
                    </a:ext>
                  </a:extLst>
                </p:cNvPr>
                <p:cNvSpPr/>
                <p:nvPr/>
              </p:nvSpPr>
              <p:spPr>
                <a:xfrm>
                  <a:off x="5707884" y="3558331"/>
                  <a:ext cx="219716" cy="219716"/>
                </a:xfrm>
                <a:custGeom>
                  <a:avLst/>
                  <a:gdLst/>
                  <a:ahLst/>
                  <a:cxnLst/>
                  <a:rect l="l" t="t" r="r" b="b"/>
                  <a:pathLst>
                    <a:path w="18302" h="18302" extrusionOk="0">
                      <a:moveTo>
                        <a:pt x="9151" y="0"/>
                      </a:moveTo>
                      <a:cubicBezTo>
                        <a:pt x="6724" y="0"/>
                        <a:pt x="4397" y="965"/>
                        <a:pt x="2681" y="2681"/>
                      </a:cubicBezTo>
                      <a:cubicBezTo>
                        <a:pt x="965" y="4397"/>
                        <a:pt x="0" y="6724"/>
                        <a:pt x="0" y="9151"/>
                      </a:cubicBezTo>
                      <a:cubicBezTo>
                        <a:pt x="0" y="11578"/>
                        <a:pt x="965" y="13906"/>
                        <a:pt x="2681" y="15622"/>
                      </a:cubicBezTo>
                      <a:cubicBezTo>
                        <a:pt x="4397" y="17337"/>
                        <a:pt x="6724" y="18301"/>
                        <a:pt x="9151" y="18301"/>
                      </a:cubicBezTo>
                      <a:cubicBezTo>
                        <a:pt x="11578" y="18301"/>
                        <a:pt x="13906" y="17337"/>
                        <a:pt x="15622" y="15622"/>
                      </a:cubicBezTo>
                      <a:cubicBezTo>
                        <a:pt x="17337" y="13906"/>
                        <a:pt x="18301" y="11578"/>
                        <a:pt x="18301" y="9151"/>
                      </a:cubicBezTo>
                      <a:cubicBezTo>
                        <a:pt x="18301" y="6724"/>
                        <a:pt x="17337" y="4397"/>
                        <a:pt x="15622" y="2681"/>
                      </a:cubicBezTo>
                      <a:cubicBezTo>
                        <a:pt x="13906" y="965"/>
                        <a:pt x="11578" y="0"/>
                        <a:pt x="9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4442;p111">
                  <a:extLst>
                    <a:ext uri="{FF2B5EF4-FFF2-40B4-BE49-F238E27FC236}">
                      <a16:creationId xmlns:a16="http://schemas.microsoft.com/office/drawing/2014/main" id="{783332B3-DAE0-CC7A-222C-19F63B5C72A9}"/>
                    </a:ext>
                  </a:extLst>
                </p:cNvPr>
                <p:cNvSpPr/>
                <p:nvPr/>
              </p:nvSpPr>
              <p:spPr>
                <a:xfrm>
                  <a:off x="5785100" y="3615319"/>
                  <a:ext cx="53722" cy="105740"/>
                </a:xfrm>
                <a:custGeom>
                  <a:avLst/>
                  <a:gdLst/>
                  <a:ahLst/>
                  <a:cxnLst/>
                  <a:rect l="l" t="t" r="r" b="b"/>
                  <a:pathLst>
                    <a:path w="4475" h="8808" extrusionOk="0">
                      <a:moveTo>
                        <a:pt x="3625" y="0"/>
                      </a:moveTo>
                      <a:cubicBezTo>
                        <a:pt x="3443" y="0"/>
                        <a:pt x="3242" y="38"/>
                        <a:pt x="3038" y="95"/>
                      </a:cubicBezTo>
                      <a:cubicBezTo>
                        <a:pt x="1890" y="418"/>
                        <a:pt x="1151" y="1412"/>
                        <a:pt x="243" y="2129"/>
                      </a:cubicBezTo>
                      <a:cubicBezTo>
                        <a:pt x="0" y="2321"/>
                        <a:pt x="199" y="2519"/>
                        <a:pt x="314" y="2708"/>
                      </a:cubicBezTo>
                      <a:cubicBezTo>
                        <a:pt x="571" y="3131"/>
                        <a:pt x="798" y="3280"/>
                        <a:pt x="1013" y="3280"/>
                      </a:cubicBezTo>
                      <a:cubicBezTo>
                        <a:pt x="1496" y="3280"/>
                        <a:pt x="1923" y="2531"/>
                        <a:pt x="2514" y="2460"/>
                      </a:cubicBezTo>
                      <a:lnTo>
                        <a:pt x="2514" y="2460"/>
                      </a:lnTo>
                      <a:cubicBezTo>
                        <a:pt x="2514" y="4333"/>
                        <a:pt x="2545" y="6130"/>
                        <a:pt x="2499" y="7925"/>
                      </a:cubicBezTo>
                      <a:cubicBezTo>
                        <a:pt x="2479" y="8694"/>
                        <a:pt x="2834" y="8794"/>
                        <a:pt x="3475" y="8807"/>
                      </a:cubicBezTo>
                      <a:cubicBezTo>
                        <a:pt x="3499" y="8808"/>
                        <a:pt x="3522" y="8808"/>
                        <a:pt x="3545" y="8808"/>
                      </a:cubicBezTo>
                      <a:cubicBezTo>
                        <a:pt x="4173" y="8808"/>
                        <a:pt x="4428" y="8614"/>
                        <a:pt x="4416" y="7909"/>
                      </a:cubicBezTo>
                      <a:cubicBezTo>
                        <a:pt x="4375" y="5662"/>
                        <a:pt x="4324" y="3410"/>
                        <a:pt x="4432" y="1167"/>
                      </a:cubicBezTo>
                      <a:cubicBezTo>
                        <a:pt x="4475" y="272"/>
                        <a:pt x="4114" y="0"/>
                        <a:pt x="36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59" name="Google Shape;4443;p111">
              <a:extLst>
                <a:ext uri="{FF2B5EF4-FFF2-40B4-BE49-F238E27FC236}">
                  <a16:creationId xmlns:a16="http://schemas.microsoft.com/office/drawing/2014/main" id="{A4D3E310-7737-62AA-7F21-D5CE671C108A}"/>
                </a:ext>
              </a:extLst>
            </p:cNvPr>
            <p:cNvSpPr/>
            <p:nvPr/>
          </p:nvSpPr>
          <p:spPr>
            <a:xfrm>
              <a:off x="5504063" y="3047266"/>
              <a:ext cx="696770" cy="144948"/>
            </a:xfrm>
            <a:custGeom>
              <a:avLst/>
              <a:gdLst/>
              <a:ahLst/>
              <a:cxnLst/>
              <a:rect l="l" t="t" r="r" b="b"/>
              <a:pathLst>
                <a:path w="58040" h="12074" extrusionOk="0">
                  <a:moveTo>
                    <a:pt x="57460" y="1"/>
                  </a:moveTo>
                  <a:cubicBezTo>
                    <a:pt x="57230" y="1"/>
                    <a:pt x="56966" y="127"/>
                    <a:pt x="56729" y="157"/>
                  </a:cubicBezTo>
                  <a:cubicBezTo>
                    <a:pt x="51344" y="859"/>
                    <a:pt x="45955" y="1529"/>
                    <a:pt x="40572" y="2251"/>
                  </a:cubicBezTo>
                  <a:cubicBezTo>
                    <a:pt x="35614" y="2915"/>
                    <a:pt x="30675" y="3736"/>
                    <a:pt x="25705" y="4292"/>
                  </a:cubicBezTo>
                  <a:cubicBezTo>
                    <a:pt x="21121" y="4803"/>
                    <a:pt x="2493" y="7494"/>
                    <a:pt x="190" y="7494"/>
                  </a:cubicBezTo>
                  <a:cubicBezTo>
                    <a:pt x="181" y="7494"/>
                    <a:pt x="173" y="7494"/>
                    <a:pt x="164" y="7494"/>
                  </a:cubicBezTo>
                  <a:lnTo>
                    <a:pt x="164" y="7494"/>
                  </a:lnTo>
                  <a:cubicBezTo>
                    <a:pt x="0" y="8878"/>
                    <a:pt x="1092" y="8731"/>
                    <a:pt x="1865" y="8784"/>
                  </a:cubicBezTo>
                  <a:cubicBezTo>
                    <a:pt x="5270" y="9014"/>
                    <a:pt x="8650" y="9502"/>
                    <a:pt x="12054" y="9724"/>
                  </a:cubicBezTo>
                  <a:cubicBezTo>
                    <a:pt x="23638" y="10480"/>
                    <a:pt x="35221" y="11236"/>
                    <a:pt x="46805" y="11990"/>
                  </a:cubicBezTo>
                  <a:cubicBezTo>
                    <a:pt x="47228" y="12017"/>
                    <a:pt x="47664" y="12074"/>
                    <a:pt x="48086" y="12074"/>
                  </a:cubicBezTo>
                  <a:cubicBezTo>
                    <a:pt x="48815" y="12074"/>
                    <a:pt x="49504" y="11905"/>
                    <a:pt x="50021" y="11126"/>
                  </a:cubicBezTo>
                  <a:cubicBezTo>
                    <a:pt x="52495" y="7824"/>
                    <a:pt x="54962" y="4516"/>
                    <a:pt x="57453" y="1228"/>
                  </a:cubicBezTo>
                  <a:cubicBezTo>
                    <a:pt x="57685" y="922"/>
                    <a:pt x="58039" y="604"/>
                    <a:pt x="57874" y="275"/>
                  </a:cubicBezTo>
                  <a:cubicBezTo>
                    <a:pt x="57769" y="65"/>
                    <a:pt x="57624" y="1"/>
                    <a:pt x="574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0" name="Google Shape;4444;p111">
              <a:extLst>
                <a:ext uri="{FF2B5EF4-FFF2-40B4-BE49-F238E27FC236}">
                  <a16:creationId xmlns:a16="http://schemas.microsoft.com/office/drawing/2014/main" id="{E3940BCB-8AD0-30C5-0997-00344D323A24}"/>
                </a:ext>
              </a:extLst>
            </p:cNvPr>
            <p:cNvGrpSpPr/>
            <p:nvPr/>
          </p:nvGrpSpPr>
          <p:grpSpPr>
            <a:xfrm>
              <a:off x="5475731" y="3137220"/>
              <a:ext cx="912020" cy="1064976"/>
              <a:chOff x="5475731" y="3137220"/>
              <a:chExt cx="912020" cy="1064976"/>
            </a:xfrm>
          </p:grpSpPr>
          <p:sp>
            <p:nvSpPr>
              <p:cNvPr id="583" name="Google Shape;4445;p111">
                <a:extLst>
                  <a:ext uri="{FF2B5EF4-FFF2-40B4-BE49-F238E27FC236}">
                    <a16:creationId xmlns:a16="http://schemas.microsoft.com/office/drawing/2014/main" id="{F9AAC7D4-9E67-D3DA-2049-41835D86C1F4}"/>
                  </a:ext>
                </a:extLst>
              </p:cNvPr>
              <p:cNvSpPr/>
              <p:nvPr/>
            </p:nvSpPr>
            <p:spPr>
              <a:xfrm>
                <a:off x="5809314" y="3256873"/>
                <a:ext cx="151635" cy="94491"/>
              </a:xfrm>
              <a:custGeom>
                <a:avLst/>
                <a:gdLst/>
                <a:ahLst/>
                <a:cxnLst/>
                <a:rect l="l" t="t" r="r" b="b"/>
                <a:pathLst>
                  <a:path w="12631" h="7871" extrusionOk="0">
                    <a:moveTo>
                      <a:pt x="11609" y="1"/>
                    </a:moveTo>
                    <a:cubicBezTo>
                      <a:pt x="11373" y="1"/>
                      <a:pt x="11107" y="82"/>
                      <a:pt x="10828" y="243"/>
                    </a:cubicBezTo>
                    <a:cubicBezTo>
                      <a:pt x="8443" y="1623"/>
                      <a:pt x="6049" y="2990"/>
                      <a:pt x="3662" y="4367"/>
                    </a:cubicBezTo>
                    <a:cubicBezTo>
                      <a:pt x="2617" y="4969"/>
                      <a:pt x="1575" y="5578"/>
                      <a:pt x="538" y="6195"/>
                    </a:cubicBezTo>
                    <a:cubicBezTo>
                      <a:pt x="132" y="6438"/>
                      <a:pt x="1" y="6829"/>
                      <a:pt x="141" y="7263"/>
                    </a:cubicBezTo>
                    <a:cubicBezTo>
                      <a:pt x="261" y="7631"/>
                      <a:pt x="533" y="7870"/>
                      <a:pt x="1024" y="7870"/>
                    </a:cubicBezTo>
                    <a:cubicBezTo>
                      <a:pt x="1030" y="7870"/>
                      <a:pt x="1036" y="7870"/>
                      <a:pt x="1042" y="7870"/>
                    </a:cubicBezTo>
                    <a:cubicBezTo>
                      <a:pt x="1050" y="7870"/>
                      <a:pt x="1057" y="7870"/>
                      <a:pt x="1065" y="7870"/>
                    </a:cubicBezTo>
                    <a:cubicBezTo>
                      <a:pt x="1234" y="7870"/>
                      <a:pt x="1429" y="7772"/>
                      <a:pt x="1633" y="7650"/>
                    </a:cubicBezTo>
                    <a:cubicBezTo>
                      <a:pt x="2634" y="7055"/>
                      <a:pt x="3648" y="6481"/>
                      <a:pt x="4656" y="5898"/>
                    </a:cubicBezTo>
                    <a:cubicBezTo>
                      <a:pt x="7042" y="4519"/>
                      <a:pt x="9431" y="3146"/>
                      <a:pt x="11809" y="1755"/>
                    </a:cubicBezTo>
                    <a:cubicBezTo>
                      <a:pt x="12461" y="1374"/>
                      <a:pt x="12630" y="905"/>
                      <a:pt x="12356" y="436"/>
                    </a:cubicBezTo>
                    <a:cubicBezTo>
                      <a:pt x="12185" y="144"/>
                      <a:pt x="11923" y="1"/>
                      <a:pt x="116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4446;p111">
                <a:extLst>
                  <a:ext uri="{FF2B5EF4-FFF2-40B4-BE49-F238E27FC236}">
                    <a16:creationId xmlns:a16="http://schemas.microsoft.com/office/drawing/2014/main" id="{2D202ABE-DCD0-0B2C-3E8D-9DE33D5F8ACB}"/>
                  </a:ext>
                </a:extLst>
              </p:cNvPr>
              <p:cNvSpPr/>
              <p:nvPr/>
            </p:nvSpPr>
            <p:spPr>
              <a:xfrm>
                <a:off x="5475743" y="3137220"/>
                <a:ext cx="645605" cy="204277"/>
              </a:xfrm>
              <a:custGeom>
                <a:avLst/>
                <a:gdLst/>
                <a:ahLst/>
                <a:cxnLst/>
                <a:rect l="l" t="t" r="r" b="b"/>
                <a:pathLst>
                  <a:path w="53778" h="17016" extrusionOk="0">
                    <a:moveTo>
                      <a:pt x="2524" y="1"/>
                    </a:moveTo>
                    <a:cubicBezTo>
                      <a:pt x="1675" y="118"/>
                      <a:pt x="799" y="73"/>
                      <a:pt x="1" y="459"/>
                    </a:cubicBezTo>
                    <a:cubicBezTo>
                      <a:pt x="2000" y="1825"/>
                      <a:pt x="4298" y="2319"/>
                      <a:pt x="6632" y="2641"/>
                    </a:cubicBezTo>
                    <a:cubicBezTo>
                      <a:pt x="7268" y="2729"/>
                      <a:pt x="7827" y="2911"/>
                      <a:pt x="8388" y="3170"/>
                    </a:cubicBezTo>
                    <a:cubicBezTo>
                      <a:pt x="12108" y="3356"/>
                      <a:pt x="15636" y="4685"/>
                      <a:pt x="19333" y="5021"/>
                    </a:cubicBezTo>
                    <a:cubicBezTo>
                      <a:pt x="21875" y="5344"/>
                      <a:pt x="24362" y="5922"/>
                      <a:pt x="26823" y="6629"/>
                    </a:cubicBezTo>
                    <a:cubicBezTo>
                      <a:pt x="32329" y="7350"/>
                      <a:pt x="37740" y="8595"/>
                      <a:pt x="43193" y="9616"/>
                    </a:cubicBezTo>
                    <a:cubicBezTo>
                      <a:pt x="43356" y="9646"/>
                      <a:pt x="43521" y="9653"/>
                      <a:pt x="43687" y="9653"/>
                    </a:cubicBezTo>
                    <a:cubicBezTo>
                      <a:pt x="43822" y="9653"/>
                      <a:pt x="43957" y="9649"/>
                      <a:pt x="44091" y="9649"/>
                    </a:cubicBezTo>
                    <a:cubicBezTo>
                      <a:pt x="44406" y="9649"/>
                      <a:pt x="44717" y="9673"/>
                      <a:pt x="45010" y="9841"/>
                    </a:cubicBezTo>
                    <a:cubicBezTo>
                      <a:pt x="45722" y="10190"/>
                      <a:pt x="46492" y="10247"/>
                      <a:pt x="47265" y="10274"/>
                    </a:cubicBezTo>
                    <a:cubicBezTo>
                      <a:pt x="48478" y="11161"/>
                      <a:pt x="49275" y="12423"/>
                      <a:pt x="50199" y="13565"/>
                    </a:cubicBezTo>
                    <a:cubicBezTo>
                      <a:pt x="51087" y="14665"/>
                      <a:pt x="51929" y="15798"/>
                      <a:pt x="53030" y="16702"/>
                    </a:cubicBezTo>
                    <a:cubicBezTo>
                      <a:pt x="53138" y="16960"/>
                      <a:pt x="53325" y="17015"/>
                      <a:pt x="53535" y="17015"/>
                    </a:cubicBezTo>
                    <a:cubicBezTo>
                      <a:pt x="53614" y="17015"/>
                      <a:pt x="53696" y="17008"/>
                      <a:pt x="53778" y="17000"/>
                    </a:cubicBezTo>
                    <a:cubicBezTo>
                      <a:pt x="53342" y="13096"/>
                      <a:pt x="52907" y="9193"/>
                      <a:pt x="52474" y="5288"/>
                    </a:cubicBezTo>
                    <a:cubicBezTo>
                      <a:pt x="52414" y="4740"/>
                      <a:pt x="52409" y="4184"/>
                      <a:pt x="52380" y="3633"/>
                    </a:cubicBezTo>
                    <a:cubicBezTo>
                      <a:pt x="51819" y="3659"/>
                      <a:pt x="51255" y="3730"/>
                      <a:pt x="50697" y="3730"/>
                    </a:cubicBezTo>
                    <a:cubicBezTo>
                      <a:pt x="50580" y="3730"/>
                      <a:pt x="50463" y="3727"/>
                      <a:pt x="50346" y="3719"/>
                    </a:cubicBezTo>
                    <a:cubicBezTo>
                      <a:pt x="35102" y="2755"/>
                      <a:pt x="2930" y="1029"/>
                      <a:pt x="25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4447;p111">
                <a:extLst>
                  <a:ext uri="{FF2B5EF4-FFF2-40B4-BE49-F238E27FC236}">
                    <a16:creationId xmlns:a16="http://schemas.microsoft.com/office/drawing/2014/main" id="{FED882BA-871C-4595-FA10-65179144582E}"/>
                  </a:ext>
                </a:extLst>
              </p:cNvPr>
              <p:cNvSpPr/>
              <p:nvPr/>
            </p:nvSpPr>
            <p:spPr>
              <a:xfrm>
                <a:off x="6013627" y="3252612"/>
                <a:ext cx="107721" cy="88705"/>
              </a:xfrm>
              <a:custGeom>
                <a:avLst/>
                <a:gdLst/>
                <a:ahLst/>
                <a:cxnLst/>
                <a:rect l="l" t="t" r="r" b="b"/>
                <a:pathLst>
                  <a:path w="8973" h="7389" extrusionOk="0">
                    <a:moveTo>
                      <a:pt x="3164" y="0"/>
                    </a:moveTo>
                    <a:lnTo>
                      <a:pt x="20" y="4415"/>
                    </a:lnTo>
                    <a:cubicBezTo>
                      <a:pt x="1" y="4832"/>
                      <a:pt x="195" y="5453"/>
                      <a:pt x="195" y="5453"/>
                    </a:cubicBezTo>
                    <a:lnTo>
                      <a:pt x="8973" y="7388"/>
                    </a:lnTo>
                    <a:cubicBezTo>
                      <a:pt x="8973" y="7388"/>
                      <a:pt x="4004" y="1056"/>
                      <a:pt x="316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4448;p111">
                <a:extLst>
                  <a:ext uri="{FF2B5EF4-FFF2-40B4-BE49-F238E27FC236}">
                    <a16:creationId xmlns:a16="http://schemas.microsoft.com/office/drawing/2014/main" id="{264B136D-2BE1-187A-C58F-7EDF70302ADF}"/>
                  </a:ext>
                </a:extLst>
              </p:cNvPr>
              <p:cNvSpPr/>
              <p:nvPr/>
            </p:nvSpPr>
            <p:spPr>
              <a:xfrm>
                <a:off x="5475731" y="3142718"/>
                <a:ext cx="578353" cy="274434"/>
              </a:xfrm>
              <a:custGeom>
                <a:avLst/>
                <a:gdLst/>
                <a:ahLst/>
                <a:cxnLst/>
                <a:rect l="l" t="t" r="r" b="b"/>
                <a:pathLst>
                  <a:path w="48176" h="22860" extrusionOk="0">
                    <a:moveTo>
                      <a:pt x="1" y="1"/>
                    </a:moveTo>
                    <a:cubicBezTo>
                      <a:pt x="1640" y="2032"/>
                      <a:pt x="34306" y="20712"/>
                      <a:pt x="36219" y="21864"/>
                    </a:cubicBezTo>
                    <a:cubicBezTo>
                      <a:pt x="36315" y="21998"/>
                      <a:pt x="36413" y="22130"/>
                      <a:pt x="36509" y="22265"/>
                    </a:cubicBezTo>
                    <a:cubicBezTo>
                      <a:pt x="36849" y="22619"/>
                      <a:pt x="37214" y="22860"/>
                      <a:pt x="37633" y="22860"/>
                    </a:cubicBezTo>
                    <a:cubicBezTo>
                      <a:pt x="37842" y="22860"/>
                      <a:pt x="38063" y="22800"/>
                      <a:pt x="38302" y="22666"/>
                    </a:cubicBezTo>
                    <a:cubicBezTo>
                      <a:pt x="38677" y="22394"/>
                      <a:pt x="48175" y="11220"/>
                      <a:pt x="47970" y="9154"/>
                    </a:cubicBezTo>
                    <a:cubicBezTo>
                      <a:pt x="47090" y="9079"/>
                      <a:pt x="2818" y="652"/>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4449;p111">
                <a:extLst>
                  <a:ext uri="{FF2B5EF4-FFF2-40B4-BE49-F238E27FC236}">
                    <a16:creationId xmlns:a16="http://schemas.microsoft.com/office/drawing/2014/main" id="{2FBF66DB-3925-8153-4807-246DC29B7EE4}"/>
                  </a:ext>
                </a:extLst>
              </p:cNvPr>
              <p:cNvSpPr/>
              <p:nvPr/>
            </p:nvSpPr>
            <p:spPr>
              <a:xfrm>
                <a:off x="6123545" y="3349324"/>
                <a:ext cx="49989" cy="30409"/>
              </a:xfrm>
              <a:custGeom>
                <a:avLst/>
                <a:gdLst/>
                <a:ahLst/>
                <a:cxnLst/>
                <a:rect l="l" t="t" r="r" b="b"/>
                <a:pathLst>
                  <a:path w="4164" h="2533" extrusionOk="0">
                    <a:moveTo>
                      <a:pt x="783" y="0"/>
                    </a:moveTo>
                    <a:cubicBezTo>
                      <a:pt x="507" y="0"/>
                      <a:pt x="246" y="167"/>
                      <a:pt x="140" y="439"/>
                    </a:cubicBezTo>
                    <a:cubicBezTo>
                      <a:pt x="1" y="795"/>
                      <a:pt x="176" y="1196"/>
                      <a:pt x="531" y="1334"/>
                    </a:cubicBezTo>
                    <a:cubicBezTo>
                      <a:pt x="1405" y="1676"/>
                      <a:pt x="2276" y="2057"/>
                      <a:pt x="3116" y="2464"/>
                    </a:cubicBezTo>
                    <a:cubicBezTo>
                      <a:pt x="3210" y="2509"/>
                      <a:pt x="3313" y="2533"/>
                      <a:pt x="3417" y="2533"/>
                    </a:cubicBezTo>
                    <a:cubicBezTo>
                      <a:pt x="3418" y="2533"/>
                      <a:pt x="3419" y="2533"/>
                      <a:pt x="3419" y="2533"/>
                    </a:cubicBezTo>
                    <a:cubicBezTo>
                      <a:pt x="3741" y="2533"/>
                      <a:pt x="4019" y="2310"/>
                      <a:pt x="4091" y="1997"/>
                    </a:cubicBezTo>
                    <a:cubicBezTo>
                      <a:pt x="4163" y="1683"/>
                      <a:pt x="4009" y="1361"/>
                      <a:pt x="3718" y="1221"/>
                    </a:cubicBezTo>
                    <a:cubicBezTo>
                      <a:pt x="2845" y="798"/>
                      <a:pt x="1943" y="403"/>
                      <a:pt x="1035" y="48"/>
                    </a:cubicBezTo>
                    <a:cubicBezTo>
                      <a:pt x="952" y="15"/>
                      <a:pt x="867" y="0"/>
                      <a:pt x="78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4450;p111">
                <a:extLst>
                  <a:ext uri="{FF2B5EF4-FFF2-40B4-BE49-F238E27FC236}">
                    <a16:creationId xmlns:a16="http://schemas.microsoft.com/office/drawing/2014/main" id="{EAC60F3D-8DEE-CEE7-B3D6-D93620B285AC}"/>
                  </a:ext>
                </a:extLst>
              </p:cNvPr>
              <p:cNvSpPr/>
              <p:nvPr/>
            </p:nvSpPr>
            <p:spPr>
              <a:xfrm>
                <a:off x="5975451" y="3398412"/>
                <a:ext cx="412300" cy="749868"/>
              </a:xfrm>
              <a:custGeom>
                <a:avLst/>
                <a:gdLst/>
                <a:ahLst/>
                <a:cxnLst/>
                <a:rect l="l" t="t" r="r" b="b"/>
                <a:pathLst>
                  <a:path w="34344" h="62463" extrusionOk="0">
                    <a:moveTo>
                      <a:pt x="20760" y="1"/>
                    </a:moveTo>
                    <a:cubicBezTo>
                      <a:pt x="20542" y="1"/>
                      <a:pt x="20328" y="104"/>
                      <a:pt x="20194" y="296"/>
                    </a:cubicBezTo>
                    <a:cubicBezTo>
                      <a:pt x="19975" y="608"/>
                      <a:pt x="20050" y="1039"/>
                      <a:pt x="20363" y="1258"/>
                    </a:cubicBezTo>
                    <a:cubicBezTo>
                      <a:pt x="21919" y="2346"/>
                      <a:pt x="23381" y="3562"/>
                      <a:pt x="24736" y="4892"/>
                    </a:cubicBezTo>
                    <a:cubicBezTo>
                      <a:pt x="24865" y="5020"/>
                      <a:pt x="25040" y="5091"/>
                      <a:pt x="25220" y="5091"/>
                    </a:cubicBezTo>
                    <a:lnTo>
                      <a:pt x="25221" y="5092"/>
                    </a:lnTo>
                    <a:cubicBezTo>
                      <a:pt x="25501" y="5092"/>
                      <a:pt x="25754" y="4922"/>
                      <a:pt x="25861" y="4662"/>
                    </a:cubicBezTo>
                    <a:cubicBezTo>
                      <a:pt x="25967" y="4403"/>
                      <a:pt x="25906" y="4105"/>
                      <a:pt x="25705" y="3909"/>
                    </a:cubicBezTo>
                    <a:cubicBezTo>
                      <a:pt x="24296" y="2524"/>
                      <a:pt x="22774" y="1259"/>
                      <a:pt x="21156" y="126"/>
                    </a:cubicBezTo>
                    <a:cubicBezTo>
                      <a:pt x="21035" y="42"/>
                      <a:pt x="20897" y="1"/>
                      <a:pt x="20760" y="1"/>
                    </a:cubicBezTo>
                    <a:close/>
                    <a:moveTo>
                      <a:pt x="28987" y="8125"/>
                    </a:moveTo>
                    <a:cubicBezTo>
                      <a:pt x="28849" y="8125"/>
                      <a:pt x="28710" y="8166"/>
                      <a:pt x="28588" y="8252"/>
                    </a:cubicBezTo>
                    <a:cubicBezTo>
                      <a:pt x="28278" y="8471"/>
                      <a:pt x="28203" y="8901"/>
                      <a:pt x="28421" y="9213"/>
                    </a:cubicBezTo>
                    <a:cubicBezTo>
                      <a:pt x="29549" y="10807"/>
                      <a:pt x="30488" y="12461"/>
                      <a:pt x="31212" y="14132"/>
                    </a:cubicBezTo>
                    <a:cubicBezTo>
                      <a:pt x="31321" y="14385"/>
                      <a:pt x="31570" y="14549"/>
                      <a:pt x="31847" y="14549"/>
                    </a:cubicBezTo>
                    <a:cubicBezTo>
                      <a:pt x="32343" y="14549"/>
                      <a:pt x="32677" y="14040"/>
                      <a:pt x="32479" y="13583"/>
                    </a:cubicBezTo>
                    <a:cubicBezTo>
                      <a:pt x="31717" y="11825"/>
                      <a:pt x="30732" y="10087"/>
                      <a:pt x="29549" y="8415"/>
                    </a:cubicBezTo>
                    <a:cubicBezTo>
                      <a:pt x="29415" y="8226"/>
                      <a:pt x="29203" y="8125"/>
                      <a:pt x="28987" y="8125"/>
                    </a:cubicBezTo>
                    <a:close/>
                    <a:moveTo>
                      <a:pt x="33446" y="18737"/>
                    </a:moveTo>
                    <a:cubicBezTo>
                      <a:pt x="33415" y="18737"/>
                      <a:pt x="33384" y="18739"/>
                      <a:pt x="33353" y="18743"/>
                    </a:cubicBezTo>
                    <a:cubicBezTo>
                      <a:pt x="32977" y="18795"/>
                      <a:pt x="32712" y="19138"/>
                      <a:pt x="32760" y="19515"/>
                    </a:cubicBezTo>
                    <a:cubicBezTo>
                      <a:pt x="32808" y="19874"/>
                      <a:pt x="32845" y="20236"/>
                      <a:pt x="32872" y="20620"/>
                    </a:cubicBezTo>
                    <a:cubicBezTo>
                      <a:pt x="32930" y="21165"/>
                      <a:pt x="32961" y="21712"/>
                      <a:pt x="32961" y="22260"/>
                    </a:cubicBezTo>
                    <a:cubicBezTo>
                      <a:pt x="32961" y="23225"/>
                      <a:pt x="32862" y="24161"/>
                      <a:pt x="32667" y="25045"/>
                    </a:cubicBezTo>
                    <a:cubicBezTo>
                      <a:pt x="32573" y="25476"/>
                      <a:pt x="32901" y="25885"/>
                      <a:pt x="33343" y="25886"/>
                    </a:cubicBezTo>
                    <a:cubicBezTo>
                      <a:pt x="33667" y="25885"/>
                      <a:pt x="33947" y="25660"/>
                      <a:pt x="34016" y="25344"/>
                    </a:cubicBezTo>
                    <a:cubicBezTo>
                      <a:pt x="34233" y="24361"/>
                      <a:pt x="34343" y="23324"/>
                      <a:pt x="34343" y="22260"/>
                    </a:cubicBezTo>
                    <a:cubicBezTo>
                      <a:pt x="34343" y="21672"/>
                      <a:pt x="34310" y="21085"/>
                      <a:pt x="34248" y="20501"/>
                    </a:cubicBezTo>
                    <a:cubicBezTo>
                      <a:pt x="34221" y="20113"/>
                      <a:pt x="34182" y="19719"/>
                      <a:pt x="34130" y="19330"/>
                    </a:cubicBezTo>
                    <a:cubicBezTo>
                      <a:pt x="34081" y="18985"/>
                      <a:pt x="33785" y="18737"/>
                      <a:pt x="33446" y="18737"/>
                    </a:cubicBezTo>
                    <a:close/>
                    <a:moveTo>
                      <a:pt x="10154" y="25478"/>
                    </a:moveTo>
                    <a:cubicBezTo>
                      <a:pt x="9868" y="25478"/>
                      <a:pt x="9602" y="25656"/>
                      <a:pt x="9503" y="25940"/>
                    </a:cubicBezTo>
                    <a:cubicBezTo>
                      <a:pt x="9377" y="26298"/>
                      <a:pt x="9564" y="26689"/>
                      <a:pt x="9919" y="26818"/>
                    </a:cubicBezTo>
                    <a:cubicBezTo>
                      <a:pt x="11187" y="27262"/>
                      <a:pt x="12528" y="28553"/>
                      <a:pt x="13693" y="30452"/>
                    </a:cubicBezTo>
                    <a:cubicBezTo>
                      <a:pt x="13819" y="30657"/>
                      <a:pt x="14042" y="30782"/>
                      <a:pt x="14283" y="30782"/>
                    </a:cubicBezTo>
                    <a:cubicBezTo>
                      <a:pt x="14822" y="30781"/>
                      <a:pt x="15153" y="30190"/>
                      <a:pt x="14871" y="29730"/>
                    </a:cubicBezTo>
                    <a:cubicBezTo>
                      <a:pt x="13521" y="27528"/>
                      <a:pt x="11966" y="26070"/>
                      <a:pt x="10375" y="25514"/>
                    </a:cubicBezTo>
                    <a:cubicBezTo>
                      <a:pt x="10302" y="25489"/>
                      <a:pt x="10228" y="25478"/>
                      <a:pt x="10154" y="25478"/>
                    </a:cubicBezTo>
                    <a:close/>
                    <a:moveTo>
                      <a:pt x="4701" y="26650"/>
                    </a:moveTo>
                    <a:cubicBezTo>
                      <a:pt x="4571" y="26650"/>
                      <a:pt x="4439" y="26687"/>
                      <a:pt x="4322" y="26764"/>
                    </a:cubicBezTo>
                    <a:cubicBezTo>
                      <a:pt x="1992" y="28290"/>
                      <a:pt x="584" y="29816"/>
                      <a:pt x="134" y="31295"/>
                    </a:cubicBezTo>
                    <a:cubicBezTo>
                      <a:pt x="0" y="31739"/>
                      <a:pt x="332" y="32187"/>
                      <a:pt x="796" y="32187"/>
                    </a:cubicBezTo>
                    <a:cubicBezTo>
                      <a:pt x="1099" y="32187"/>
                      <a:pt x="1367" y="31988"/>
                      <a:pt x="1456" y="31696"/>
                    </a:cubicBezTo>
                    <a:cubicBezTo>
                      <a:pt x="1699" y="30898"/>
                      <a:pt x="2524" y="29594"/>
                      <a:pt x="5080" y="27919"/>
                    </a:cubicBezTo>
                    <a:cubicBezTo>
                      <a:pt x="5399" y="27710"/>
                      <a:pt x="5488" y="27282"/>
                      <a:pt x="5279" y="26963"/>
                    </a:cubicBezTo>
                    <a:cubicBezTo>
                      <a:pt x="5146" y="26760"/>
                      <a:pt x="4926" y="26650"/>
                      <a:pt x="4701" y="26650"/>
                    </a:cubicBezTo>
                    <a:close/>
                    <a:moveTo>
                      <a:pt x="30810" y="29660"/>
                    </a:moveTo>
                    <a:cubicBezTo>
                      <a:pt x="30611" y="29660"/>
                      <a:pt x="30415" y="29745"/>
                      <a:pt x="30278" y="29909"/>
                    </a:cubicBezTo>
                    <a:cubicBezTo>
                      <a:pt x="29174" y="31242"/>
                      <a:pt x="27732" y="32413"/>
                      <a:pt x="25991" y="33390"/>
                    </a:cubicBezTo>
                    <a:cubicBezTo>
                      <a:pt x="25717" y="33545"/>
                      <a:pt x="25581" y="33864"/>
                      <a:pt x="25661" y="34168"/>
                    </a:cubicBezTo>
                    <a:cubicBezTo>
                      <a:pt x="25740" y="34473"/>
                      <a:pt x="26016" y="34685"/>
                      <a:pt x="26330" y="34685"/>
                    </a:cubicBezTo>
                    <a:cubicBezTo>
                      <a:pt x="26448" y="34684"/>
                      <a:pt x="26564" y="34653"/>
                      <a:pt x="26667" y="34596"/>
                    </a:cubicBezTo>
                    <a:cubicBezTo>
                      <a:pt x="28557" y="33534"/>
                      <a:pt x="30130" y="32254"/>
                      <a:pt x="31342" y="30792"/>
                    </a:cubicBezTo>
                    <a:cubicBezTo>
                      <a:pt x="31584" y="30498"/>
                      <a:pt x="31544" y="30063"/>
                      <a:pt x="31250" y="29819"/>
                    </a:cubicBezTo>
                    <a:cubicBezTo>
                      <a:pt x="31121" y="29712"/>
                      <a:pt x="30965" y="29660"/>
                      <a:pt x="30810" y="29660"/>
                    </a:cubicBezTo>
                    <a:close/>
                    <a:moveTo>
                      <a:pt x="3803" y="35114"/>
                    </a:moveTo>
                    <a:cubicBezTo>
                      <a:pt x="3537" y="35114"/>
                      <a:pt x="3283" y="35268"/>
                      <a:pt x="3169" y="35528"/>
                    </a:cubicBezTo>
                    <a:cubicBezTo>
                      <a:pt x="3016" y="35877"/>
                      <a:pt x="3175" y="36285"/>
                      <a:pt x="3524" y="36439"/>
                    </a:cubicBezTo>
                    <a:cubicBezTo>
                      <a:pt x="5081" y="37120"/>
                      <a:pt x="7101" y="37600"/>
                      <a:pt x="9366" y="37827"/>
                    </a:cubicBezTo>
                    <a:cubicBezTo>
                      <a:pt x="9389" y="37828"/>
                      <a:pt x="9411" y="37829"/>
                      <a:pt x="9435" y="37829"/>
                    </a:cubicBezTo>
                    <a:cubicBezTo>
                      <a:pt x="9804" y="37829"/>
                      <a:pt x="10106" y="37540"/>
                      <a:pt x="10125" y="37173"/>
                    </a:cubicBezTo>
                    <a:cubicBezTo>
                      <a:pt x="10142" y="36805"/>
                      <a:pt x="9869" y="36488"/>
                      <a:pt x="9503" y="36451"/>
                    </a:cubicBezTo>
                    <a:cubicBezTo>
                      <a:pt x="7380" y="36239"/>
                      <a:pt x="5505" y="35797"/>
                      <a:pt x="4080" y="35172"/>
                    </a:cubicBezTo>
                    <a:cubicBezTo>
                      <a:pt x="3989" y="35133"/>
                      <a:pt x="3895" y="35114"/>
                      <a:pt x="3803" y="35114"/>
                    </a:cubicBezTo>
                    <a:close/>
                    <a:moveTo>
                      <a:pt x="16591" y="34711"/>
                    </a:moveTo>
                    <a:cubicBezTo>
                      <a:pt x="16525" y="34711"/>
                      <a:pt x="16459" y="34720"/>
                      <a:pt x="16393" y="34740"/>
                    </a:cubicBezTo>
                    <a:cubicBezTo>
                      <a:pt x="16025" y="34849"/>
                      <a:pt x="15817" y="35238"/>
                      <a:pt x="15930" y="35604"/>
                    </a:cubicBezTo>
                    <a:cubicBezTo>
                      <a:pt x="16007" y="35861"/>
                      <a:pt x="16080" y="36119"/>
                      <a:pt x="16149" y="36379"/>
                    </a:cubicBezTo>
                    <a:cubicBezTo>
                      <a:pt x="15828" y="36416"/>
                      <a:pt x="15505" y="36448"/>
                      <a:pt x="15179" y="36476"/>
                    </a:cubicBezTo>
                    <a:cubicBezTo>
                      <a:pt x="14799" y="36509"/>
                      <a:pt x="14517" y="36843"/>
                      <a:pt x="14550" y="37224"/>
                    </a:cubicBezTo>
                    <a:cubicBezTo>
                      <a:pt x="14580" y="37583"/>
                      <a:pt x="14884" y="37856"/>
                      <a:pt x="15233" y="37856"/>
                    </a:cubicBezTo>
                    <a:cubicBezTo>
                      <a:pt x="15254" y="37856"/>
                      <a:pt x="15275" y="37855"/>
                      <a:pt x="15296" y="37853"/>
                    </a:cubicBezTo>
                    <a:cubicBezTo>
                      <a:pt x="15691" y="37819"/>
                      <a:pt x="16083" y="37779"/>
                      <a:pt x="16473" y="37732"/>
                    </a:cubicBezTo>
                    <a:cubicBezTo>
                      <a:pt x="16715" y="38865"/>
                      <a:pt x="16888" y="40012"/>
                      <a:pt x="16991" y="41166"/>
                    </a:cubicBezTo>
                    <a:cubicBezTo>
                      <a:pt x="17023" y="41522"/>
                      <a:pt x="17320" y="41795"/>
                      <a:pt x="17678" y="41795"/>
                    </a:cubicBezTo>
                    <a:cubicBezTo>
                      <a:pt x="17699" y="41795"/>
                      <a:pt x="17720" y="41794"/>
                      <a:pt x="17741" y="41791"/>
                    </a:cubicBezTo>
                    <a:cubicBezTo>
                      <a:pt x="18121" y="41759"/>
                      <a:pt x="18402" y="41422"/>
                      <a:pt x="18368" y="41043"/>
                    </a:cubicBezTo>
                    <a:cubicBezTo>
                      <a:pt x="18262" y="39865"/>
                      <a:pt x="18088" y="38695"/>
                      <a:pt x="17845" y="37539"/>
                    </a:cubicBezTo>
                    <a:cubicBezTo>
                      <a:pt x="18955" y="37359"/>
                      <a:pt x="20054" y="37120"/>
                      <a:pt x="21137" y="36823"/>
                    </a:cubicBezTo>
                    <a:cubicBezTo>
                      <a:pt x="21505" y="36721"/>
                      <a:pt x="21721" y="36341"/>
                      <a:pt x="21620" y="35973"/>
                    </a:cubicBezTo>
                    <a:cubicBezTo>
                      <a:pt x="21535" y="35666"/>
                      <a:pt x="21257" y="35466"/>
                      <a:pt x="20954" y="35466"/>
                    </a:cubicBezTo>
                    <a:cubicBezTo>
                      <a:pt x="20893" y="35466"/>
                      <a:pt x="20831" y="35474"/>
                      <a:pt x="20770" y="35491"/>
                    </a:cubicBezTo>
                    <a:cubicBezTo>
                      <a:pt x="19702" y="35783"/>
                      <a:pt x="18621" y="36017"/>
                      <a:pt x="17528" y="36190"/>
                    </a:cubicBezTo>
                    <a:cubicBezTo>
                      <a:pt x="17442" y="35861"/>
                      <a:pt x="17351" y="35533"/>
                      <a:pt x="17254" y="35208"/>
                    </a:cubicBezTo>
                    <a:cubicBezTo>
                      <a:pt x="17165" y="34907"/>
                      <a:pt x="16890" y="34711"/>
                      <a:pt x="16591" y="34711"/>
                    </a:cubicBezTo>
                    <a:close/>
                    <a:moveTo>
                      <a:pt x="17599" y="46211"/>
                    </a:moveTo>
                    <a:cubicBezTo>
                      <a:pt x="17260" y="46211"/>
                      <a:pt x="16956" y="46468"/>
                      <a:pt x="16913" y="46819"/>
                    </a:cubicBezTo>
                    <a:cubicBezTo>
                      <a:pt x="16681" y="48720"/>
                      <a:pt x="16236" y="50534"/>
                      <a:pt x="15591" y="52203"/>
                    </a:cubicBezTo>
                    <a:lnTo>
                      <a:pt x="15561" y="52282"/>
                    </a:lnTo>
                    <a:cubicBezTo>
                      <a:pt x="15391" y="52734"/>
                      <a:pt x="15724" y="53217"/>
                      <a:pt x="16207" y="53217"/>
                    </a:cubicBezTo>
                    <a:cubicBezTo>
                      <a:pt x="16495" y="53217"/>
                      <a:pt x="16752" y="53038"/>
                      <a:pt x="16853" y="52770"/>
                    </a:cubicBezTo>
                    <a:lnTo>
                      <a:pt x="16879" y="52703"/>
                    </a:lnTo>
                    <a:cubicBezTo>
                      <a:pt x="17566" y="50925"/>
                      <a:pt x="18039" y="49001"/>
                      <a:pt x="18285" y="46986"/>
                    </a:cubicBezTo>
                    <a:cubicBezTo>
                      <a:pt x="18332" y="46607"/>
                      <a:pt x="18062" y="46262"/>
                      <a:pt x="17682" y="46216"/>
                    </a:cubicBezTo>
                    <a:cubicBezTo>
                      <a:pt x="17654" y="46213"/>
                      <a:pt x="17626" y="46211"/>
                      <a:pt x="17599" y="46211"/>
                    </a:cubicBezTo>
                    <a:close/>
                    <a:moveTo>
                      <a:pt x="13393" y="56890"/>
                    </a:moveTo>
                    <a:cubicBezTo>
                      <a:pt x="13181" y="56890"/>
                      <a:pt x="12972" y="56987"/>
                      <a:pt x="12837" y="57171"/>
                    </a:cubicBezTo>
                    <a:cubicBezTo>
                      <a:pt x="11744" y="58631"/>
                      <a:pt x="10434" y="60001"/>
                      <a:pt x="8941" y="61239"/>
                    </a:cubicBezTo>
                    <a:cubicBezTo>
                      <a:pt x="8717" y="61426"/>
                      <a:pt x="8633" y="61733"/>
                      <a:pt x="8733" y="62006"/>
                    </a:cubicBezTo>
                    <a:cubicBezTo>
                      <a:pt x="8831" y="62280"/>
                      <a:pt x="9091" y="62462"/>
                      <a:pt x="9383" y="62462"/>
                    </a:cubicBezTo>
                    <a:cubicBezTo>
                      <a:pt x="9544" y="62462"/>
                      <a:pt x="9699" y="62406"/>
                      <a:pt x="9824" y="62303"/>
                    </a:cubicBezTo>
                    <a:cubicBezTo>
                      <a:pt x="11401" y="60995"/>
                      <a:pt x="12787" y="59546"/>
                      <a:pt x="13943" y="57998"/>
                    </a:cubicBezTo>
                    <a:cubicBezTo>
                      <a:pt x="14175" y="57692"/>
                      <a:pt x="14113" y="57256"/>
                      <a:pt x="13806" y="57028"/>
                    </a:cubicBezTo>
                    <a:cubicBezTo>
                      <a:pt x="13682" y="56935"/>
                      <a:pt x="13537" y="56890"/>
                      <a:pt x="13393" y="5689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4451;p111">
                <a:extLst>
                  <a:ext uri="{FF2B5EF4-FFF2-40B4-BE49-F238E27FC236}">
                    <a16:creationId xmlns:a16="http://schemas.microsoft.com/office/drawing/2014/main" id="{DD080F4F-90A7-59DF-393D-438DAA42D0EB}"/>
                  </a:ext>
                </a:extLst>
              </p:cNvPr>
              <p:cNvSpPr/>
              <p:nvPr/>
            </p:nvSpPr>
            <p:spPr>
              <a:xfrm>
                <a:off x="5989653" y="4170730"/>
                <a:ext cx="49545" cy="31465"/>
              </a:xfrm>
              <a:custGeom>
                <a:avLst/>
                <a:gdLst/>
                <a:ahLst/>
                <a:cxnLst/>
                <a:rect l="l" t="t" r="r" b="b"/>
                <a:pathLst>
                  <a:path w="4127" h="2621" extrusionOk="0">
                    <a:moveTo>
                      <a:pt x="3336" y="0"/>
                    </a:moveTo>
                    <a:cubicBezTo>
                      <a:pt x="3226" y="0"/>
                      <a:pt x="3114" y="27"/>
                      <a:pt x="3010" y="82"/>
                    </a:cubicBezTo>
                    <a:cubicBezTo>
                      <a:pt x="2182" y="526"/>
                      <a:pt x="1354" y="922"/>
                      <a:pt x="475" y="1293"/>
                    </a:cubicBezTo>
                    <a:cubicBezTo>
                      <a:pt x="171" y="1420"/>
                      <a:pt x="0" y="1744"/>
                      <a:pt x="66" y="2066"/>
                    </a:cubicBezTo>
                    <a:cubicBezTo>
                      <a:pt x="132" y="2388"/>
                      <a:pt x="414" y="2620"/>
                      <a:pt x="743" y="2620"/>
                    </a:cubicBezTo>
                    <a:cubicBezTo>
                      <a:pt x="836" y="2620"/>
                      <a:pt x="927" y="2603"/>
                      <a:pt x="1011" y="2566"/>
                    </a:cubicBezTo>
                    <a:cubicBezTo>
                      <a:pt x="1930" y="2180"/>
                      <a:pt x="2797" y="1766"/>
                      <a:pt x="3664" y="1302"/>
                    </a:cubicBezTo>
                    <a:cubicBezTo>
                      <a:pt x="4000" y="1122"/>
                      <a:pt x="4127" y="702"/>
                      <a:pt x="3946" y="366"/>
                    </a:cubicBezTo>
                    <a:cubicBezTo>
                      <a:pt x="3822" y="133"/>
                      <a:pt x="3583" y="0"/>
                      <a:pt x="33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1" name="Google Shape;4452;p111">
              <a:extLst>
                <a:ext uri="{FF2B5EF4-FFF2-40B4-BE49-F238E27FC236}">
                  <a16:creationId xmlns:a16="http://schemas.microsoft.com/office/drawing/2014/main" id="{78ACC308-FCD7-F8BB-8587-0431EB780096}"/>
                </a:ext>
              </a:extLst>
            </p:cNvPr>
            <p:cNvGrpSpPr/>
            <p:nvPr/>
          </p:nvGrpSpPr>
          <p:grpSpPr>
            <a:xfrm>
              <a:off x="3865933" y="2914923"/>
              <a:ext cx="857817" cy="543130"/>
              <a:chOff x="3865933" y="2914923"/>
              <a:chExt cx="857817" cy="543130"/>
            </a:xfrm>
          </p:grpSpPr>
          <p:sp>
            <p:nvSpPr>
              <p:cNvPr id="575" name="Google Shape;4453;p111">
                <a:extLst>
                  <a:ext uri="{FF2B5EF4-FFF2-40B4-BE49-F238E27FC236}">
                    <a16:creationId xmlns:a16="http://schemas.microsoft.com/office/drawing/2014/main" id="{314D49D4-FD23-21F8-0E5F-CB5DCDCEB06C}"/>
                  </a:ext>
                </a:extLst>
              </p:cNvPr>
              <p:cNvSpPr/>
              <p:nvPr/>
            </p:nvSpPr>
            <p:spPr>
              <a:xfrm>
                <a:off x="3865933" y="2914923"/>
                <a:ext cx="379634" cy="326752"/>
              </a:xfrm>
              <a:custGeom>
                <a:avLst/>
                <a:gdLst/>
                <a:ahLst/>
                <a:cxnLst/>
                <a:rect l="l" t="t" r="r" b="b"/>
                <a:pathLst>
                  <a:path w="31623" h="27218" extrusionOk="0">
                    <a:moveTo>
                      <a:pt x="29811" y="0"/>
                    </a:moveTo>
                    <a:cubicBezTo>
                      <a:pt x="29371" y="0"/>
                      <a:pt x="28861" y="341"/>
                      <a:pt x="28051" y="1060"/>
                    </a:cubicBezTo>
                    <a:cubicBezTo>
                      <a:pt x="25392" y="3419"/>
                      <a:pt x="22642" y="5675"/>
                      <a:pt x="19939" y="7984"/>
                    </a:cubicBezTo>
                    <a:cubicBezTo>
                      <a:pt x="16166" y="11225"/>
                      <a:pt x="12387" y="14458"/>
                      <a:pt x="8604" y="17686"/>
                    </a:cubicBezTo>
                    <a:cubicBezTo>
                      <a:pt x="5994" y="19911"/>
                      <a:pt x="3375" y="22126"/>
                      <a:pt x="746" y="24330"/>
                    </a:cubicBezTo>
                    <a:cubicBezTo>
                      <a:pt x="276" y="24725"/>
                      <a:pt x="0" y="25234"/>
                      <a:pt x="263" y="25745"/>
                    </a:cubicBezTo>
                    <a:cubicBezTo>
                      <a:pt x="538" y="26284"/>
                      <a:pt x="800" y="26906"/>
                      <a:pt x="1406" y="27218"/>
                    </a:cubicBezTo>
                    <a:cubicBezTo>
                      <a:pt x="3093" y="27101"/>
                      <a:pt x="4806" y="27044"/>
                      <a:pt x="6445" y="26692"/>
                    </a:cubicBezTo>
                    <a:cubicBezTo>
                      <a:pt x="8672" y="26212"/>
                      <a:pt x="10941" y="26120"/>
                      <a:pt x="13176" y="25711"/>
                    </a:cubicBezTo>
                    <a:cubicBezTo>
                      <a:pt x="15996" y="25196"/>
                      <a:pt x="18900" y="25163"/>
                      <a:pt x="21697" y="24446"/>
                    </a:cubicBezTo>
                    <a:cubicBezTo>
                      <a:pt x="23497" y="23985"/>
                      <a:pt x="24887" y="22980"/>
                      <a:pt x="25625" y="21216"/>
                    </a:cubicBezTo>
                    <a:cubicBezTo>
                      <a:pt x="26187" y="19870"/>
                      <a:pt x="26540" y="18456"/>
                      <a:pt x="26974" y="17066"/>
                    </a:cubicBezTo>
                    <a:cubicBezTo>
                      <a:pt x="28317" y="12774"/>
                      <a:pt x="29554" y="8448"/>
                      <a:pt x="30897" y="4156"/>
                    </a:cubicBezTo>
                    <a:cubicBezTo>
                      <a:pt x="31164" y="3301"/>
                      <a:pt x="31622" y="2468"/>
                      <a:pt x="31593" y="1525"/>
                    </a:cubicBezTo>
                    <a:cubicBezTo>
                      <a:pt x="30805" y="532"/>
                      <a:pt x="30362" y="0"/>
                      <a:pt x="298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4454;p111">
                <a:extLst>
                  <a:ext uri="{FF2B5EF4-FFF2-40B4-BE49-F238E27FC236}">
                    <a16:creationId xmlns:a16="http://schemas.microsoft.com/office/drawing/2014/main" id="{D6A0192F-9628-4BC3-B796-8F5036182F6E}"/>
                  </a:ext>
                </a:extLst>
              </p:cNvPr>
              <p:cNvSpPr/>
              <p:nvPr/>
            </p:nvSpPr>
            <p:spPr>
              <a:xfrm>
                <a:off x="3882812" y="2933231"/>
                <a:ext cx="535579" cy="515939"/>
              </a:xfrm>
              <a:custGeom>
                <a:avLst/>
                <a:gdLst/>
                <a:ahLst/>
                <a:cxnLst/>
                <a:rect l="l" t="t" r="r" b="b"/>
                <a:pathLst>
                  <a:path w="44613" h="42977" extrusionOk="0">
                    <a:moveTo>
                      <a:pt x="30187" y="0"/>
                    </a:moveTo>
                    <a:cubicBezTo>
                      <a:pt x="29395" y="1310"/>
                      <a:pt x="29217" y="2832"/>
                      <a:pt x="28715" y="4239"/>
                    </a:cubicBezTo>
                    <a:cubicBezTo>
                      <a:pt x="28356" y="5247"/>
                      <a:pt x="28190" y="6306"/>
                      <a:pt x="27733" y="7291"/>
                    </a:cubicBezTo>
                    <a:cubicBezTo>
                      <a:pt x="27347" y="8126"/>
                      <a:pt x="27170" y="9061"/>
                      <a:pt x="26916" y="9956"/>
                    </a:cubicBezTo>
                    <a:cubicBezTo>
                      <a:pt x="26636" y="10946"/>
                      <a:pt x="26415" y="11955"/>
                      <a:pt x="26092" y="12930"/>
                    </a:cubicBezTo>
                    <a:cubicBezTo>
                      <a:pt x="25711" y="14077"/>
                      <a:pt x="25402" y="15242"/>
                      <a:pt x="25047" y="16394"/>
                    </a:cubicBezTo>
                    <a:cubicBezTo>
                      <a:pt x="24637" y="17726"/>
                      <a:pt x="24348" y="19128"/>
                      <a:pt x="23583" y="20323"/>
                    </a:cubicBezTo>
                    <a:cubicBezTo>
                      <a:pt x="22177" y="22522"/>
                      <a:pt x="19843" y="23030"/>
                      <a:pt x="17536" y="23170"/>
                    </a:cubicBezTo>
                    <a:cubicBezTo>
                      <a:pt x="15405" y="23302"/>
                      <a:pt x="13323" y="23726"/>
                      <a:pt x="11218" y="23960"/>
                    </a:cubicBezTo>
                    <a:cubicBezTo>
                      <a:pt x="8422" y="24272"/>
                      <a:pt x="5627" y="24730"/>
                      <a:pt x="2827" y="25094"/>
                    </a:cubicBezTo>
                    <a:cubicBezTo>
                      <a:pt x="1883" y="25216"/>
                      <a:pt x="863" y="25126"/>
                      <a:pt x="0" y="25693"/>
                    </a:cubicBezTo>
                    <a:cubicBezTo>
                      <a:pt x="11" y="26093"/>
                      <a:pt x="395" y="26116"/>
                      <a:pt x="617" y="26302"/>
                    </a:cubicBezTo>
                    <a:cubicBezTo>
                      <a:pt x="785" y="26385"/>
                      <a:pt x="960" y="26414"/>
                      <a:pt x="1136" y="26414"/>
                    </a:cubicBezTo>
                    <a:cubicBezTo>
                      <a:pt x="1263" y="26414"/>
                      <a:pt x="1391" y="26399"/>
                      <a:pt x="1516" y="26378"/>
                    </a:cubicBezTo>
                    <a:cubicBezTo>
                      <a:pt x="3125" y="26111"/>
                      <a:pt x="4769" y="26120"/>
                      <a:pt x="6368" y="25892"/>
                    </a:cubicBezTo>
                    <a:cubicBezTo>
                      <a:pt x="10830" y="25252"/>
                      <a:pt x="15333" y="24989"/>
                      <a:pt x="19793" y="24362"/>
                    </a:cubicBezTo>
                    <a:cubicBezTo>
                      <a:pt x="19865" y="24352"/>
                      <a:pt x="19931" y="24346"/>
                      <a:pt x="19991" y="24346"/>
                    </a:cubicBezTo>
                    <a:cubicBezTo>
                      <a:pt x="20355" y="24346"/>
                      <a:pt x="20483" y="24539"/>
                      <a:pt x="20472" y="24945"/>
                    </a:cubicBezTo>
                    <a:cubicBezTo>
                      <a:pt x="20466" y="25219"/>
                      <a:pt x="20395" y="25481"/>
                      <a:pt x="20320" y="25742"/>
                    </a:cubicBezTo>
                    <a:cubicBezTo>
                      <a:pt x="19633" y="28114"/>
                      <a:pt x="19308" y="30572"/>
                      <a:pt x="18645" y="32947"/>
                    </a:cubicBezTo>
                    <a:cubicBezTo>
                      <a:pt x="18216" y="34483"/>
                      <a:pt x="18026" y="36062"/>
                      <a:pt x="17645" y="37609"/>
                    </a:cubicBezTo>
                    <a:cubicBezTo>
                      <a:pt x="17283" y="39077"/>
                      <a:pt x="16749" y="40534"/>
                      <a:pt x="16788" y="42085"/>
                    </a:cubicBezTo>
                    <a:cubicBezTo>
                      <a:pt x="16795" y="42413"/>
                      <a:pt x="16551" y="42860"/>
                      <a:pt x="17130" y="42977"/>
                    </a:cubicBezTo>
                    <a:cubicBezTo>
                      <a:pt x="17301" y="42876"/>
                      <a:pt x="17489" y="42796"/>
                      <a:pt x="17637" y="42670"/>
                    </a:cubicBezTo>
                    <a:cubicBezTo>
                      <a:pt x="21234" y="39579"/>
                      <a:pt x="24835" y="36494"/>
                      <a:pt x="28441" y="33414"/>
                    </a:cubicBezTo>
                    <a:cubicBezTo>
                      <a:pt x="32563" y="29893"/>
                      <a:pt x="36681" y="26369"/>
                      <a:pt x="40829" y="22877"/>
                    </a:cubicBezTo>
                    <a:cubicBezTo>
                      <a:pt x="41896" y="21980"/>
                      <a:pt x="42827" y="20922"/>
                      <a:pt x="44010" y="20162"/>
                    </a:cubicBezTo>
                    <a:cubicBezTo>
                      <a:pt x="44210" y="19956"/>
                      <a:pt x="44412" y="19749"/>
                      <a:pt x="44612" y="19542"/>
                    </a:cubicBezTo>
                    <a:cubicBezTo>
                      <a:pt x="44519" y="19182"/>
                      <a:pt x="44297" y="19108"/>
                      <a:pt x="44052" y="19108"/>
                    </a:cubicBezTo>
                    <a:cubicBezTo>
                      <a:pt x="43913" y="19108"/>
                      <a:pt x="43767" y="19132"/>
                      <a:pt x="43633" y="19140"/>
                    </a:cubicBezTo>
                    <a:cubicBezTo>
                      <a:pt x="43194" y="19169"/>
                      <a:pt x="42758" y="19267"/>
                      <a:pt x="42316" y="19267"/>
                    </a:cubicBezTo>
                    <a:cubicBezTo>
                      <a:pt x="42283" y="19267"/>
                      <a:pt x="42251" y="19267"/>
                      <a:pt x="42219" y="19266"/>
                    </a:cubicBezTo>
                    <a:cubicBezTo>
                      <a:pt x="41762" y="19250"/>
                      <a:pt x="41306" y="19242"/>
                      <a:pt x="40850" y="19242"/>
                    </a:cubicBezTo>
                    <a:cubicBezTo>
                      <a:pt x="36321" y="19242"/>
                      <a:pt x="31821" y="19959"/>
                      <a:pt x="27290" y="19959"/>
                    </a:cubicBezTo>
                    <a:cubicBezTo>
                      <a:pt x="26995" y="19959"/>
                      <a:pt x="26699" y="19956"/>
                      <a:pt x="26404" y="19950"/>
                    </a:cubicBezTo>
                    <a:cubicBezTo>
                      <a:pt x="25805" y="19937"/>
                      <a:pt x="25602" y="19913"/>
                      <a:pt x="25814" y="19261"/>
                    </a:cubicBezTo>
                    <a:cubicBezTo>
                      <a:pt x="26577" y="16917"/>
                      <a:pt x="27062" y="14496"/>
                      <a:pt x="27716" y="12120"/>
                    </a:cubicBezTo>
                    <a:cubicBezTo>
                      <a:pt x="28693" y="8574"/>
                      <a:pt x="29613" y="5011"/>
                      <a:pt x="30646" y="1480"/>
                    </a:cubicBezTo>
                    <a:cubicBezTo>
                      <a:pt x="30735" y="1174"/>
                      <a:pt x="30797" y="890"/>
                      <a:pt x="30592" y="612"/>
                    </a:cubicBezTo>
                    <a:cubicBezTo>
                      <a:pt x="30563" y="338"/>
                      <a:pt x="30415" y="142"/>
                      <a:pt x="3018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4455;p111">
                <a:extLst>
                  <a:ext uri="{FF2B5EF4-FFF2-40B4-BE49-F238E27FC236}">
                    <a16:creationId xmlns:a16="http://schemas.microsoft.com/office/drawing/2014/main" id="{D4577AD8-1706-8D94-97DF-02DA0414F382}"/>
                  </a:ext>
                </a:extLst>
              </p:cNvPr>
              <p:cNvSpPr/>
              <p:nvPr/>
            </p:nvSpPr>
            <p:spPr>
              <a:xfrm>
                <a:off x="3890219" y="3219358"/>
                <a:ext cx="244566" cy="238695"/>
              </a:xfrm>
              <a:custGeom>
                <a:avLst/>
                <a:gdLst/>
                <a:ahLst/>
                <a:cxnLst/>
                <a:rect l="l" t="t" r="r" b="b"/>
                <a:pathLst>
                  <a:path w="20372" h="19883" extrusionOk="0">
                    <a:moveTo>
                      <a:pt x="19722" y="1"/>
                    </a:moveTo>
                    <a:cubicBezTo>
                      <a:pt x="19444" y="1"/>
                      <a:pt x="19134" y="275"/>
                      <a:pt x="18849" y="350"/>
                    </a:cubicBezTo>
                    <a:cubicBezTo>
                      <a:pt x="18750" y="375"/>
                      <a:pt x="18651" y="394"/>
                      <a:pt x="18550" y="407"/>
                    </a:cubicBezTo>
                    <a:cubicBezTo>
                      <a:pt x="16618" y="682"/>
                      <a:pt x="14663" y="748"/>
                      <a:pt x="12724" y="946"/>
                    </a:cubicBezTo>
                    <a:cubicBezTo>
                      <a:pt x="9610" y="1264"/>
                      <a:pt x="6515" y="1818"/>
                      <a:pt x="3369" y="1879"/>
                    </a:cubicBezTo>
                    <a:cubicBezTo>
                      <a:pt x="2242" y="1900"/>
                      <a:pt x="1123" y="2262"/>
                      <a:pt x="1" y="2468"/>
                    </a:cubicBezTo>
                    <a:cubicBezTo>
                      <a:pt x="16" y="2928"/>
                      <a:pt x="404" y="3166"/>
                      <a:pt x="653" y="3461"/>
                    </a:cubicBezTo>
                    <a:cubicBezTo>
                      <a:pt x="3139" y="6397"/>
                      <a:pt x="5651" y="9313"/>
                      <a:pt x="8155" y="12235"/>
                    </a:cubicBezTo>
                    <a:cubicBezTo>
                      <a:pt x="10094" y="14510"/>
                      <a:pt x="12035" y="16784"/>
                      <a:pt x="13976" y="19057"/>
                    </a:cubicBezTo>
                    <a:cubicBezTo>
                      <a:pt x="14447" y="19608"/>
                      <a:pt x="14837" y="19882"/>
                      <a:pt x="15241" y="19882"/>
                    </a:cubicBezTo>
                    <a:cubicBezTo>
                      <a:pt x="15625" y="19882"/>
                      <a:pt x="16022" y="19634"/>
                      <a:pt x="16515" y="19143"/>
                    </a:cubicBezTo>
                    <a:cubicBezTo>
                      <a:pt x="16456" y="19063"/>
                      <a:pt x="16345" y="18982"/>
                      <a:pt x="16348" y="18904"/>
                    </a:cubicBezTo>
                    <a:cubicBezTo>
                      <a:pt x="16380" y="17211"/>
                      <a:pt x="16806" y="15554"/>
                      <a:pt x="17273" y="13975"/>
                    </a:cubicBezTo>
                    <a:cubicBezTo>
                      <a:pt x="17704" y="12514"/>
                      <a:pt x="17748" y="10995"/>
                      <a:pt x="18255" y="9544"/>
                    </a:cubicBezTo>
                    <a:cubicBezTo>
                      <a:pt x="18541" y="8724"/>
                      <a:pt x="18823" y="7813"/>
                      <a:pt x="18928" y="6927"/>
                    </a:cubicBezTo>
                    <a:cubicBezTo>
                      <a:pt x="19139" y="5150"/>
                      <a:pt x="19588" y="3443"/>
                      <a:pt x="20101" y="1740"/>
                    </a:cubicBezTo>
                    <a:cubicBezTo>
                      <a:pt x="20256" y="1226"/>
                      <a:pt x="20372" y="592"/>
                      <a:pt x="20043" y="173"/>
                    </a:cubicBezTo>
                    <a:cubicBezTo>
                      <a:pt x="19944" y="47"/>
                      <a:pt x="19836" y="1"/>
                      <a:pt x="197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4456;p111">
                <a:extLst>
                  <a:ext uri="{FF2B5EF4-FFF2-40B4-BE49-F238E27FC236}">
                    <a16:creationId xmlns:a16="http://schemas.microsoft.com/office/drawing/2014/main" id="{0EF41744-534A-ECA8-0C3E-011C2EE0C73D}"/>
                  </a:ext>
                </a:extLst>
              </p:cNvPr>
              <p:cNvSpPr/>
              <p:nvPr/>
            </p:nvSpPr>
            <p:spPr>
              <a:xfrm>
                <a:off x="4185842" y="2940566"/>
                <a:ext cx="245994" cy="236763"/>
              </a:xfrm>
              <a:custGeom>
                <a:avLst/>
                <a:gdLst/>
                <a:ahLst/>
                <a:cxnLst/>
                <a:rect l="l" t="t" r="r" b="b"/>
                <a:pathLst>
                  <a:path w="20491" h="19722" extrusionOk="0">
                    <a:moveTo>
                      <a:pt x="5350" y="1"/>
                    </a:moveTo>
                    <a:lnTo>
                      <a:pt x="5350" y="1"/>
                    </a:lnTo>
                    <a:cubicBezTo>
                      <a:pt x="5430" y="668"/>
                      <a:pt x="4753" y="1073"/>
                      <a:pt x="4742" y="1688"/>
                    </a:cubicBezTo>
                    <a:cubicBezTo>
                      <a:pt x="4723" y="2894"/>
                      <a:pt x="4166" y="3961"/>
                      <a:pt x="3903" y="5104"/>
                    </a:cubicBezTo>
                    <a:cubicBezTo>
                      <a:pt x="3472" y="6985"/>
                      <a:pt x="2808" y="8811"/>
                      <a:pt x="2315" y="10680"/>
                    </a:cubicBezTo>
                    <a:cubicBezTo>
                      <a:pt x="1634" y="13261"/>
                      <a:pt x="1042" y="15865"/>
                      <a:pt x="370" y="18448"/>
                    </a:cubicBezTo>
                    <a:cubicBezTo>
                      <a:pt x="38" y="19722"/>
                      <a:pt x="1" y="19554"/>
                      <a:pt x="1300" y="19602"/>
                    </a:cubicBezTo>
                    <a:cubicBezTo>
                      <a:pt x="1733" y="19619"/>
                      <a:pt x="2165" y="19626"/>
                      <a:pt x="2597" y="19626"/>
                    </a:cubicBezTo>
                    <a:cubicBezTo>
                      <a:pt x="6744" y="19626"/>
                      <a:pt x="10854" y="18947"/>
                      <a:pt x="14999" y="18947"/>
                    </a:cubicBezTo>
                    <a:cubicBezTo>
                      <a:pt x="15059" y="18947"/>
                      <a:pt x="15118" y="18947"/>
                      <a:pt x="15178" y="18947"/>
                    </a:cubicBezTo>
                    <a:cubicBezTo>
                      <a:pt x="15689" y="18950"/>
                      <a:pt x="16203" y="18975"/>
                      <a:pt x="16716" y="18975"/>
                    </a:cubicBezTo>
                    <a:cubicBezTo>
                      <a:pt x="17352" y="18975"/>
                      <a:pt x="17988" y="18937"/>
                      <a:pt x="18618" y="18770"/>
                    </a:cubicBezTo>
                    <a:cubicBezTo>
                      <a:pt x="18713" y="18745"/>
                      <a:pt x="18818" y="18724"/>
                      <a:pt x="18923" y="18724"/>
                    </a:cubicBezTo>
                    <a:cubicBezTo>
                      <a:pt x="19085" y="18724"/>
                      <a:pt x="19246" y="18773"/>
                      <a:pt x="19370" y="18932"/>
                    </a:cubicBezTo>
                    <a:cubicBezTo>
                      <a:pt x="20372" y="18232"/>
                      <a:pt x="20490" y="17643"/>
                      <a:pt x="19689" y="16694"/>
                    </a:cubicBezTo>
                    <a:cubicBezTo>
                      <a:pt x="15519" y="11740"/>
                      <a:pt x="11323" y="6808"/>
                      <a:pt x="7098" y="1900"/>
                    </a:cubicBezTo>
                    <a:cubicBezTo>
                      <a:pt x="6540" y="1252"/>
                      <a:pt x="6226" y="361"/>
                      <a:pt x="53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4457;p111">
                <a:extLst>
                  <a:ext uri="{FF2B5EF4-FFF2-40B4-BE49-F238E27FC236}">
                    <a16:creationId xmlns:a16="http://schemas.microsoft.com/office/drawing/2014/main" id="{60EBB042-6A40-0C5C-FBF8-9E978EFA4155}"/>
                  </a:ext>
                </a:extLst>
              </p:cNvPr>
              <p:cNvSpPr/>
              <p:nvPr/>
            </p:nvSpPr>
            <p:spPr>
              <a:xfrm>
                <a:off x="4619931" y="3076678"/>
                <a:ext cx="103819" cy="224193"/>
              </a:xfrm>
              <a:custGeom>
                <a:avLst/>
                <a:gdLst/>
                <a:ahLst/>
                <a:cxnLst/>
                <a:rect l="l" t="t" r="r" b="b"/>
                <a:pathLst>
                  <a:path w="8648" h="18675" extrusionOk="0">
                    <a:moveTo>
                      <a:pt x="7639" y="0"/>
                    </a:moveTo>
                    <a:cubicBezTo>
                      <a:pt x="7590" y="0"/>
                      <a:pt x="7539" y="5"/>
                      <a:pt x="7487" y="15"/>
                    </a:cubicBezTo>
                    <a:cubicBezTo>
                      <a:pt x="6893" y="559"/>
                      <a:pt x="6271" y="1088"/>
                      <a:pt x="5766" y="1706"/>
                    </a:cubicBezTo>
                    <a:cubicBezTo>
                      <a:pt x="5078" y="2545"/>
                      <a:pt x="4262" y="3252"/>
                      <a:pt x="3551" y="4068"/>
                    </a:cubicBezTo>
                    <a:cubicBezTo>
                      <a:pt x="2654" y="5096"/>
                      <a:pt x="1582" y="5972"/>
                      <a:pt x="753" y="7068"/>
                    </a:cubicBezTo>
                    <a:cubicBezTo>
                      <a:pt x="220" y="7773"/>
                      <a:pt x="1" y="8561"/>
                      <a:pt x="249" y="9436"/>
                    </a:cubicBezTo>
                    <a:cubicBezTo>
                      <a:pt x="439" y="10105"/>
                      <a:pt x="727" y="10736"/>
                      <a:pt x="978" y="11382"/>
                    </a:cubicBezTo>
                    <a:cubicBezTo>
                      <a:pt x="1752" y="13379"/>
                      <a:pt x="2575" y="15356"/>
                      <a:pt x="3349" y="17353"/>
                    </a:cubicBezTo>
                    <a:cubicBezTo>
                      <a:pt x="3503" y="17750"/>
                      <a:pt x="3579" y="18197"/>
                      <a:pt x="3870" y="18539"/>
                    </a:cubicBezTo>
                    <a:cubicBezTo>
                      <a:pt x="4214" y="18618"/>
                      <a:pt x="4467" y="18674"/>
                      <a:pt x="4659" y="18674"/>
                    </a:cubicBezTo>
                    <a:cubicBezTo>
                      <a:pt x="5058" y="18674"/>
                      <a:pt x="5192" y="18433"/>
                      <a:pt x="5327" y="17661"/>
                    </a:cubicBezTo>
                    <a:cubicBezTo>
                      <a:pt x="5617" y="15994"/>
                      <a:pt x="5972" y="14338"/>
                      <a:pt x="6293" y="12676"/>
                    </a:cubicBezTo>
                    <a:cubicBezTo>
                      <a:pt x="6743" y="10352"/>
                      <a:pt x="7184" y="8025"/>
                      <a:pt x="7635" y="5701"/>
                    </a:cubicBezTo>
                    <a:cubicBezTo>
                      <a:pt x="7946" y="4097"/>
                      <a:pt x="8265" y="2496"/>
                      <a:pt x="8589" y="894"/>
                    </a:cubicBezTo>
                    <a:cubicBezTo>
                      <a:pt x="8648" y="608"/>
                      <a:pt x="8599" y="336"/>
                      <a:pt x="8349" y="224"/>
                    </a:cubicBezTo>
                    <a:cubicBezTo>
                      <a:pt x="8129" y="125"/>
                      <a:pt x="7896" y="0"/>
                      <a:pt x="76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4458;p111">
                <a:extLst>
                  <a:ext uri="{FF2B5EF4-FFF2-40B4-BE49-F238E27FC236}">
                    <a16:creationId xmlns:a16="http://schemas.microsoft.com/office/drawing/2014/main" id="{4942D83F-6250-3E8A-06DF-9C5A363F62F5}"/>
                  </a:ext>
                </a:extLst>
              </p:cNvPr>
              <p:cNvSpPr/>
              <p:nvPr/>
            </p:nvSpPr>
            <p:spPr>
              <a:xfrm>
                <a:off x="4532282" y="3060171"/>
                <a:ext cx="177530" cy="239116"/>
              </a:xfrm>
              <a:custGeom>
                <a:avLst/>
                <a:gdLst/>
                <a:ahLst/>
                <a:cxnLst/>
                <a:rect l="l" t="t" r="r" b="b"/>
                <a:pathLst>
                  <a:path w="14788" h="19918" extrusionOk="0">
                    <a:moveTo>
                      <a:pt x="3408" y="0"/>
                    </a:moveTo>
                    <a:cubicBezTo>
                      <a:pt x="3373" y="0"/>
                      <a:pt x="3330" y="11"/>
                      <a:pt x="3280" y="37"/>
                    </a:cubicBezTo>
                    <a:cubicBezTo>
                      <a:pt x="3247" y="125"/>
                      <a:pt x="3200" y="211"/>
                      <a:pt x="3183" y="302"/>
                    </a:cubicBezTo>
                    <a:cubicBezTo>
                      <a:pt x="2755" y="2519"/>
                      <a:pt x="2334" y="4737"/>
                      <a:pt x="1906" y="6954"/>
                    </a:cubicBezTo>
                    <a:cubicBezTo>
                      <a:pt x="1416" y="9488"/>
                      <a:pt x="928" y="12022"/>
                      <a:pt x="420" y="14553"/>
                    </a:cubicBezTo>
                    <a:cubicBezTo>
                      <a:pt x="289" y="15204"/>
                      <a:pt x="257" y="15874"/>
                      <a:pt x="42" y="16508"/>
                    </a:cubicBezTo>
                    <a:cubicBezTo>
                      <a:pt x="28" y="16644"/>
                      <a:pt x="15" y="16781"/>
                      <a:pt x="1" y="16917"/>
                    </a:cubicBezTo>
                    <a:cubicBezTo>
                      <a:pt x="64" y="16964"/>
                      <a:pt x="119" y="16983"/>
                      <a:pt x="169" y="16983"/>
                    </a:cubicBezTo>
                    <a:cubicBezTo>
                      <a:pt x="297" y="16983"/>
                      <a:pt x="390" y="16862"/>
                      <a:pt x="484" y="16776"/>
                    </a:cubicBezTo>
                    <a:cubicBezTo>
                      <a:pt x="651" y="16625"/>
                      <a:pt x="791" y="16446"/>
                      <a:pt x="974" y="16310"/>
                    </a:cubicBezTo>
                    <a:cubicBezTo>
                      <a:pt x="2999" y="14811"/>
                      <a:pt x="4656" y="12889"/>
                      <a:pt x="6660" y="11363"/>
                    </a:cubicBezTo>
                    <a:cubicBezTo>
                      <a:pt x="6770" y="11279"/>
                      <a:pt x="6846" y="11224"/>
                      <a:pt x="6908" y="11224"/>
                    </a:cubicBezTo>
                    <a:cubicBezTo>
                      <a:pt x="6974" y="11224"/>
                      <a:pt x="7025" y="11287"/>
                      <a:pt x="7084" y="11445"/>
                    </a:cubicBezTo>
                    <a:cubicBezTo>
                      <a:pt x="7495" y="12545"/>
                      <a:pt x="8033" y="13589"/>
                      <a:pt x="8494" y="14668"/>
                    </a:cubicBezTo>
                    <a:cubicBezTo>
                      <a:pt x="9183" y="16279"/>
                      <a:pt x="9898" y="17878"/>
                      <a:pt x="10561" y="19499"/>
                    </a:cubicBezTo>
                    <a:cubicBezTo>
                      <a:pt x="10618" y="19640"/>
                      <a:pt x="10679" y="19764"/>
                      <a:pt x="10839" y="19807"/>
                    </a:cubicBezTo>
                    <a:cubicBezTo>
                      <a:pt x="10916" y="19885"/>
                      <a:pt x="11007" y="19918"/>
                      <a:pt x="11109" y="19918"/>
                    </a:cubicBezTo>
                    <a:cubicBezTo>
                      <a:pt x="11130" y="19918"/>
                      <a:pt x="11150" y="19916"/>
                      <a:pt x="11171" y="19914"/>
                    </a:cubicBezTo>
                    <a:cubicBezTo>
                      <a:pt x="11076" y="19191"/>
                      <a:pt x="10692" y="18572"/>
                      <a:pt x="10461" y="17899"/>
                    </a:cubicBezTo>
                    <a:cubicBezTo>
                      <a:pt x="10296" y="17417"/>
                      <a:pt x="10043" y="16974"/>
                      <a:pt x="9921" y="16472"/>
                    </a:cubicBezTo>
                    <a:cubicBezTo>
                      <a:pt x="9817" y="16045"/>
                      <a:pt x="9606" y="15645"/>
                      <a:pt x="9435" y="15237"/>
                    </a:cubicBezTo>
                    <a:cubicBezTo>
                      <a:pt x="9245" y="14785"/>
                      <a:pt x="9027" y="14344"/>
                      <a:pt x="8859" y="13885"/>
                    </a:cubicBezTo>
                    <a:cubicBezTo>
                      <a:pt x="8661" y="13345"/>
                      <a:pt x="8430" y="12819"/>
                      <a:pt x="8220" y="12285"/>
                    </a:cubicBezTo>
                    <a:cubicBezTo>
                      <a:pt x="7978" y="11667"/>
                      <a:pt x="7670" y="11059"/>
                      <a:pt x="7599" y="10388"/>
                    </a:cubicBezTo>
                    <a:cubicBezTo>
                      <a:pt x="7470" y="9152"/>
                      <a:pt x="8189" y="8270"/>
                      <a:pt x="9006" y="7533"/>
                    </a:cubicBezTo>
                    <a:cubicBezTo>
                      <a:pt x="9761" y="6852"/>
                      <a:pt x="10410" y="6077"/>
                      <a:pt x="11125" y="5364"/>
                    </a:cubicBezTo>
                    <a:cubicBezTo>
                      <a:pt x="12073" y="4418"/>
                      <a:pt x="12978" y="3418"/>
                      <a:pt x="13913" y="2452"/>
                    </a:cubicBezTo>
                    <a:cubicBezTo>
                      <a:pt x="14228" y="2126"/>
                      <a:pt x="14635" y="1857"/>
                      <a:pt x="14788" y="1390"/>
                    </a:cubicBezTo>
                    <a:cubicBezTo>
                      <a:pt x="14737" y="1330"/>
                      <a:pt x="14682" y="1313"/>
                      <a:pt x="14625" y="1313"/>
                    </a:cubicBezTo>
                    <a:cubicBezTo>
                      <a:pt x="14546" y="1313"/>
                      <a:pt x="14464" y="1346"/>
                      <a:pt x="14386" y="1346"/>
                    </a:cubicBezTo>
                    <a:cubicBezTo>
                      <a:pt x="14383" y="1346"/>
                      <a:pt x="14380" y="1346"/>
                      <a:pt x="14377" y="1346"/>
                    </a:cubicBezTo>
                    <a:cubicBezTo>
                      <a:pt x="14227" y="1379"/>
                      <a:pt x="14117" y="1477"/>
                      <a:pt x="14019" y="1585"/>
                    </a:cubicBezTo>
                    <a:cubicBezTo>
                      <a:pt x="13499" y="2161"/>
                      <a:pt x="12884" y="2645"/>
                      <a:pt x="12357" y="3205"/>
                    </a:cubicBezTo>
                    <a:cubicBezTo>
                      <a:pt x="10886" y="4768"/>
                      <a:pt x="9286" y="6202"/>
                      <a:pt x="7811" y="7759"/>
                    </a:cubicBezTo>
                    <a:cubicBezTo>
                      <a:pt x="7730" y="7845"/>
                      <a:pt x="7660" y="7886"/>
                      <a:pt x="7595" y="7886"/>
                    </a:cubicBezTo>
                    <a:cubicBezTo>
                      <a:pt x="7523" y="7886"/>
                      <a:pt x="7457" y="7837"/>
                      <a:pt x="7386" y="7743"/>
                    </a:cubicBezTo>
                    <a:cubicBezTo>
                      <a:pt x="7308" y="7638"/>
                      <a:pt x="7256" y="7521"/>
                      <a:pt x="7207" y="7400"/>
                    </a:cubicBezTo>
                    <a:cubicBezTo>
                      <a:pt x="6758" y="6313"/>
                      <a:pt x="6150" y="5302"/>
                      <a:pt x="5692" y="4221"/>
                    </a:cubicBezTo>
                    <a:cubicBezTo>
                      <a:pt x="5397" y="3521"/>
                      <a:pt x="4998" y="2877"/>
                      <a:pt x="4682" y="2189"/>
                    </a:cubicBezTo>
                    <a:cubicBezTo>
                      <a:pt x="4380" y="1534"/>
                      <a:pt x="4147" y="833"/>
                      <a:pt x="3672" y="267"/>
                    </a:cubicBezTo>
                    <a:cubicBezTo>
                      <a:pt x="3593" y="171"/>
                      <a:pt x="3550" y="0"/>
                      <a:pt x="34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4459;p111">
                <a:extLst>
                  <a:ext uri="{FF2B5EF4-FFF2-40B4-BE49-F238E27FC236}">
                    <a16:creationId xmlns:a16="http://schemas.microsoft.com/office/drawing/2014/main" id="{3E384CD8-4BA0-9577-9D59-BFFCA3ABE480}"/>
                  </a:ext>
                </a:extLst>
              </p:cNvPr>
              <p:cNvSpPr/>
              <p:nvPr/>
            </p:nvSpPr>
            <p:spPr>
              <a:xfrm>
                <a:off x="4571635" y="3051480"/>
                <a:ext cx="133243" cy="106604"/>
              </a:xfrm>
              <a:custGeom>
                <a:avLst/>
                <a:gdLst/>
                <a:ahLst/>
                <a:cxnLst/>
                <a:rect l="l" t="t" r="r" b="b"/>
                <a:pathLst>
                  <a:path w="11099" h="8880" extrusionOk="0">
                    <a:moveTo>
                      <a:pt x="626" y="1"/>
                    </a:moveTo>
                    <a:cubicBezTo>
                      <a:pt x="224" y="1"/>
                      <a:pt x="63" y="220"/>
                      <a:pt x="1" y="761"/>
                    </a:cubicBezTo>
                    <a:cubicBezTo>
                      <a:pt x="46" y="773"/>
                      <a:pt x="112" y="771"/>
                      <a:pt x="134" y="800"/>
                    </a:cubicBezTo>
                    <a:cubicBezTo>
                      <a:pt x="624" y="1441"/>
                      <a:pt x="958" y="2183"/>
                      <a:pt x="1252" y="2911"/>
                    </a:cubicBezTo>
                    <a:cubicBezTo>
                      <a:pt x="1525" y="3582"/>
                      <a:pt x="1959" y="4161"/>
                      <a:pt x="2201" y="4851"/>
                    </a:cubicBezTo>
                    <a:cubicBezTo>
                      <a:pt x="2338" y="5242"/>
                      <a:pt x="2503" y="5665"/>
                      <a:pt x="2727" y="6026"/>
                    </a:cubicBezTo>
                    <a:cubicBezTo>
                      <a:pt x="3176" y="6750"/>
                      <a:pt x="3515" y="7520"/>
                      <a:pt x="3829" y="8306"/>
                    </a:cubicBezTo>
                    <a:cubicBezTo>
                      <a:pt x="3924" y="8544"/>
                      <a:pt x="4069" y="8813"/>
                      <a:pt x="4315" y="8872"/>
                    </a:cubicBezTo>
                    <a:cubicBezTo>
                      <a:pt x="4337" y="8877"/>
                      <a:pt x="4356" y="8879"/>
                      <a:pt x="4374" y="8879"/>
                    </a:cubicBezTo>
                    <a:cubicBezTo>
                      <a:pt x="4574" y="8879"/>
                      <a:pt x="4599" y="8597"/>
                      <a:pt x="4708" y="8451"/>
                    </a:cubicBezTo>
                    <a:cubicBezTo>
                      <a:pt x="4737" y="8414"/>
                      <a:pt x="4769" y="8376"/>
                      <a:pt x="4802" y="8342"/>
                    </a:cubicBezTo>
                    <a:cubicBezTo>
                      <a:pt x="5440" y="7666"/>
                      <a:pt x="6149" y="7062"/>
                      <a:pt x="6812" y="6413"/>
                    </a:cubicBezTo>
                    <a:cubicBezTo>
                      <a:pt x="7878" y="5370"/>
                      <a:pt x="8866" y="4245"/>
                      <a:pt x="10020" y="3289"/>
                    </a:cubicBezTo>
                    <a:cubicBezTo>
                      <a:pt x="10432" y="2947"/>
                      <a:pt x="10741" y="2480"/>
                      <a:pt x="11099" y="2070"/>
                    </a:cubicBezTo>
                    <a:cubicBezTo>
                      <a:pt x="10956" y="1903"/>
                      <a:pt x="10741" y="1930"/>
                      <a:pt x="10560" y="1894"/>
                    </a:cubicBezTo>
                    <a:cubicBezTo>
                      <a:pt x="8763" y="1538"/>
                      <a:pt x="6963" y="1197"/>
                      <a:pt x="5164" y="853"/>
                    </a:cubicBezTo>
                    <a:cubicBezTo>
                      <a:pt x="3767" y="581"/>
                      <a:pt x="2369" y="310"/>
                      <a:pt x="972" y="40"/>
                    </a:cubicBezTo>
                    <a:cubicBezTo>
                      <a:pt x="840" y="14"/>
                      <a:pt x="726" y="1"/>
                      <a:pt x="6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4460;p111">
                <a:extLst>
                  <a:ext uri="{FF2B5EF4-FFF2-40B4-BE49-F238E27FC236}">
                    <a16:creationId xmlns:a16="http://schemas.microsoft.com/office/drawing/2014/main" id="{BB464121-ACD2-2038-7517-1371818CBE0C}"/>
                  </a:ext>
                </a:extLst>
              </p:cNvPr>
              <p:cNvSpPr/>
              <p:nvPr/>
            </p:nvSpPr>
            <p:spPr>
              <a:xfrm>
                <a:off x="4530302" y="3192575"/>
                <a:ext cx="132103" cy="105824"/>
              </a:xfrm>
              <a:custGeom>
                <a:avLst/>
                <a:gdLst/>
                <a:ahLst/>
                <a:cxnLst/>
                <a:rect l="l" t="t" r="r" b="b"/>
                <a:pathLst>
                  <a:path w="11004" h="8815" extrusionOk="0">
                    <a:moveTo>
                      <a:pt x="7117" y="0"/>
                    </a:moveTo>
                    <a:cubicBezTo>
                      <a:pt x="7040" y="0"/>
                      <a:pt x="6930" y="104"/>
                      <a:pt x="6695" y="277"/>
                    </a:cubicBezTo>
                    <a:cubicBezTo>
                      <a:pt x="4912" y="1592"/>
                      <a:pt x="3454" y="3272"/>
                      <a:pt x="1721" y="4639"/>
                    </a:cubicBezTo>
                    <a:cubicBezTo>
                      <a:pt x="1293" y="4978"/>
                      <a:pt x="828" y="5276"/>
                      <a:pt x="494" y="5726"/>
                    </a:cubicBezTo>
                    <a:cubicBezTo>
                      <a:pt x="432" y="5808"/>
                      <a:pt x="347" y="5897"/>
                      <a:pt x="227" y="5897"/>
                    </a:cubicBezTo>
                    <a:cubicBezTo>
                      <a:pt x="207" y="5897"/>
                      <a:pt x="187" y="5894"/>
                      <a:pt x="166" y="5889"/>
                    </a:cubicBezTo>
                    <a:lnTo>
                      <a:pt x="166" y="5889"/>
                    </a:lnTo>
                    <a:cubicBezTo>
                      <a:pt x="0" y="6447"/>
                      <a:pt x="130" y="6701"/>
                      <a:pt x="710" y="6817"/>
                    </a:cubicBezTo>
                    <a:cubicBezTo>
                      <a:pt x="3735" y="7418"/>
                      <a:pt x="6760" y="8016"/>
                      <a:pt x="9789" y="8590"/>
                    </a:cubicBezTo>
                    <a:cubicBezTo>
                      <a:pt x="10107" y="8650"/>
                      <a:pt x="10415" y="8815"/>
                      <a:pt x="10746" y="8815"/>
                    </a:cubicBezTo>
                    <a:cubicBezTo>
                      <a:pt x="10830" y="8815"/>
                      <a:pt x="10916" y="8804"/>
                      <a:pt x="11004" y="8778"/>
                    </a:cubicBezTo>
                    <a:cubicBezTo>
                      <a:pt x="10776" y="8555"/>
                      <a:pt x="10909" y="8202"/>
                      <a:pt x="10730" y="7970"/>
                    </a:cubicBezTo>
                    <a:cubicBezTo>
                      <a:pt x="10379" y="7515"/>
                      <a:pt x="10269" y="6952"/>
                      <a:pt x="10028" y="6449"/>
                    </a:cubicBezTo>
                    <a:cubicBezTo>
                      <a:pt x="9631" y="5620"/>
                      <a:pt x="9335" y="4742"/>
                      <a:pt x="8965" y="3901"/>
                    </a:cubicBezTo>
                    <a:cubicBezTo>
                      <a:pt x="8453" y="2738"/>
                      <a:pt x="7899" y="1592"/>
                      <a:pt x="7384" y="431"/>
                    </a:cubicBezTo>
                    <a:cubicBezTo>
                      <a:pt x="7249" y="129"/>
                      <a:pt x="7204" y="0"/>
                      <a:pt x="71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 name="Google Shape;4461;p111">
              <a:extLst>
                <a:ext uri="{FF2B5EF4-FFF2-40B4-BE49-F238E27FC236}">
                  <a16:creationId xmlns:a16="http://schemas.microsoft.com/office/drawing/2014/main" id="{DD8F000F-CCAB-CF89-3265-E56424491DC0}"/>
                </a:ext>
              </a:extLst>
            </p:cNvPr>
            <p:cNvGrpSpPr/>
            <p:nvPr/>
          </p:nvGrpSpPr>
          <p:grpSpPr>
            <a:xfrm>
              <a:off x="5569730" y="2626599"/>
              <a:ext cx="744730" cy="2026048"/>
              <a:chOff x="5569730" y="2626599"/>
              <a:chExt cx="744730" cy="2026048"/>
            </a:xfrm>
          </p:grpSpPr>
          <p:grpSp>
            <p:nvGrpSpPr>
              <p:cNvPr id="566" name="Google Shape;4462;p111">
                <a:extLst>
                  <a:ext uri="{FF2B5EF4-FFF2-40B4-BE49-F238E27FC236}">
                    <a16:creationId xmlns:a16="http://schemas.microsoft.com/office/drawing/2014/main" id="{5C718D34-89AA-5456-7F2D-2CB33C56BB9C}"/>
                  </a:ext>
                </a:extLst>
              </p:cNvPr>
              <p:cNvGrpSpPr/>
              <p:nvPr/>
            </p:nvGrpSpPr>
            <p:grpSpPr>
              <a:xfrm>
                <a:off x="5569730" y="2626599"/>
                <a:ext cx="367773" cy="374844"/>
                <a:chOff x="5569730" y="2626599"/>
                <a:chExt cx="367773" cy="374844"/>
              </a:xfrm>
            </p:grpSpPr>
            <p:sp>
              <p:nvSpPr>
                <p:cNvPr id="570" name="Google Shape;4463;p111">
                  <a:extLst>
                    <a:ext uri="{FF2B5EF4-FFF2-40B4-BE49-F238E27FC236}">
                      <a16:creationId xmlns:a16="http://schemas.microsoft.com/office/drawing/2014/main" id="{60C77994-E6FF-AE18-2103-8B28A931E986}"/>
                    </a:ext>
                  </a:extLst>
                </p:cNvPr>
                <p:cNvSpPr/>
                <p:nvPr/>
              </p:nvSpPr>
              <p:spPr>
                <a:xfrm>
                  <a:off x="5772051" y="2967997"/>
                  <a:ext cx="86112" cy="33446"/>
                </a:xfrm>
                <a:custGeom>
                  <a:avLst/>
                  <a:gdLst/>
                  <a:ahLst/>
                  <a:cxnLst/>
                  <a:rect l="l" t="t" r="r" b="b"/>
                  <a:pathLst>
                    <a:path w="7173" h="2786" extrusionOk="0">
                      <a:moveTo>
                        <a:pt x="327" y="0"/>
                      </a:moveTo>
                      <a:cubicBezTo>
                        <a:pt x="254" y="0"/>
                        <a:pt x="189" y="13"/>
                        <a:pt x="143" y="59"/>
                      </a:cubicBezTo>
                      <a:cubicBezTo>
                        <a:pt x="0" y="203"/>
                        <a:pt x="224" y="365"/>
                        <a:pt x="253" y="528"/>
                      </a:cubicBezTo>
                      <a:cubicBezTo>
                        <a:pt x="264" y="591"/>
                        <a:pt x="282" y="652"/>
                        <a:pt x="311" y="709"/>
                      </a:cubicBezTo>
                      <a:cubicBezTo>
                        <a:pt x="894" y="1796"/>
                        <a:pt x="1757" y="2526"/>
                        <a:pt x="2997" y="2731"/>
                      </a:cubicBezTo>
                      <a:cubicBezTo>
                        <a:pt x="3215" y="2768"/>
                        <a:pt x="3429" y="2786"/>
                        <a:pt x="3639" y="2786"/>
                      </a:cubicBezTo>
                      <a:cubicBezTo>
                        <a:pt x="4472" y="2786"/>
                        <a:pt x="5238" y="2502"/>
                        <a:pt x="5926" y="1958"/>
                      </a:cubicBezTo>
                      <a:cubicBezTo>
                        <a:pt x="6464" y="1533"/>
                        <a:pt x="6803" y="959"/>
                        <a:pt x="7066" y="337"/>
                      </a:cubicBezTo>
                      <a:cubicBezTo>
                        <a:pt x="7172" y="84"/>
                        <a:pt x="7128" y="26"/>
                        <a:pt x="6842" y="26"/>
                      </a:cubicBezTo>
                      <a:lnTo>
                        <a:pt x="3623" y="26"/>
                      </a:lnTo>
                      <a:cubicBezTo>
                        <a:pt x="2963" y="26"/>
                        <a:pt x="2303" y="25"/>
                        <a:pt x="1643" y="25"/>
                      </a:cubicBezTo>
                      <a:cubicBezTo>
                        <a:pt x="1313" y="25"/>
                        <a:pt x="983" y="25"/>
                        <a:pt x="654" y="26"/>
                      </a:cubicBezTo>
                      <a:cubicBezTo>
                        <a:pt x="652" y="26"/>
                        <a:pt x="651" y="26"/>
                        <a:pt x="650" y="26"/>
                      </a:cubicBezTo>
                      <a:cubicBezTo>
                        <a:pt x="548" y="26"/>
                        <a:pt x="430" y="0"/>
                        <a:pt x="3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4464;p111">
                  <a:extLst>
                    <a:ext uri="{FF2B5EF4-FFF2-40B4-BE49-F238E27FC236}">
                      <a16:creationId xmlns:a16="http://schemas.microsoft.com/office/drawing/2014/main" id="{7C6AD74A-6AF7-24B0-2FEC-266372AAD04C}"/>
                    </a:ext>
                  </a:extLst>
                </p:cNvPr>
                <p:cNvSpPr/>
                <p:nvPr/>
              </p:nvSpPr>
              <p:spPr>
                <a:xfrm>
                  <a:off x="5691665" y="2700622"/>
                  <a:ext cx="245838" cy="254938"/>
                </a:xfrm>
                <a:custGeom>
                  <a:avLst/>
                  <a:gdLst/>
                  <a:ahLst/>
                  <a:cxnLst/>
                  <a:rect l="l" t="t" r="r" b="b"/>
                  <a:pathLst>
                    <a:path w="20478" h="21236" extrusionOk="0">
                      <a:moveTo>
                        <a:pt x="10334" y="0"/>
                      </a:moveTo>
                      <a:cubicBezTo>
                        <a:pt x="10178" y="0"/>
                        <a:pt x="10017" y="18"/>
                        <a:pt x="9853" y="54"/>
                      </a:cubicBezTo>
                      <a:cubicBezTo>
                        <a:pt x="9126" y="157"/>
                        <a:pt x="8527" y="643"/>
                        <a:pt x="8233" y="1336"/>
                      </a:cubicBezTo>
                      <a:cubicBezTo>
                        <a:pt x="8103" y="1641"/>
                        <a:pt x="8038" y="1979"/>
                        <a:pt x="8098" y="2311"/>
                      </a:cubicBezTo>
                      <a:cubicBezTo>
                        <a:pt x="8130" y="2485"/>
                        <a:pt x="8079" y="2575"/>
                        <a:pt x="7944" y="2645"/>
                      </a:cubicBezTo>
                      <a:cubicBezTo>
                        <a:pt x="6749" y="3265"/>
                        <a:pt x="5792" y="4161"/>
                        <a:pt x="4979" y="5220"/>
                      </a:cubicBezTo>
                      <a:cubicBezTo>
                        <a:pt x="4417" y="5951"/>
                        <a:pt x="3989" y="6754"/>
                        <a:pt x="3676" y="7623"/>
                      </a:cubicBezTo>
                      <a:cubicBezTo>
                        <a:pt x="3324" y="8598"/>
                        <a:pt x="3179" y="9601"/>
                        <a:pt x="3187" y="10633"/>
                      </a:cubicBezTo>
                      <a:cubicBezTo>
                        <a:pt x="3197" y="11809"/>
                        <a:pt x="3200" y="12986"/>
                        <a:pt x="3184" y="14162"/>
                      </a:cubicBezTo>
                      <a:cubicBezTo>
                        <a:pt x="3166" y="15361"/>
                        <a:pt x="2979" y="16526"/>
                        <a:pt x="2351" y="17580"/>
                      </a:cubicBezTo>
                      <a:cubicBezTo>
                        <a:pt x="2022" y="18132"/>
                        <a:pt x="1545" y="18555"/>
                        <a:pt x="1101" y="19007"/>
                      </a:cubicBezTo>
                      <a:cubicBezTo>
                        <a:pt x="856" y="19256"/>
                        <a:pt x="600" y="19495"/>
                        <a:pt x="358" y="19745"/>
                      </a:cubicBezTo>
                      <a:cubicBezTo>
                        <a:pt x="72" y="20042"/>
                        <a:pt x="1" y="20392"/>
                        <a:pt x="190" y="20761"/>
                      </a:cubicBezTo>
                      <a:cubicBezTo>
                        <a:pt x="352" y="21077"/>
                        <a:pt x="619" y="21236"/>
                        <a:pt x="993" y="21236"/>
                      </a:cubicBezTo>
                      <a:cubicBezTo>
                        <a:pt x="5584" y="21233"/>
                        <a:pt x="10176" y="21232"/>
                        <a:pt x="14767" y="21232"/>
                      </a:cubicBezTo>
                      <a:cubicBezTo>
                        <a:pt x="16297" y="21232"/>
                        <a:pt x="17828" y="21232"/>
                        <a:pt x="19358" y="21232"/>
                      </a:cubicBezTo>
                      <a:cubicBezTo>
                        <a:pt x="19362" y="21232"/>
                        <a:pt x="19366" y="21232"/>
                        <a:pt x="19369" y="21232"/>
                      </a:cubicBezTo>
                      <a:cubicBezTo>
                        <a:pt x="19483" y="21232"/>
                        <a:pt x="19595" y="21215"/>
                        <a:pt x="19702" y="21179"/>
                      </a:cubicBezTo>
                      <a:cubicBezTo>
                        <a:pt x="19963" y="21128"/>
                        <a:pt x="20160" y="20978"/>
                        <a:pt x="20287" y="20726"/>
                      </a:cubicBezTo>
                      <a:cubicBezTo>
                        <a:pt x="20477" y="20358"/>
                        <a:pt x="20407" y="20009"/>
                        <a:pt x="20120" y="19711"/>
                      </a:cubicBezTo>
                      <a:cubicBezTo>
                        <a:pt x="19878" y="19460"/>
                        <a:pt x="19623" y="19221"/>
                        <a:pt x="19378" y="18972"/>
                      </a:cubicBezTo>
                      <a:cubicBezTo>
                        <a:pt x="18934" y="18521"/>
                        <a:pt x="18457" y="18098"/>
                        <a:pt x="18128" y="17546"/>
                      </a:cubicBezTo>
                      <a:cubicBezTo>
                        <a:pt x="17501" y="16492"/>
                        <a:pt x="17313" y="15327"/>
                        <a:pt x="17295" y="14127"/>
                      </a:cubicBezTo>
                      <a:cubicBezTo>
                        <a:pt x="17278" y="12952"/>
                        <a:pt x="17282" y="11775"/>
                        <a:pt x="17292" y="10599"/>
                      </a:cubicBezTo>
                      <a:cubicBezTo>
                        <a:pt x="17300" y="9567"/>
                        <a:pt x="17155" y="8564"/>
                        <a:pt x="16803" y="7589"/>
                      </a:cubicBezTo>
                      <a:cubicBezTo>
                        <a:pt x="16490" y="6720"/>
                        <a:pt x="16062" y="5917"/>
                        <a:pt x="15500" y="5185"/>
                      </a:cubicBezTo>
                      <a:cubicBezTo>
                        <a:pt x="14687" y="4127"/>
                        <a:pt x="13730" y="3231"/>
                        <a:pt x="12535" y="2610"/>
                      </a:cubicBezTo>
                      <a:cubicBezTo>
                        <a:pt x="12400" y="2541"/>
                        <a:pt x="12349" y="2450"/>
                        <a:pt x="12380" y="2277"/>
                      </a:cubicBezTo>
                      <a:cubicBezTo>
                        <a:pt x="12441" y="1944"/>
                        <a:pt x="12376" y="1607"/>
                        <a:pt x="12246" y="1300"/>
                      </a:cubicBezTo>
                      <a:cubicBezTo>
                        <a:pt x="11914" y="519"/>
                        <a:pt x="11190" y="0"/>
                        <a:pt x="103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4465;p111">
                  <a:extLst>
                    <a:ext uri="{FF2B5EF4-FFF2-40B4-BE49-F238E27FC236}">
                      <a16:creationId xmlns:a16="http://schemas.microsoft.com/office/drawing/2014/main" id="{DA83CEF9-13AC-4680-A762-5C7BBB1C6DD3}"/>
                    </a:ext>
                  </a:extLst>
                </p:cNvPr>
                <p:cNvSpPr/>
                <p:nvPr/>
              </p:nvSpPr>
              <p:spPr>
                <a:xfrm>
                  <a:off x="5569730" y="2626599"/>
                  <a:ext cx="225634" cy="225634"/>
                </a:xfrm>
                <a:custGeom>
                  <a:avLst/>
                  <a:gdLst/>
                  <a:ahLst/>
                  <a:cxnLst/>
                  <a:rect l="l" t="t" r="r" b="b"/>
                  <a:pathLst>
                    <a:path w="18795" h="18795" extrusionOk="0">
                      <a:moveTo>
                        <a:pt x="9397" y="0"/>
                      </a:moveTo>
                      <a:cubicBezTo>
                        <a:pt x="6905" y="0"/>
                        <a:pt x="4514" y="990"/>
                        <a:pt x="2752" y="2752"/>
                      </a:cubicBezTo>
                      <a:cubicBezTo>
                        <a:pt x="990" y="4515"/>
                        <a:pt x="0" y="6905"/>
                        <a:pt x="0" y="9397"/>
                      </a:cubicBezTo>
                      <a:cubicBezTo>
                        <a:pt x="0" y="11889"/>
                        <a:pt x="990" y="14280"/>
                        <a:pt x="2752" y="16042"/>
                      </a:cubicBezTo>
                      <a:cubicBezTo>
                        <a:pt x="4514" y="17804"/>
                        <a:pt x="6905" y="18794"/>
                        <a:pt x="9397" y="18794"/>
                      </a:cubicBezTo>
                      <a:cubicBezTo>
                        <a:pt x="11889" y="18794"/>
                        <a:pt x="14279" y="17804"/>
                        <a:pt x="16042" y="16042"/>
                      </a:cubicBezTo>
                      <a:cubicBezTo>
                        <a:pt x="17804" y="14280"/>
                        <a:pt x="18794" y="11889"/>
                        <a:pt x="18794" y="9397"/>
                      </a:cubicBezTo>
                      <a:cubicBezTo>
                        <a:pt x="18794" y="6905"/>
                        <a:pt x="17804" y="4515"/>
                        <a:pt x="16042" y="2752"/>
                      </a:cubicBezTo>
                      <a:cubicBezTo>
                        <a:pt x="14279" y="990"/>
                        <a:pt x="11889" y="0"/>
                        <a:pt x="93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4466;p111">
                  <a:extLst>
                    <a:ext uri="{FF2B5EF4-FFF2-40B4-BE49-F238E27FC236}">
                      <a16:creationId xmlns:a16="http://schemas.microsoft.com/office/drawing/2014/main" id="{6CE37CA7-3F8A-0162-21B3-EB2FAB09C634}"/>
                    </a:ext>
                  </a:extLst>
                </p:cNvPr>
                <p:cNvSpPr/>
                <p:nvPr/>
              </p:nvSpPr>
              <p:spPr>
                <a:xfrm>
                  <a:off x="5667607" y="2665411"/>
                  <a:ext cx="29916" cy="111803"/>
                </a:xfrm>
                <a:custGeom>
                  <a:avLst/>
                  <a:gdLst/>
                  <a:ahLst/>
                  <a:cxnLst/>
                  <a:rect l="l" t="t" r="r" b="b"/>
                  <a:pathLst>
                    <a:path w="2492" h="9313" extrusionOk="0">
                      <a:moveTo>
                        <a:pt x="1218" y="0"/>
                      </a:moveTo>
                      <a:cubicBezTo>
                        <a:pt x="990" y="0"/>
                        <a:pt x="752" y="70"/>
                        <a:pt x="526" y="221"/>
                      </a:cubicBezTo>
                      <a:cubicBezTo>
                        <a:pt x="145" y="475"/>
                        <a:pt x="5" y="858"/>
                        <a:pt x="5" y="1310"/>
                      </a:cubicBezTo>
                      <a:cubicBezTo>
                        <a:pt x="9" y="3436"/>
                        <a:pt x="12" y="5562"/>
                        <a:pt x="1" y="7688"/>
                      </a:cubicBezTo>
                      <a:cubicBezTo>
                        <a:pt x="0" y="8057"/>
                        <a:pt x="55" y="8403"/>
                        <a:pt x="212" y="8734"/>
                      </a:cubicBezTo>
                      <a:cubicBezTo>
                        <a:pt x="322" y="8954"/>
                        <a:pt x="477" y="9120"/>
                        <a:pt x="711" y="9216"/>
                      </a:cubicBezTo>
                      <a:cubicBezTo>
                        <a:pt x="872" y="9282"/>
                        <a:pt x="1036" y="9312"/>
                        <a:pt x="1196" y="9312"/>
                      </a:cubicBezTo>
                      <a:cubicBezTo>
                        <a:pt x="1875" y="9312"/>
                        <a:pt x="2479" y="8758"/>
                        <a:pt x="2483" y="7993"/>
                      </a:cubicBezTo>
                      <a:cubicBezTo>
                        <a:pt x="2492" y="5919"/>
                        <a:pt x="2485" y="3846"/>
                        <a:pt x="2486" y="1773"/>
                      </a:cubicBezTo>
                      <a:cubicBezTo>
                        <a:pt x="2486" y="1569"/>
                        <a:pt x="2438" y="1377"/>
                        <a:pt x="2384" y="1185"/>
                      </a:cubicBezTo>
                      <a:cubicBezTo>
                        <a:pt x="2319" y="462"/>
                        <a:pt x="1804" y="0"/>
                        <a:pt x="12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4467;p111">
                  <a:extLst>
                    <a:ext uri="{FF2B5EF4-FFF2-40B4-BE49-F238E27FC236}">
                      <a16:creationId xmlns:a16="http://schemas.microsoft.com/office/drawing/2014/main" id="{E63E981F-0346-FE3D-A315-34328085DA8B}"/>
                    </a:ext>
                  </a:extLst>
                </p:cNvPr>
                <p:cNvSpPr/>
                <p:nvPr/>
              </p:nvSpPr>
              <p:spPr>
                <a:xfrm>
                  <a:off x="5667499" y="2786025"/>
                  <a:ext cx="32185" cy="29112"/>
                </a:xfrm>
                <a:custGeom>
                  <a:avLst/>
                  <a:gdLst/>
                  <a:ahLst/>
                  <a:cxnLst/>
                  <a:rect l="l" t="t" r="r" b="b"/>
                  <a:pathLst>
                    <a:path w="2681" h="2425" extrusionOk="0">
                      <a:moveTo>
                        <a:pt x="1292" y="0"/>
                      </a:moveTo>
                      <a:cubicBezTo>
                        <a:pt x="1270" y="0"/>
                        <a:pt x="1248" y="1"/>
                        <a:pt x="1226" y="2"/>
                      </a:cubicBezTo>
                      <a:cubicBezTo>
                        <a:pt x="783" y="27"/>
                        <a:pt x="327" y="239"/>
                        <a:pt x="170" y="728"/>
                      </a:cubicBezTo>
                      <a:cubicBezTo>
                        <a:pt x="33" y="1041"/>
                        <a:pt x="1" y="1355"/>
                        <a:pt x="170" y="1669"/>
                      </a:cubicBezTo>
                      <a:cubicBezTo>
                        <a:pt x="276" y="2066"/>
                        <a:pt x="566" y="2306"/>
                        <a:pt x="966" y="2333"/>
                      </a:cubicBezTo>
                      <a:cubicBezTo>
                        <a:pt x="1072" y="2348"/>
                        <a:pt x="1168" y="2425"/>
                        <a:pt x="1275" y="2425"/>
                      </a:cubicBezTo>
                      <a:cubicBezTo>
                        <a:pt x="1309" y="2425"/>
                        <a:pt x="1345" y="2417"/>
                        <a:pt x="1383" y="2395"/>
                      </a:cubicBezTo>
                      <a:cubicBezTo>
                        <a:pt x="2324" y="2294"/>
                        <a:pt x="2680" y="1374"/>
                        <a:pt x="2304" y="643"/>
                      </a:cubicBezTo>
                      <a:cubicBezTo>
                        <a:pt x="2112" y="271"/>
                        <a:pt x="1736" y="0"/>
                        <a:pt x="12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7" name="Google Shape;4468;p111">
                <a:extLst>
                  <a:ext uri="{FF2B5EF4-FFF2-40B4-BE49-F238E27FC236}">
                    <a16:creationId xmlns:a16="http://schemas.microsoft.com/office/drawing/2014/main" id="{F99CB176-BD67-2C56-3BD5-5BA643818428}"/>
                  </a:ext>
                </a:extLst>
              </p:cNvPr>
              <p:cNvGrpSpPr/>
              <p:nvPr/>
            </p:nvGrpSpPr>
            <p:grpSpPr>
              <a:xfrm>
                <a:off x="6047445" y="4378789"/>
                <a:ext cx="267015" cy="273858"/>
                <a:chOff x="6047445" y="4378789"/>
                <a:chExt cx="267015" cy="273858"/>
              </a:xfrm>
            </p:grpSpPr>
            <p:sp>
              <p:nvSpPr>
                <p:cNvPr id="568" name="Google Shape;4469;p111">
                  <a:extLst>
                    <a:ext uri="{FF2B5EF4-FFF2-40B4-BE49-F238E27FC236}">
                      <a16:creationId xmlns:a16="http://schemas.microsoft.com/office/drawing/2014/main" id="{A1CC49F9-4B18-7BD6-FB75-EBA51E58EC6D}"/>
                    </a:ext>
                  </a:extLst>
                </p:cNvPr>
                <p:cNvSpPr/>
                <p:nvPr/>
              </p:nvSpPr>
              <p:spPr>
                <a:xfrm>
                  <a:off x="6206164" y="4556967"/>
                  <a:ext cx="68429" cy="63374"/>
                </a:xfrm>
                <a:custGeom>
                  <a:avLst/>
                  <a:gdLst/>
                  <a:ahLst/>
                  <a:cxnLst/>
                  <a:rect l="l" t="t" r="r" b="b"/>
                  <a:pathLst>
                    <a:path w="5700" h="5279" extrusionOk="0">
                      <a:moveTo>
                        <a:pt x="5189" y="1"/>
                      </a:moveTo>
                      <a:cubicBezTo>
                        <a:pt x="5136" y="1"/>
                        <a:pt x="5069" y="46"/>
                        <a:pt x="4974" y="131"/>
                      </a:cubicBezTo>
                      <a:cubicBezTo>
                        <a:pt x="4175" y="848"/>
                        <a:pt x="3377" y="1565"/>
                        <a:pt x="2578" y="2282"/>
                      </a:cubicBezTo>
                      <a:cubicBezTo>
                        <a:pt x="1840" y="2941"/>
                        <a:pt x="1104" y="3603"/>
                        <a:pt x="369" y="4267"/>
                      </a:cubicBezTo>
                      <a:cubicBezTo>
                        <a:pt x="241" y="4382"/>
                        <a:pt x="20" y="4476"/>
                        <a:pt x="11" y="4632"/>
                      </a:cubicBezTo>
                      <a:cubicBezTo>
                        <a:pt x="0" y="4834"/>
                        <a:pt x="275" y="4803"/>
                        <a:pt x="407" y="4906"/>
                      </a:cubicBezTo>
                      <a:cubicBezTo>
                        <a:pt x="456" y="4946"/>
                        <a:pt x="511" y="4979"/>
                        <a:pt x="571" y="5003"/>
                      </a:cubicBezTo>
                      <a:cubicBezTo>
                        <a:pt x="1064" y="5182"/>
                        <a:pt x="1552" y="5278"/>
                        <a:pt x="2031" y="5278"/>
                      </a:cubicBezTo>
                      <a:cubicBezTo>
                        <a:pt x="2679" y="5278"/>
                        <a:pt x="3311" y="5102"/>
                        <a:pt x="3920" y="4713"/>
                      </a:cubicBezTo>
                      <a:cubicBezTo>
                        <a:pt x="4848" y="4122"/>
                        <a:pt x="5397" y="3262"/>
                        <a:pt x="5583" y="2181"/>
                      </a:cubicBezTo>
                      <a:cubicBezTo>
                        <a:pt x="5700" y="1505"/>
                        <a:pt x="5569" y="851"/>
                        <a:pt x="5349" y="213"/>
                      </a:cubicBezTo>
                      <a:cubicBezTo>
                        <a:pt x="5299" y="69"/>
                        <a:pt x="5255" y="1"/>
                        <a:pt x="5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4470;p111">
                  <a:extLst>
                    <a:ext uri="{FF2B5EF4-FFF2-40B4-BE49-F238E27FC236}">
                      <a16:creationId xmlns:a16="http://schemas.microsoft.com/office/drawing/2014/main" id="{95D478DA-A83B-A42A-6B81-57F3D818835E}"/>
                    </a:ext>
                  </a:extLst>
                </p:cNvPr>
                <p:cNvSpPr/>
                <p:nvPr/>
              </p:nvSpPr>
              <p:spPr>
                <a:xfrm>
                  <a:off x="6047445" y="4378789"/>
                  <a:ext cx="267015" cy="273858"/>
                </a:xfrm>
                <a:custGeom>
                  <a:avLst/>
                  <a:gdLst/>
                  <a:ahLst/>
                  <a:cxnLst/>
                  <a:rect l="l" t="t" r="r" b="b"/>
                  <a:pathLst>
                    <a:path w="22242" h="22812" extrusionOk="0">
                      <a:moveTo>
                        <a:pt x="2274" y="1"/>
                      </a:moveTo>
                      <a:cubicBezTo>
                        <a:pt x="1637" y="1"/>
                        <a:pt x="1017" y="292"/>
                        <a:pt x="593" y="883"/>
                      </a:cubicBezTo>
                      <a:cubicBezTo>
                        <a:pt x="122" y="1446"/>
                        <a:pt x="0" y="2208"/>
                        <a:pt x="244" y="2919"/>
                      </a:cubicBezTo>
                      <a:cubicBezTo>
                        <a:pt x="352" y="3234"/>
                        <a:pt x="529" y="3528"/>
                        <a:pt x="797" y="3735"/>
                      </a:cubicBezTo>
                      <a:cubicBezTo>
                        <a:pt x="935" y="3843"/>
                        <a:pt x="958" y="3944"/>
                        <a:pt x="904" y="4087"/>
                      </a:cubicBezTo>
                      <a:cubicBezTo>
                        <a:pt x="429" y="5346"/>
                        <a:pt x="315" y="6652"/>
                        <a:pt x="417" y="7983"/>
                      </a:cubicBezTo>
                      <a:cubicBezTo>
                        <a:pt x="489" y="8903"/>
                        <a:pt x="707" y="9786"/>
                        <a:pt x="1054" y="10643"/>
                      </a:cubicBezTo>
                      <a:cubicBezTo>
                        <a:pt x="1444" y="11602"/>
                        <a:pt x="2006" y="12446"/>
                        <a:pt x="2701" y="13209"/>
                      </a:cubicBezTo>
                      <a:cubicBezTo>
                        <a:pt x="3494" y="14078"/>
                        <a:pt x="4282" y="14949"/>
                        <a:pt x="5056" y="15836"/>
                      </a:cubicBezTo>
                      <a:cubicBezTo>
                        <a:pt x="5844" y="16741"/>
                        <a:pt x="6483" y="17733"/>
                        <a:pt x="6719" y="18936"/>
                      </a:cubicBezTo>
                      <a:cubicBezTo>
                        <a:pt x="6843" y="19567"/>
                        <a:pt x="6772" y="20200"/>
                        <a:pt x="6743" y="20833"/>
                      </a:cubicBezTo>
                      <a:cubicBezTo>
                        <a:pt x="6726" y="21182"/>
                        <a:pt x="6696" y="21530"/>
                        <a:pt x="6684" y="21878"/>
                      </a:cubicBezTo>
                      <a:cubicBezTo>
                        <a:pt x="6669" y="22290"/>
                        <a:pt x="6849" y="22597"/>
                        <a:pt x="7237" y="22746"/>
                      </a:cubicBezTo>
                      <a:cubicBezTo>
                        <a:pt x="7349" y="22789"/>
                        <a:pt x="7458" y="22811"/>
                        <a:pt x="7565" y="22811"/>
                      </a:cubicBezTo>
                      <a:cubicBezTo>
                        <a:pt x="7772" y="22811"/>
                        <a:pt x="7968" y="22729"/>
                        <a:pt x="8152" y="22563"/>
                      </a:cubicBezTo>
                      <a:cubicBezTo>
                        <a:pt x="12705" y="18471"/>
                        <a:pt x="17259" y="14380"/>
                        <a:pt x="21815" y="10291"/>
                      </a:cubicBezTo>
                      <a:cubicBezTo>
                        <a:pt x="21903" y="10215"/>
                        <a:pt x="21978" y="10124"/>
                        <a:pt x="22036" y="10023"/>
                      </a:cubicBezTo>
                      <a:cubicBezTo>
                        <a:pt x="22196" y="9810"/>
                        <a:pt x="22241" y="9567"/>
                        <a:pt x="22169" y="9294"/>
                      </a:cubicBezTo>
                      <a:cubicBezTo>
                        <a:pt x="22063" y="8894"/>
                        <a:pt x="21777" y="8680"/>
                        <a:pt x="21365" y="8651"/>
                      </a:cubicBezTo>
                      <a:cubicBezTo>
                        <a:pt x="21017" y="8627"/>
                        <a:pt x="20668" y="8618"/>
                        <a:pt x="20320" y="8597"/>
                      </a:cubicBezTo>
                      <a:cubicBezTo>
                        <a:pt x="19687" y="8559"/>
                        <a:pt x="19050" y="8562"/>
                        <a:pt x="18436" y="8371"/>
                      </a:cubicBezTo>
                      <a:cubicBezTo>
                        <a:pt x="17264" y="8006"/>
                        <a:pt x="16347" y="7264"/>
                        <a:pt x="15533" y="6383"/>
                      </a:cubicBezTo>
                      <a:cubicBezTo>
                        <a:pt x="14735" y="5520"/>
                        <a:pt x="13951" y="4642"/>
                        <a:pt x="13173" y="3761"/>
                      </a:cubicBezTo>
                      <a:cubicBezTo>
                        <a:pt x="12489" y="2987"/>
                        <a:pt x="11712" y="2338"/>
                        <a:pt x="10799" y="1847"/>
                      </a:cubicBezTo>
                      <a:cubicBezTo>
                        <a:pt x="9986" y="1410"/>
                        <a:pt x="9129" y="1098"/>
                        <a:pt x="8224" y="929"/>
                      </a:cubicBezTo>
                      <a:cubicBezTo>
                        <a:pt x="7588" y="811"/>
                        <a:pt x="6953" y="743"/>
                        <a:pt x="6319" y="743"/>
                      </a:cubicBezTo>
                      <a:cubicBezTo>
                        <a:pt x="5644" y="743"/>
                        <a:pt x="4970" y="820"/>
                        <a:pt x="4298" y="994"/>
                      </a:cubicBezTo>
                      <a:cubicBezTo>
                        <a:pt x="4261" y="1003"/>
                        <a:pt x="4227" y="1009"/>
                        <a:pt x="4196" y="1009"/>
                      </a:cubicBezTo>
                      <a:cubicBezTo>
                        <a:pt x="4102" y="1009"/>
                        <a:pt x="4029" y="962"/>
                        <a:pt x="3960" y="850"/>
                      </a:cubicBezTo>
                      <a:cubicBezTo>
                        <a:pt x="3782" y="560"/>
                        <a:pt x="3508" y="353"/>
                        <a:pt x="3207" y="212"/>
                      </a:cubicBezTo>
                      <a:cubicBezTo>
                        <a:pt x="2906" y="72"/>
                        <a:pt x="2588" y="1"/>
                        <a:pt x="22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63" name="Google Shape;4471;p111">
              <a:extLst>
                <a:ext uri="{FF2B5EF4-FFF2-40B4-BE49-F238E27FC236}">
                  <a16:creationId xmlns:a16="http://schemas.microsoft.com/office/drawing/2014/main" id="{8775F685-E0DB-B36C-C363-DC1E16EBEBCF}"/>
                </a:ext>
              </a:extLst>
            </p:cNvPr>
            <p:cNvGrpSpPr/>
            <p:nvPr/>
          </p:nvGrpSpPr>
          <p:grpSpPr>
            <a:xfrm>
              <a:off x="5037945" y="2820348"/>
              <a:ext cx="466238" cy="363463"/>
              <a:chOff x="5037945" y="2820348"/>
              <a:chExt cx="466238" cy="363463"/>
            </a:xfrm>
          </p:grpSpPr>
          <p:sp>
            <p:nvSpPr>
              <p:cNvPr id="564" name="Google Shape;4472;p111">
                <a:extLst>
                  <a:ext uri="{FF2B5EF4-FFF2-40B4-BE49-F238E27FC236}">
                    <a16:creationId xmlns:a16="http://schemas.microsoft.com/office/drawing/2014/main" id="{5054C285-B5E7-FA18-6579-0C29FB873D0A}"/>
                  </a:ext>
                </a:extLst>
              </p:cNvPr>
              <p:cNvSpPr/>
              <p:nvPr/>
            </p:nvSpPr>
            <p:spPr>
              <a:xfrm>
                <a:off x="5037945" y="2925175"/>
                <a:ext cx="292742" cy="258636"/>
              </a:xfrm>
              <a:custGeom>
                <a:avLst/>
                <a:gdLst/>
                <a:ahLst/>
                <a:cxnLst/>
                <a:rect l="l" t="t" r="r" b="b"/>
                <a:pathLst>
                  <a:path w="24385" h="21544" extrusionOk="0">
                    <a:moveTo>
                      <a:pt x="3549" y="0"/>
                    </a:moveTo>
                    <a:cubicBezTo>
                      <a:pt x="1597" y="0"/>
                      <a:pt x="1" y="1598"/>
                      <a:pt x="1" y="3550"/>
                    </a:cubicBezTo>
                    <a:lnTo>
                      <a:pt x="1" y="12761"/>
                    </a:lnTo>
                    <a:cubicBezTo>
                      <a:pt x="1" y="14713"/>
                      <a:pt x="1597" y="16309"/>
                      <a:pt x="3549" y="16309"/>
                    </a:cubicBezTo>
                    <a:lnTo>
                      <a:pt x="11711" y="16309"/>
                    </a:lnTo>
                    <a:cubicBezTo>
                      <a:pt x="11858" y="16950"/>
                      <a:pt x="12983" y="21154"/>
                      <a:pt x="17458" y="21544"/>
                    </a:cubicBezTo>
                    <a:cubicBezTo>
                      <a:pt x="17458" y="21544"/>
                      <a:pt x="15602" y="17807"/>
                      <a:pt x="17136" y="16309"/>
                    </a:cubicBezTo>
                    <a:lnTo>
                      <a:pt x="20834" y="16309"/>
                    </a:lnTo>
                    <a:cubicBezTo>
                      <a:pt x="22787" y="16309"/>
                      <a:pt x="24384" y="14713"/>
                      <a:pt x="24384" y="12761"/>
                    </a:cubicBezTo>
                    <a:lnTo>
                      <a:pt x="24384" y="3550"/>
                    </a:lnTo>
                    <a:cubicBezTo>
                      <a:pt x="24384" y="1598"/>
                      <a:pt x="22787" y="0"/>
                      <a:pt x="208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4473;p111">
                <a:extLst>
                  <a:ext uri="{FF2B5EF4-FFF2-40B4-BE49-F238E27FC236}">
                    <a16:creationId xmlns:a16="http://schemas.microsoft.com/office/drawing/2014/main" id="{C6107C91-CBCE-BA65-20AD-CFDD3F907DEF}"/>
                  </a:ext>
                </a:extLst>
              </p:cNvPr>
              <p:cNvSpPr/>
              <p:nvPr/>
            </p:nvSpPr>
            <p:spPr>
              <a:xfrm>
                <a:off x="5211441" y="2820348"/>
                <a:ext cx="292742" cy="258648"/>
              </a:xfrm>
              <a:custGeom>
                <a:avLst/>
                <a:gdLst/>
                <a:ahLst/>
                <a:cxnLst/>
                <a:rect l="l" t="t" r="r" b="b"/>
                <a:pathLst>
                  <a:path w="24385" h="21545" extrusionOk="0">
                    <a:moveTo>
                      <a:pt x="3550" y="0"/>
                    </a:moveTo>
                    <a:cubicBezTo>
                      <a:pt x="1598" y="0"/>
                      <a:pt x="1" y="1597"/>
                      <a:pt x="1" y="3549"/>
                    </a:cubicBezTo>
                    <a:lnTo>
                      <a:pt x="1" y="12760"/>
                    </a:lnTo>
                    <a:cubicBezTo>
                      <a:pt x="1" y="14712"/>
                      <a:pt x="1598" y="16310"/>
                      <a:pt x="3550" y="16310"/>
                    </a:cubicBezTo>
                    <a:lnTo>
                      <a:pt x="7249" y="16310"/>
                    </a:lnTo>
                    <a:cubicBezTo>
                      <a:pt x="8782" y="17807"/>
                      <a:pt x="6926" y="21544"/>
                      <a:pt x="6926" y="21544"/>
                    </a:cubicBezTo>
                    <a:cubicBezTo>
                      <a:pt x="11403" y="21154"/>
                      <a:pt x="12526" y="16951"/>
                      <a:pt x="12673" y="16310"/>
                    </a:cubicBezTo>
                    <a:lnTo>
                      <a:pt x="20836" y="16310"/>
                    </a:lnTo>
                    <a:cubicBezTo>
                      <a:pt x="22788" y="16310"/>
                      <a:pt x="24385" y="14712"/>
                      <a:pt x="24385" y="12760"/>
                    </a:cubicBezTo>
                    <a:lnTo>
                      <a:pt x="24385" y="3549"/>
                    </a:lnTo>
                    <a:cubicBezTo>
                      <a:pt x="24385" y="1596"/>
                      <a:pt x="22788" y="0"/>
                      <a:pt x="20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574501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37"/>
                                        </p:tgtEl>
                                        <p:attrNameLst>
                                          <p:attrName>style.visibility</p:attrName>
                                        </p:attrNameLst>
                                      </p:cBhvr>
                                      <p:to>
                                        <p:strVal val="visible"/>
                                      </p:to>
                                    </p:set>
                                    <p:animEffect transition="in" filter="fade">
                                      <p:cBhvr>
                                        <p:cTn id="7" dur="500"/>
                                        <p:tgtEl>
                                          <p:spTgt spid="537"/>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552"/>
                                        </p:tgtEl>
                                        <p:attrNameLst>
                                          <p:attrName>style.visibility</p:attrName>
                                        </p:attrNameLst>
                                      </p:cBhvr>
                                      <p:to>
                                        <p:strVal val="visible"/>
                                      </p:to>
                                    </p:set>
                                    <p:animEffect transition="in" filter="fade">
                                      <p:cBhvr>
                                        <p:cTn id="14" dur="500"/>
                                        <p:tgtEl>
                                          <p:spTgt spid="5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56">
          <a:extLst>
            <a:ext uri="{FF2B5EF4-FFF2-40B4-BE49-F238E27FC236}">
              <a16:creationId xmlns:a16="http://schemas.microsoft.com/office/drawing/2014/main" id="{44304797-C560-3D4D-CA0A-ECDEC8F7F0D2}"/>
            </a:ext>
          </a:extLst>
        </p:cNvPr>
        <p:cNvGrpSpPr/>
        <p:nvPr/>
      </p:nvGrpSpPr>
      <p:grpSpPr>
        <a:xfrm>
          <a:off x="0" y="0"/>
          <a:ext cx="0" cy="0"/>
          <a:chOff x="0" y="0"/>
          <a:chExt cx="0" cy="0"/>
        </a:xfrm>
      </p:grpSpPr>
      <p:sp>
        <p:nvSpPr>
          <p:cNvPr id="2457" name="Google Shape;2457;p95">
            <a:extLst>
              <a:ext uri="{FF2B5EF4-FFF2-40B4-BE49-F238E27FC236}">
                <a16:creationId xmlns:a16="http://schemas.microsoft.com/office/drawing/2014/main" id="{3E5D3081-F2F6-6C96-C6C3-97FECD2BC2A2}"/>
              </a:ext>
            </a:extLst>
          </p:cNvPr>
          <p:cNvSpPr txBox="1">
            <a:spLocks noGrp="1"/>
          </p:cNvSpPr>
          <p:nvPr>
            <p:ph type="title"/>
          </p:nvPr>
        </p:nvSpPr>
        <p:spPr>
          <a:xfrm>
            <a:off x="192881" y="64294"/>
            <a:ext cx="8012244" cy="550069"/>
          </a:xfrm>
          <a:prstGeom prst="rect">
            <a:avLst/>
          </a:prstGeom>
        </p:spPr>
        <p:txBody>
          <a:bodyPr spcFirstLastPara="1" wrap="square" lIns="91425" tIns="91425" rIns="91425" bIns="91425" anchor="t" anchorCtr="0">
            <a:noAutofit/>
          </a:bodyPr>
          <a:lstStyle/>
          <a:p>
            <a:pPr lvl="0"/>
            <a:r>
              <a:rPr lang="en-US" dirty="0"/>
              <a:t>Real-World Use Cases</a:t>
            </a:r>
            <a:endParaRPr dirty="0"/>
          </a:p>
        </p:txBody>
      </p:sp>
      <p:sp>
        <p:nvSpPr>
          <p:cNvPr id="2459" name="Google Shape;2459;p95">
            <a:extLst>
              <a:ext uri="{FF2B5EF4-FFF2-40B4-BE49-F238E27FC236}">
                <a16:creationId xmlns:a16="http://schemas.microsoft.com/office/drawing/2014/main" id="{4F4112AB-A7F1-E3D5-66E7-70734FFFB7F8}"/>
              </a:ext>
            </a:extLst>
          </p:cNvPr>
          <p:cNvSpPr/>
          <p:nvPr/>
        </p:nvSpPr>
        <p:spPr>
          <a:xfrm>
            <a:off x="2696975" y="386989"/>
            <a:ext cx="6941225" cy="426650"/>
          </a:xfrm>
          <a:custGeom>
            <a:avLst/>
            <a:gdLst/>
            <a:ahLst/>
            <a:cxnLst/>
            <a:rect l="l" t="t" r="r" b="b"/>
            <a:pathLst>
              <a:path w="277649" h="17066" extrusionOk="0">
                <a:moveTo>
                  <a:pt x="277649" y="2182"/>
                </a:moveTo>
                <a:cubicBezTo>
                  <a:pt x="253641" y="10185"/>
                  <a:pt x="226797" y="4261"/>
                  <a:pt x="201745" y="684"/>
                </a:cubicBezTo>
                <a:cubicBezTo>
                  <a:pt x="183544" y="-1915"/>
                  <a:pt x="165058" y="7959"/>
                  <a:pt x="146814" y="5678"/>
                </a:cubicBezTo>
                <a:cubicBezTo>
                  <a:pt x="134644" y="4156"/>
                  <a:pt x="122387" y="-1719"/>
                  <a:pt x="110360" y="684"/>
                </a:cubicBezTo>
                <a:cubicBezTo>
                  <a:pt x="105063" y="1743"/>
                  <a:pt x="101842" y="7545"/>
                  <a:pt x="96877" y="9673"/>
                </a:cubicBezTo>
                <a:cubicBezTo>
                  <a:pt x="91197" y="12107"/>
                  <a:pt x="84579" y="11171"/>
                  <a:pt x="78400" y="11171"/>
                </a:cubicBezTo>
                <a:cubicBezTo>
                  <a:pt x="73434" y="11171"/>
                  <a:pt x="66140" y="12116"/>
                  <a:pt x="63919" y="7675"/>
                </a:cubicBezTo>
                <a:cubicBezTo>
                  <a:pt x="62054" y="3944"/>
                  <a:pt x="71568" y="-819"/>
                  <a:pt x="74905" y="1683"/>
                </a:cubicBezTo>
                <a:cubicBezTo>
                  <a:pt x="78245" y="4187"/>
                  <a:pt x="77246" y="11663"/>
                  <a:pt x="73906" y="14167"/>
                </a:cubicBezTo>
                <a:cubicBezTo>
                  <a:pt x="63283" y="22131"/>
                  <a:pt x="47475" y="11276"/>
                  <a:pt x="34456" y="8674"/>
                </a:cubicBezTo>
                <a:cubicBezTo>
                  <a:pt x="23118" y="6408"/>
                  <a:pt x="11562" y="12669"/>
                  <a:pt x="0" y="12669"/>
                </a:cubicBezTo>
              </a:path>
            </a:pathLst>
          </a:custGeom>
          <a:noFill/>
          <a:ln w="28575" cap="flat" cmpd="sng">
            <a:solidFill>
              <a:schemeClr val="accent1"/>
            </a:solidFill>
            <a:prstDash val="dash"/>
            <a:round/>
            <a:headEnd type="none" w="med" len="med"/>
            <a:tailEnd type="none" w="med" len="med"/>
          </a:ln>
        </p:spPr>
      </p:sp>
      <p:graphicFrame>
        <p:nvGraphicFramePr>
          <p:cNvPr id="5" name="Google Shape;2458;p95">
            <a:extLst>
              <a:ext uri="{FF2B5EF4-FFF2-40B4-BE49-F238E27FC236}">
                <a16:creationId xmlns:a16="http://schemas.microsoft.com/office/drawing/2014/main" id="{8E1E6D24-AFDB-AFB2-BB92-3470A390986D}"/>
              </a:ext>
            </a:extLst>
          </p:cNvPr>
          <p:cNvGraphicFramePr/>
          <p:nvPr>
            <p:extLst>
              <p:ext uri="{D42A27DB-BD31-4B8C-83A1-F6EECF244321}">
                <p14:modId xmlns:p14="http://schemas.microsoft.com/office/powerpoint/2010/main" val="3358505413"/>
              </p:ext>
            </p:extLst>
          </p:nvPr>
        </p:nvGraphicFramePr>
        <p:xfrm>
          <a:off x="400047" y="1031133"/>
          <a:ext cx="8386768" cy="3154560"/>
        </p:xfrm>
        <a:graphic>
          <a:graphicData uri="http://schemas.openxmlformats.org/drawingml/2006/table">
            <a:tbl>
              <a:tblPr>
                <a:noFill/>
                <a:tableStyleId>{19AD8C5A-91B3-4FF1-B6B2-7F450741C315}</a:tableStyleId>
              </a:tblPr>
              <a:tblGrid>
                <a:gridCol w="905721">
                  <a:extLst>
                    <a:ext uri="{9D8B030D-6E8A-4147-A177-3AD203B41FA5}">
                      <a16:colId xmlns:a16="http://schemas.microsoft.com/office/drawing/2014/main" val="20001"/>
                    </a:ext>
                  </a:extLst>
                </a:gridCol>
                <a:gridCol w="1068721">
                  <a:extLst>
                    <a:ext uri="{9D8B030D-6E8A-4147-A177-3AD203B41FA5}">
                      <a16:colId xmlns:a16="http://schemas.microsoft.com/office/drawing/2014/main" val="20002"/>
                    </a:ext>
                  </a:extLst>
                </a:gridCol>
                <a:gridCol w="1068721">
                  <a:extLst>
                    <a:ext uri="{9D8B030D-6E8A-4147-A177-3AD203B41FA5}">
                      <a16:colId xmlns:a16="http://schemas.microsoft.com/office/drawing/2014/main" val="3337149961"/>
                    </a:ext>
                  </a:extLst>
                </a:gridCol>
                <a:gridCol w="1068721">
                  <a:extLst>
                    <a:ext uri="{9D8B030D-6E8A-4147-A177-3AD203B41FA5}">
                      <a16:colId xmlns:a16="http://schemas.microsoft.com/office/drawing/2014/main" val="1471711514"/>
                    </a:ext>
                  </a:extLst>
                </a:gridCol>
                <a:gridCol w="1068721">
                  <a:extLst>
                    <a:ext uri="{9D8B030D-6E8A-4147-A177-3AD203B41FA5}">
                      <a16:colId xmlns:a16="http://schemas.microsoft.com/office/drawing/2014/main" val="2568045335"/>
                    </a:ext>
                  </a:extLst>
                </a:gridCol>
                <a:gridCol w="1068721">
                  <a:extLst>
                    <a:ext uri="{9D8B030D-6E8A-4147-A177-3AD203B41FA5}">
                      <a16:colId xmlns:a16="http://schemas.microsoft.com/office/drawing/2014/main" val="231312805"/>
                    </a:ext>
                  </a:extLst>
                </a:gridCol>
                <a:gridCol w="1068721">
                  <a:extLst>
                    <a:ext uri="{9D8B030D-6E8A-4147-A177-3AD203B41FA5}">
                      <a16:colId xmlns:a16="http://schemas.microsoft.com/office/drawing/2014/main" val="124155030"/>
                    </a:ext>
                  </a:extLst>
                </a:gridCol>
                <a:gridCol w="1068721">
                  <a:extLst>
                    <a:ext uri="{9D8B030D-6E8A-4147-A177-3AD203B41FA5}">
                      <a16:colId xmlns:a16="http://schemas.microsoft.com/office/drawing/2014/main" val="3635255875"/>
                    </a:ext>
                  </a:extLst>
                </a:gridCol>
              </a:tblGrid>
              <a:tr h="656381">
                <a:tc>
                  <a:txBody>
                    <a:bodyPr/>
                    <a:lstStyle/>
                    <a:p>
                      <a:pPr marL="0" lvl="0" indent="0" algn="ctr" rtl="0">
                        <a:spcBef>
                          <a:spcPts val="0"/>
                        </a:spcBef>
                        <a:spcAft>
                          <a:spcPts val="0"/>
                        </a:spcAft>
                        <a:buNone/>
                      </a:pPr>
                      <a:endParaRPr sz="1800" dirty="0">
                        <a:solidFill>
                          <a:schemeClr val="dk1"/>
                        </a:solidFill>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US" sz="1100" dirty="0">
                          <a:solidFill>
                            <a:schemeClr val="lt1"/>
                          </a:solidFill>
                          <a:latin typeface="Fira Sans Condensed Black"/>
                          <a:ea typeface="Fira Sans Condensed Black"/>
                          <a:cs typeface="Fira Sans Condensed Black"/>
                          <a:sym typeface="Fira Sans Condensed Black"/>
                        </a:rPr>
                        <a:t>Healthcare &amp; HIPAA Compliance</a:t>
                      </a:r>
                      <a:endParaRPr sz="1100" dirty="0">
                        <a:solidFill>
                          <a:schemeClr val="dk1"/>
                        </a:solidFill>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solidFill>
                            <a:schemeClr val="lt1"/>
                          </a:solidFill>
                          <a:latin typeface="Fira Sans Condensed Black"/>
                          <a:ea typeface="Fira Sans Condensed Black"/>
                          <a:cs typeface="Fira Sans Condensed Black"/>
                          <a:sym typeface="Fira Sans Condensed Black"/>
                        </a:rPr>
                        <a:t>Financial Services</a:t>
                      </a:r>
                      <a:endParaRPr sz="1100" dirty="0">
                        <a:solidFill>
                          <a:schemeClr val="dk1"/>
                        </a:solidFill>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solidFill>
                            <a:schemeClr val="lt1"/>
                          </a:solidFill>
                          <a:latin typeface="Fira Sans Condensed Black"/>
                          <a:ea typeface="Fira Sans Condensed Black"/>
                          <a:cs typeface="Fira Sans Condensed Black"/>
                          <a:sym typeface="Fira Sans Condensed Black"/>
                        </a:rPr>
                        <a:t>Customer Support</a:t>
                      </a:r>
                      <a:endParaRPr sz="1100" dirty="0">
                        <a:solidFill>
                          <a:schemeClr val="dk1"/>
                        </a:solidFill>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solidFill>
                            <a:schemeClr val="lt1"/>
                          </a:solidFill>
                          <a:latin typeface="Fira Sans Condensed Black"/>
                          <a:ea typeface="Fira Sans Condensed Black"/>
                          <a:cs typeface="Fira Sans Condensed Black"/>
                          <a:sym typeface="Fira Sans Condensed Black"/>
                        </a:rPr>
                        <a:t>Legal &amp; Compliance</a:t>
                      </a:r>
                      <a:endParaRPr sz="1100" dirty="0">
                        <a:solidFill>
                          <a:schemeClr val="dk1"/>
                        </a:solidFill>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solidFill>
                            <a:schemeClr val="lt1"/>
                          </a:solidFill>
                          <a:latin typeface="Fira Sans Condensed Black"/>
                          <a:ea typeface="Fira Sans Condensed Black"/>
                          <a:cs typeface="Fira Sans Condensed Black"/>
                          <a:sym typeface="Fira Sans Condensed Black"/>
                        </a:rPr>
                        <a:t>Human Resources</a:t>
                      </a:r>
                      <a:endParaRPr sz="1100" dirty="0">
                        <a:solidFill>
                          <a:schemeClr val="dk1"/>
                        </a:solidFill>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solidFill>
                            <a:schemeClr val="lt1"/>
                          </a:solidFill>
                          <a:latin typeface="Fira Sans Condensed Black"/>
                          <a:ea typeface="Fira Sans Condensed Black"/>
                          <a:cs typeface="Fira Sans Condensed Black"/>
                          <a:sym typeface="Fira Sans Condensed Black"/>
                        </a:rPr>
                        <a:t>Screenshot Sharing</a:t>
                      </a:r>
                      <a:endParaRPr sz="1100" dirty="0">
                        <a:solidFill>
                          <a:schemeClr val="dk1"/>
                        </a:solidFill>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solidFill>
                            <a:schemeClr val="lt1"/>
                          </a:solidFill>
                          <a:latin typeface="Fira Sans Condensed Black"/>
                          <a:ea typeface="Fira Sans Condensed Black"/>
                          <a:cs typeface="Fira Sans Condensed Black"/>
                          <a:sym typeface="Fira Sans Condensed Black"/>
                        </a:rPr>
                        <a:t>GDPR Compliance</a:t>
                      </a:r>
                      <a:endParaRPr sz="1100" dirty="0">
                        <a:solidFill>
                          <a:schemeClr val="dk1"/>
                        </a:solidFill>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831424">
                <a:tc>
                  <a:txBody>
                    <a:bodyPr/>
                    <a:lstStyle/>
                    <a:p>
                      <a:pPr marL="0" lvl="0" indent="0" algn="ctr" rtl="0">
                        <a:spcBef>
                          <a:spcPts val="0"/>
                        </a:spcBef>
                        <a:spcAft>
                          <a:spcPts val="0"/>
                        </a:spcAft>
                        <a:buNone/>
                      </a:pPr>
                      <a:r>
                        <a:rPr lang="en-US" sz="1100" b="1" dirty="0">
                          <a:solidFill>
                            <a:schemeClr val="dk2"/>
                          </a:solidFill>
                          <a:latin typeface="Fira Sans Condensed"/>
                          <a:ea typeface="Fira Sans Condensed"/>
                          <a:cs typeface="Fira Sans Condensed"/>
                          <a:sym typeface="Fira Sans Condensed"/>
                        </a:rPr>
                        <a:t>Scenario</a:t>
                      </a:r>
                      <a:endParaRPr sz="1100" b="1"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rgbClr val="A797FC"/>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Healthcare provider needs to forward patient inquiry to specialist</a:t>
                      </a: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Bank representative sharing account inquiry with compliance team</a:t>
                      </a: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Support agent needs to escalate ticket with customer information</a:t>
                      </a: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Lawyer forwarding case-related email with client information</a:t>
                      </a: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HR sharing employee inquiry with management</a:t>
                      </a: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Developer sharing error screenshot containing API keys</a:t>
                      </a: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European company sharing customer data inquiry</a:t>
                      </a: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1"/>
                  </a:ext>
                </a:extLst>
              </a:tr>
              <a:tr h="831424">
                <a:tc>
                  <a:txBody>
                    <a:bodyPr/>
                    <a:lstStyle/>
                    <a:p>
                      <a:pPr marL="0" lvl="0" indent="0" algn="ctr" rtl="0">
                        <a:spcBef>
                          <a:spcPts val="0"/>
                        </a:spcBef>
                        <a:spcAft>
                          <a:spcPts val="0"/>
                        </a:spcAft>
                        <a:buNone/>
                      </a:pPr>
                      <a:r>
                        <a:rPr lang="en-US" sz="1100" b="1" dirty="0">
                          <a:solidFill>
                            <a:schemeClr val="dk2"/>
                          </a:solidFill>
                          <a:latin typeface="Fira Sans Condensed"/>
                          <a:ea typeface="Fira Sans Condensed"/>
                          <a:cs typeface="Fira Sans Condensed"/>
                          <a:sym typeface="Fira Sans Condensed"/>
                        </a:rPr>
                        <a:t>Solution</a:t>
                      </a:r>
                      <a:endParaRPr sz="1100" b="1"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rgbClr val="A797FC"/>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Automatically redact patient names, SSNs, medical record IDs, addresses</a:t>
                      </a: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Redacts account numbers, credit card numbers, SSNs, dollar amounts</a:t>
                      </a: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Redacts names, emails, phone numbers, account numbers</a:t>
                      </a: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Redacts client names, addresses, SSNs, case IDs</a:t>
                      </a: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Redacts employee IDs, SSNs, addresses, salary information</a:t>
                      </a: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OCR extracts text, AI identifies and redacts API keys, tokens, credentials</a:t>
                      </a: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Automatically redacts all PII (names, emails, addresses, IDs)</a:t>
                      </a:r>
                    </a:p>
                    <a:p>
                      <a:pPr marL="0" lvl="0" indent="0" algn="ctr" rtl="0">
                        <a:spcBef>
                          <a:spcPts val="0"/>
                        </a:spcBef>
                        <a:spcAft>
                          <a:spcPts val="0"/>
                        </a:spcAft>
                        <a:buNone/>
                      </a:pP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2"/>
                  </a:ext>
                </a:extLst>
              </a:tr>
              <a:tr h="700142">
                <a:tc>
                  <a:txBody>
                    <a:bodyPr/>
                    <a:lstStyle/>
                    <a:p>
                      <a:pPr marL="0" lvl="0" indent="0" algn="ctr" rtl="0">
                        <a:spcBef>
                          <a:spcPts val="0"/>
                        </a:spcBef>
                        <a:spcAft>
                          <a:spcPts val="0"/>
                        </a:spcAft>
                        <a:buNone/>
                      </a:pPr>
                      <a:r>
                        <a:rPr lang="en-US" sz="1100" b="1" dirty="0">
                          <a:solidFill>
                            <a:schemeClr val="dk2"/>
                          </a:solidFill>
                          <a:latin typeface="Fira Sans Condensed"/>
                          <a:ea typeface="Fira Sans Condensed"/>
                          <a:cs typeface="Fira Sans Condensed"/>
                          <a:sym typeface="Fira Sans Condensed"/>
                        </a:rPr>
                        <a:t>Benefit</a:t>
                      </a:r>
                      <a:endParaRPr sz="1100" b="1"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rgbClr val="A797FC"/>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Ensures HIPAA compliance while maintaining email context</a:t>
                      </a: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Protects customer financial data per PCI-DSS requirements</a:t>
                      </a: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Privacy protection while maintaining ticket context</a:t>
                      </a: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Attorney-client privilege protection</a:t>
                      </a: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Employee privacy compliance</a:t>
                      </a: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Prevents accidental credential exposure</a:t>
                      </a: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US" sz="900" dirty="0">
                          <a:solidFill>
                            <a:schemeClr val="dk2"/>
                          </a:solidFill>
                          <a:latin typeface="Fira Sans Condensed"/>
                          <a:ea typeface="Fira Sans Condensed"/>
                          <a:cs typeface="Fira Sans Condensed"/>
                          <a:sym typeface="Fira Sans Condensed"/>
                        </a:rPr>
                        <a:t>GDPR-compliant data sharing</a:t>
                      </a:r>
                      <a:endParaRPr sz="900" dirty="0">
                        <a:solidFill>
                          <a:schemeClr val="dk2"/>
                        </a:solidFill>
                        <a:latin typeface="Fira Sans Condensed"/>
                        <a:ea typeface="Fira Sans Condensed"/>
                        <a:cs typeface="Fira Sans Condensed"/>
                        <a:sym typeface="Fira Sans Condensed"/>
                      </a:endParaRPr>
                    </a:p>
                  </a:txBody>
                  <a:tcPr marL="91425" marR="91425" marT="91425" marB="91425" anchor="ctr">
                    <a:lnL w="19050" cap="flat" cmpd="sng">
                      <a:solidFill>
                        <a:schemeClr val="lt1"/>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11529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459"/>
                                        </p:tgtEl>
                                        <p:attrNameLst>
                                          <p:attrName>style.visibility</p:attrName>
                                        </p:attrNameLst>
                                      </p:cBhvr>
                                      <p:to>
                                        <p:strVal val="visible"/>
                                      </p:to>
                                    </p:set>
                                    <p:animEffect transition="in" filter="fade">
                                      <p:cBhvr>
                                        <p:cTn id="7" dur="500"/>
                                        <p:tgtEl>
                                          <p:spTgt spid="245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55">
          <a:extLst>
            <a:ext uri="{FF2B5EF4-FFF2-40B4-BE49-F238E27FC236}">
              <a16:creationId xmlns:a16="http://schemas.microsoft.com/office/drawing/2014/main" id="{139A9C78-80FE-C6FE-6A88-8F4D77D4B795}"/>
            </a:ext>
          </a:extLst>
        </p:cNvPr>
        <p:cNvGrpSpPr/>
        <p:nvPr/>
      </p:nvGrpSpPr>
      <p:grpSpPr>
        <a:xfrm>
          <a:off x="0" y="0"/>
          <a:ext cx="0" cy="0"/>
          <a:chOff x="0" y="0"/>
          <a:chExt cx="0" cy="0"/>
        </a:xfrm>
      </p:grpSpPr>
      <p:sp>
        <p:nvSpPr>
          <p:cNvPr id="1956" name="Google Shape;1956;p82">
            <a:extLst>
              <a:ext uri="{FF2B5EF4-FFF2-40B4-BE49-F238E27FC236}">
                <a16:creationId xmlns:a16="http://schemas.microsoft.com/office/drawing/2014/main" id="{FCB3346D-8711-408C-D5C4-7731986C8AA6}"/>
              </a:ext>
            </a:extLst>
          </p:cNvPr>
          <p:cNvSpPr txBox="1">
            <a:spLocks noGrp="1"/>
          </p:cNvSpPr>
          <p:nvPr>
            <p:ph type="title"/>
          </p:nvPr>
        </p:nvSpPr>
        <p:spPr>
          <a:xfrm>
            <a:off x="279647" y="58385"/>
            <a:ext cx="755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Product Technical Features</a:t>
            </a:r>
            <a:endParaRPr dirty="0"/>
          </a:p>
        </p:txBody>
      </p:sp>
      <p:grpSp>
        <p:nvGrpSpPr>
          <p:cNvPr id="1957" name="Google Shape;1957;p82">
            <a:extLst>
              <a:ext uri="{FF2B5EF4-FFF2-40B4-BE49-F238E27FC236}">
                <a16:creationId xmlns:a16="http://schemas.microsoft.com/office/drawing/2014/main" id="{68B6B485-3D8A-422F-0068-AD31D17894A9}"/>
              </a:ext>
            </a:extLst>
          </p:cNvPr>
          <p:cNvGrpSpPr/>
          <p:nvPr/>
        </p:nvGrpSpPr>
        <p:grpSpPr>
          <a:xfrm>
            <a:off x="3282312" y="1589607"/>
            <a:ext cx="2719548" cy="3027157"/>
            <a:chOff x="3282312" y="1589607"/>
            <a:chExt cx="2719548" cy="3027157"/>
          </a:xfrm>
        </p:grpSpPr>
        <p:grpSp>
          <p:nvGrpSpPr>
            <p:cNvPr id="1958" name="Google Shape;1958;p82">
              <a:extLst>
                <a:ext uri="{FF2B5EF4-FFF2-40B4-BE49-F238E27FC236}">
                  <a16:creationId xmlns:a16="http://schemas.microsoft.com/office/drawing/2014/main" id="{5528F734-5FEB-6D2F-860D-41B29A8AEA65}"/>
                </a:ext>
              </a:extLst>
            </p:cNvPr>
            <p:cNvGrpSpPr/>
            <p:nvPr/>
          </p:nvGrpSpPr>
          <p:grpSpPr>
            <a:xfrm>
              <a:off x="3282312" y="2577387"/>
              <a:ext cx="2596441" cy="2039377"/>
              <a:chOff x="3282312" y="2577387"/>
              <a:chExt cx="2596441" cy="2039377"/>
            </a:xfrm>
          </p:grpSpPr>
          <p:sp>
            <p:nvSpPr>
              <p:cNvPr id="1959" name="Google Shape;1959;p82">
                <a:extLst>
                  <a:ext uri="{FF2B5EF4-FFF2-40B4-BE49-F238E27FC236}">
                    <a16:creationId xmlns:a16="http://schemas.microsoft.com/office/drawing/2014/main" id="{DFC0041A-2B74-5C61-2991-8501E5B35160}"/>
                  </a:ext>
                </a:extLst>
              </p:cNvPr>
              <p:cNvSpPr/>
              <p:nvPr/>
            </p:nvSpPr>
            <p:spPr>
              <a:xfrm>
                <a:off x="3282312" y="2577387"/>
                <a:ext cx="2596441" cy="1681796"/>
              </a:xfrm>
              <a:custGeom>
                <a:avLst/>
                <a:gdLst/>
                <a:ahLst/>
                <a:cxnLst/>
                <a:rect l="l" t="t" r="r" b="b"/>
                <a:pathLst>
                  <a:path w="159120" h="103067" extrusionOk="0">
                    <a:moveTo>
                      <a:pt x="159010" y="1"/>
                    </a:moveTo>
                    <a:cubicBezTo>
                      <a:pt x="159009" y="1"/>
                      <a:pt x="159008" y="1"/>
                      <a:pt x="159007" y="1"/>
                    </a:cubicBezTo>
                    <a:lnTo>
                      <a:pt x="115" y="1"/>
                    </a:lnTo>
                    <a:cubicBezTo>
                      <a:pt x="52" y="1"/>
                      <a:pt x="0" y="51"/>
                      <a:pt x="0" y="114"/>
                    </a:cubicBezTo>
                    <a:lnTo>
                      <a:pt x="0" y="91195"/>
                    </a:lnTo>
                    <a:cubicBezTo>
                      <a:pt x="0" y="94344"/>
                      <a:pt x="1252" y="97363"/>
                      <a:pt x="3477" y="99590"/>
                    </a:cubicBezTo>
                    <a:cubicBezTo>
                      <a:pt x="5704" y="101816"/>
                      <a:pt x="8723" y="103067"/>
                      <a:pt x="11872" y="103067"/>
                    </a:cubicBezTo>
                    <a:lnTo>
                      <a:pt x="145920" y="103067"/>
                    </a:lnTo>
                    <a:cubicBezTo>
                      <a:pt x="149420" y="103067"/>
                      <a:pt x="152778" y="101676"/>
                      <a:pt x="155254" y="99200"/>
                    </a:cubicBezTo>
                    <a:cubicBezTo>
                      <a:pt x="157729" y="96725"/>
                      <a:pt x="159120" y="93367"/>
                      <a:pt x="159120" y="89866"/>
                    </a:cubicBezTo>
                    <a:lnTo>
                      <a:pt x="159120" y="114"/>
                    </a:lnTo>
                    <a:cubicBezTo>
                      <a:pt x="159120" y="52"/>
                      <a:pt x="159071" y="1"/>
                      <a:pt x="159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82">
                <a:extLst>
                  <a:ext uri="{FF2B5EF4-FFF2-40B4-BE49-F238E27FC236}">
                    <a16:creationId xmlns:a16="http://schemas.microsoft.com/office/drawing/2014/main" id="{04EEDAF7-71E7-2142-6321-7B483EFDDB33}"/>
                  </a:ext>
                </a:extLst>
              </p:cNvPr>
              <p:cNvSpPr/>
              <p:nvPr/>
            </p:nvSpPr>
            <p:spPr>
              <a:xfrm>
                <a:off x="3282312" y="3942427"/>
                <a:ext cx="2596441" cy="316739"/>
              </a:xfrm>
              <a:custGeom>
                <a:avLst/>
                <a:gdLst/>
                <a:ahLst/>
                <a:cxnLst/>
                <a:rect l="l" t="t" r="r" b="b"/>
                <a:pathLst>
                  <a:path w="159120" h="19411" extrusionOk="0">
                    <a:moveTo>
                      <a:pt x="0" y="0"/>
                    </a:moveTo>
                    <a:lnTo>
                      <a:pt x="0" y="15090"/>
                    </a:lnTo>
                    <a:cubicBezTo>
                      <a:pt x="0" y="17476"/>
                      <a:pt x="1935" y="19410"/>
                      <a:pt x="4322" y="19410"/>
                    </a:cubicBezTo>
                    <a:lnTo>
                      <a:pt x="154800" y="19410"/>
                    </a:lnTo>
                    <a:cubicBezTo>
                      <a:pt x="157185" y="19410"/>
                      <a:pt x="159120" y="17476"/>
                      <a:pt x="159120" y="15090"/>
                    </a:cubicBezTo>
                    <a:lnTo>
                      <a:pt x="15912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82">
                <a:extLst>
                  <a:ext uri="{FF2B5EF4-FFF2-40B4-BE49-F238E27FC236}">
                    <a16:creationId xmlns:a16="http://schemas.microsoft.com/office/drawing/2014/main" id="{F96FDC01-6D24-F4CB-877B-6BB09FC3FB79}"/>
                  </a:ext>
                </a:extLst>
              </p:cNvPr>
              <p:cNvSpPr/>
              <p:nvPr/>
            </p:nvSpPr>
            <p:spPr>
              <a:xfrm>
                <a:off x="3395964" y="2683451"/>
                <a:ext cx="2369170" cy="1144819"/>
              </a:xfrm>
              <a:custGeom>
                <a:avLst/>
                <a:gdLst/>
                <a:ahLst/>
                <a:cxnLst/>
                <a:rect l="l" t="t" r="r" b="b"/>
                <a:pathLst>
                  <a:path w="145192" h="70159" extrusionOk="0">
                    <a:moveTo>
                      <a:pt x="0" y="1"/>
                    </a:moveTo>
                    <a:lnTo>
                      <a:pt x="0" y="70159"/>
                    </a:lnTo>
                    <a:lnTo>
                      <a:pt x="145191" y="70159"/>
                    </a:lnTo>
                    <a:lnTo>
                      <a:pt x="1451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82">
                <a:extLst>
                  <a:ext uri="{FF2B5EF4-FFF2-40B4-BE49-F238E27FC236}">
                    <a16:creationId xmlns:a16="http://schemas.microsoft.com/office/drawing/2014/main" id="{D5712460-A4BE-222D-6066-F2EF36F2EB2C}"/>
                  </a:ext>
                </a:extLst>
              </p:cNvPr>
              <p:cNvSpPr/>
              <p:nvPr/>
            </p:nvSpPr>
            <p:spPr>
              <a:xfrm>
                <a:off x="4209244" y="4259166"/>
                <a:ext cx="742593" cy="174663"/>
              </a:xfrm>
              <a:custGeom>
                <a:avLst/>
                <a:gdLst/>
                <a:ahLst/>
                <a:cxnLst/>
                <a:rect l="l" t="t" r="r" b="b"/>
                <a:pathLst>
                  <a:path w="45509" h="10704" extrusionOk="0">
                    <a:moveTo>
                      <a:pt x="0" y="1"/>
                    </a:moveTo>
                    <a:lnTo>
                      <a:pt x="0" y="10704"/>
                    </a:lnTo>
                    <a:lnTo>
                      <a:pt x="45508" y="10704"/>
                    </a:lnTo>
                    <a:lnTo>
                      <a:pt x="455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82">
                <a:extLst>
                  <a:ext uri="{FF2B5EF4-FFF2-40B4-BE49-F238E27FC236}">
                    <a16:creationId xmlns:a16="http://schemas.microsoft.com/office/drawing/2014/main" id="{4F7C2845-E6FD-15F2-C0CB-36A83B65EB97}"/>
                  </a:ext>
                </a:extLst>
              </p:cNvPr>
              <p:cNvSpPr/>
              <p:nvPr/>
            </p:nvSpPr>
            <p:spPr>
              <a:xfrm>
                <a:off x="4054554" y="4433813"/>
                <a:ext cx="1051973" cy="167989"/>
              </a:xfrm>
              <a:custGeom>
                <a:avLst/>
                <a:gdLst/>
                <a:ahLst/>
                <a:cxnLst/>
                <a:rect l="l" t="t" r="r" b="b"/>
                <a:pathLst>
                  <a:path w="64469" h="10295" extrusionOk="0">
                    <a:moveTo>
                      <a:pt x="10293" y="1"/>
                    </a:moveTo>
                    <a:cubicBezTo>
                      <a:pt x="4608" y="1"/>
                      <a:pt x="0" y="4609"/>
                      <a:pt x="0" y="10294"/>
                    </a:cubicBezTo>
                    <a:lnTo>
                      <a:pt x="64468" y="10294"/>
                    </a:lnTo>
                    <a:cubicBezTo>
                      <a:pt x="64468" y="4609"/>
                      <a:pt x="59860" y="1"/>
                      <a:pt x="541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82">
                <a:extLst>
                  <a:ext uri="{FF2B5EF4-FFF2-40B4-BE49-F238E27FC236}">
                    <a16:creationId xmlns:a16="http://schemas.microsoft.com/office/drawing/2014/main" id="{02C45952-F701-877E-6F8A-C984B4B11FD4}"/>
                  </a:ext>
                </a:extLst>
              </p:cNvPr>
              <p:cNvSpPr/>
              <p:nvPr/>
            </p:nvSpPr>
            <p:spPr>
              <a:xfrm>
                <a:off x="4513647" y="4033920"/>
                <a:ext cx="133787" cy="133771"/>
              </a:xfrm>
              <a:custGeom>
                <a:avLst/>
                <a:gdLst/>
                <a:ahLst/>
                <a:cxnLst/>
                <a:rect l="l" t="t" r="r" b="b"/>
                <a:pathLst>
                  <a:path w="8199" h="8198" extrusionOk="0">
                    <a:moveTo>
                      <a:pt x="4099" y="0"/>
                    </a:moveTo>
                    <a:cubicBezTo>
                      <a:pt x="1835" y="0"/>
                      <a:pt x="0" y="1836"/>
                      <a:pt x="0" y="4099"/>
                    </a:cubicBezTo>
                    <a:cubicBezTo>
                      <a:pt x="0" y="6363"/>
                      <a:pt x="1835" y="8198"/>
                      <a:pt x="4099" y="8198"/>
                    </a:cubicBezTo>
                    <a:cubicBezTo>
                      <a:pt x="6363" y="8198"/>
                      <a:pt x="8198" y="6365"/>
                      <a:pt x="8198" y="4099"/>
                    </a:cubicBezTo>
                    <a:cubicBezTo>
                      <a:pt x="8198" y="1835"/>
                      <a:pt x="6363" y="0"/>
                      <a:pt x="409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82">
                <a:extLst>
                  <a:ext uri="{FF2B5EF4-FFF2-40B4-BE49-F238E27FC236}">
                    <a16:creationId xmlns:a16="http://schemas.microsoft.com/office/drawing/2014/main" id="{3037EFDB-8DE0-A257-2A68-46DFE8971E13}"/>
                  </a:ext>
                </a:extLst>
              </p:cNvPr>
              <p:cNvSpPr/>
              <p:nvPr/>
            </p:nvSpPr>
            <p:spPr>
              <a:xfrm>
                <a:off x="3591349" y="4586757"/>
                <a:ext cx="2037175" cy="30008"/>
              </a:xfrm>
              <a:custGeom>
                <a:avLst/>
                <a:gdLst/>
                <a:ahLst/>
                <a:cxnLst/>
                <a:rect l="l" t="t" r="r" b="b"/>
                <a:pathLst>
                  <a:path w="124846" h="1839" extrusionOk="0">
                    <a:moveTo>
                      <a:pt x="919" y="1"/>
                    </a:moveTo>
                    <a:cubicBezTo>
                      <a:pt x="413" y="1"/>
                      <a:pt x="1" y="413"/>
                      <a:pt x="1" y="920"/>
                    </a:cubicBezTo>
                    <a:cubicBezTo>
                      <a:pt x="1" y="1428"/>
                      <a:pt x="413" y="1838"/>
                      <a:pt x="919" y="1838"/>
                    </a:cubicBezTo>
                    <a:lnTo>
                      <a:pt x="123927" y="1838"/>
                    </a:lnTo>
                    <a:cubicBezTo>
                      <a:pt x="124435" y="1838"/>
                      <a:pt x="124846" y="1428"/>
                      <a:pt x="124846" y="920"/>
                    </a:cubicBezTo>
                    <a:cubicBezTo>
                      <a:pt x="124846" y="413"/>
                      <a:pt x="124435" y="1"/>
                      <a:pt x="1239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6" name="Google Shape;1966;p82">
              <a:extLst>
                <a:ext uri="{FF2B5EF4-FFF2-40B4-BE49-F238E27FC236}">
                  <a16:creationId xmlns:a16="http://schemas.microsoft.com/office/drawing/2014/main" id="{5FEEE6D5-9E1E-BD66-B2F3-8E970737007B}"/>
                </a:ext>
              </a:extLst>
            </p:cNvPr>
            <p:cNvGrpSpPr/>
            <p:nvPr/>
          </p:nvGrpSpPr>
          <p:grpSpPr>
            <a:xfrm>
              <a:off x="3771364" y="1589607"/>
              <a:ext cx="1893434" cy="2238663"/>
              <a:chOff x="3771364" y="1589607"/>
              <a:chExt cx="1893434" cy="2238663"/>
            </a:xfrm>
          </p:grpSpPr>
          <p:grpSp>
            <p:nvGrpSpPr>
              <p:cNvPr id="1967" name="Google Shape;1967;p82">
                <a:extLst>
                  <a:ext uri="{FF2B5EF4-FFF2-40B4-BE49-F238E27FC236}">
                    <a16:creationId xmlns:a16="http://schemas.microsoft.com/office/drawing/2014/main" id="{CBA63D1B-99AF-C0C6-D7D6-AC103FF64D0F}"/>
                  </a:ext>
                </a:extLst>
              </p:cNvPr>
              <p:cNvGrpSpPr/>
              <p:nvPr/>
            </p:nvGrpSpPr>
            <p:grpSpPr>
              <a:xfrm>
                <a:off x="3771364" y="1589607"/>
                <a:ext cx="1893434" cy="2238663"/>
                <a:chOff x="3771364" y="1589607"/>
                <a:chExt cx="1893434" cy="2238663"/>
              </a:xfrm>
            </p:grpSpPr>
            <p:sp>
              <p:nvSpPr>
                <p:cNvPr id="1968" name="Google Shape;1968;p82">
                  <a:extLst>
                    <a:ext uri="{FF2B5EF4-FFF2-40B4-BE49-F238E27FC236}">
                      <a16:creationId xmlns:a16="http://schemas.microsoft.com/office/drawing/2014/main" id="{A827B746-39D9-43F6-9B8E-310C92AA66E4}"/>
                    </a:ext>
                  </a:extLst>
                </p:cNvPr>
                <p:cNvSpPr/>
                <p:nvPr/>
              </p:nvSpPr>
              <p:spPr>
                <a:xfrm>
                  <a:off x="3771364" y="1764792"/>
                  <a:ext cx="1618337" cy="2063478"/>
                </a:xfrm>
                <a:custGeom>
                  <a:avLst/>
                  <a:gdLst/>
                  <a:ahLst/>
                  <a:cxnLst/>
                  <a:rect l="l" t="t" r="r" b="b"/>
                  <a:pathLst>
                    <a:path w="99178" h="126458" extrusionOk="0">
                      <a:moveTo>
                        <a:pt x="1" y="0"/>
                      </a:moveTo>
                      <a:lnTo>
                        <a:pt x="1" y="126458"/>
                      </a:lnTo>
                      <a:lnTo>
                        <a:pt x="99177" y="126458"/>
                      </a:lnTo>
                      <a:lnTo>
                        <a:pt x="991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82">
                  <a:extLst>
                    <a:ext uri="{FF2B5EF4-FFF2-40B4-BE49-F238E27FC236}">
                      <a16:creationId xmlns:a16="http://schemas.microsoft.com/office/drawing/2014/main" id="{F60456E4-5427-A4F2-E287-0AC2949B56FB}"/>
                    </a:ext>
                  </a:extLst>
                </p:cNvPr>
                <p:cNvSpPr/>
                <p:nvPr/>
              </p:nvSpPr>
              <p:spPr>
                <a:xfrm>
                  <a:off x="3946549" y="1589607"/>
                  <a:ext cx="1718249" cy="175201"/>
                </a:xfrm>
                <a:custGeom>
                  <a:avLst/>
                  <a:gdLst/>
                  <a:ahLst/>
                  <a:cxnLst/>
                  <a:rect l="l" t="t" r="r" b="b"/>
                  <a:pathLst>
                    <a:path w="105301" h="10737" extrusionOk="0">
                      <a:moveTo>
                        <a:pt x="1" y="1"/>
                      </a:moveTo>
                      <a:lnTo>
                        <a:pt x="1" y="10736"/>
                      </a:lnTo>
                      <a:lnTo>
                        <a:pt x="105300" y="10736"/>
                      </a:lnTo>
                      <a:cubicBezTo>
                        <a:pt x="105300" y="4807"/>
                        <a:pt x="100494" y="1"/>
                        <a:pt x="9456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82">
                  <a:extLst>
                    <a:ext uri="{FF2B5EF4-FFF2-40B4-BE49-F238E27FC236}">
                      <a16:creationId xmlns:a16="http://schemas.microsoft.com/office/drawing/2014/main" id="{700E33C0-CAEF-6A00-3D4B-B5473DC973B2}"/>
                    </a:ext>
                  </a:extLst>
                </p:cNvPr>
                <p:cNvSpPr/>
                <p:nvPr/>
              </p:nvSpPr>
              <p:spPr>
                <a:xfrm>
                  <a:off x="3933560" y="2045665"/>
                  <a:ext cx="1293978" cy="197262"/>
                </a:xfrm>
                <a:custGeom>
                  <a:avLst/>
                  <a:gdLst/>
                  <a:ahLst/>
                  <a:cxnLst/>
                  <a:rect l="l" t="t" r="r" b="b"/>
                  <a:pathLst>
                    <a:path w="79300" h="12089" extrusionOk="0">
                      <a:moveTo>
                        <a:pt x="1" y="0"/>
                      </a:moveTo>
                      <a:lnTo>
                        <a:pt x="1" y="12088"/>
                      </a:lnTo>
                      <a:lnTo>
                        <a:pt x="79299" y="12088"/>
                      </a:lnTo>
                      <a:lnTo>
                        <a:pt x="7929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82">
                  <a:extLst>
                    <a:ext uri="{FF2B5EF4-FFF2-40B4-BE49-F238E27FC236}">
                      <a16:creationId xmlns:a16="http://schemas.microsoft.com/office/drawing/2014/main" id="{67D6A814-88F7-2457-34B3-F2BB315969CB}"/>
                    </a:ext>
                  </a:extLst>
                </p:cNvPr>
                <p:cNvSpPr/>
                <p:nvPr/>
              </p:nvSpPr>
              <p:spPr>
                <a:xfrm>
                  <a:off x="3933560" y="2294648"/>
                  <a:ext cx="1293978" cy="661642"/>
                </a:xfrm>
                <a:custGeom>
                  <a:avLst/>
                  <a:gdLst/>
                  <a:ahLst/>
                  <a:cxnLst/>
                  <a:rect l="l" t="t" r="r" b="b"/>
                  <a:pathLst>
                    <a:path w="79300" h="40548" extrusionOk="0">
                      <a:moveTo>
                        <a:pt x="1" y="0"/>
                      </a:moveTo>
                      <a:lnTo>
                        <a:pt x="1" y="40548"/>
                      </a:lnTo>
                      <a:lnTo>
                        <a:pt x="79299" y="40548"/>
                      </a:lnTo>
                      <a:lnTo>
                        <a:pt x="7929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82">
                  <a:extLst>
                    <a:ext uri="{FF2B5EF4-FFF2-40B4-BE49-F238E27FC236}">
                      <a16:creationId xmlns:a16="http://schemas.microsoft.com/office/drawing/2014/main" id="{ADC9579C-709A-B265-9CC7-B48E6402F6CE}"/>
                    </a:ext>
                  </a:extLst>
                </p:cNvPr>
                <p:cNvSpPr/>
                <p:nvPr/>
              </p:nvSpPr>
              <p:spPr>
                <a:xfrm>
                  <a:off x="3933560" y="3107559"/>
                  <a:ext cx="1293978" cy="38509"/>
                </a:xfrm>
                <a:custGeom>
                  <a:avLst/>
                  <a:gdLst/>
                  <a:ahLst/>
                  <a:cxnLst/>
                  <a:rect l="l" t="t" r="r" b="b"/>
                  <a:pathLst>
                    <a:path w="79300" h="2360" extrusionOk="0">
                      <a:moveTo>
                        <a:pt x="1" y="1"/>
                      </a:moveTo>
                      <a:lnTo>
                        <a:pt x="1" y="2359"/>
                      </a:lnTo>
                      <a:lnTo>
                        <a:pt x="79299" y="2359"/>
                      </a:lnTo>
                      <a:lnTo>
                        <a:pt x="792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82">
                  <a:extLst>
                    <a:ext uri="{FF2B5EF4-FFF2-40B4-BE49-F238E27FC236}">
                      <a16:creationId xmlns:a16="http://schemas.microsoft.com/office/drawing/2014/main" id="{A675C832-2B23-EDD9-AFF3-A3C3D14F1592}"/>
                    </a:ext>
                  </a:extLst>
                </p:cNvPr>
                <p:cNvSpPr/>
                <p:nvPr/>
              </p:nvSpPr>
              <p:spPr>
                <a:xfrm>
                  <a:off x="3933560" y="3186013"/>
                  <a:ext cx="1293978" cy="38509"/>
                </a:xfrm>
                <a:custGeom>
                  <a:avLst/>
                  <a:gdLst/>
                  <a:ahLst/>
                  <a:cxnLst/>
                  <a:rect l="l" t="t" r="r" b="b"/>
                  <a:pathLst>
                    <a:path w="79300" h="2360" extrusionOk="0">
                      <a:moveTo>
                        <a:pt x="1" y="1"/>
                      </a:moveTo>
                      <a:lnTo>
                        <a:pt x="1" y="2359"/>
                      </a:lnTo>
                      <a:lnTo>
                        <a:pt x="79299" y="2359"/>
                      </a:lnTo>
                      <a:lnTo>
                        <a:pt x="792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82">
                  <a:extLst>
                    <a:ext uri="{FF2B5EF4-FFF2-40B4-BE49-F238E27FC236}">
                      <a16:creationId xmlns:a16="http://schemas.microsoft.com/office/drawing/2014/main" id="{02E9DA75-ADF2-F67D-8DF9-DEE0BBA2FC51}"/>
                    </a:ext>
                  </a:extLst>
                </p:cNvPr>
                <p:cNvSpPr/>
                <p:nvPr/>
              </p:nvSpPr>
              <p:spPr>
                <a:xfrm>
                  <a:off x="3933560" y="3264468"/>
                  <a:ext cx="1293978" cy="38509"/>
                </a:xfrm>
                <a:custGeom>
                  <a:avLst/>
                  <a:gdLst/>
                  <a:ahLst/>
                  <a:cxnLst/>
                  <a:rect l="l" t="t" r="r" b="b"/>
                  <a:pathLst>
                    <a:path w="79300" h="2360" extrusionOk="0">
                      <a:moveTo>
                        <a:pt x="1" y="1"/>
                      </a:moveTo>
                      <a:lnTo>
                        <a:pt x="1" y="2359"/>
                      </a:lnTo>
                      <a:lnTo>
                        <a:pt x="79299" y="2359"/>
                      </a:lnTo>
                      <a:lnTo>
                        <a:pt x="792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82">
                  <a:extLst>
                    <a:ext uri="{FF2B5EF4-FFF2-40B4-BE49-F238E27FC236}">
                      <a16:creationId xmlns:a16="http://schemas.microsoft.com/office/drawing/2014/main" id="{29CD05ED-D21D-EA43-D82A-59E21AF8FC99}"/>
                    </a:ext>
                  </a:extLst>
                </p:cNvPr>
                <p:cNvSpPr/>
                <p:nvPr/>
              </p:nvSpPr>
              <p:spPr>
                <a:xfrm>
                  <a:off x="3933560" y="3342906"/>
                  <a:ext cx="1293978" cy="38493"/>
                </a:xfrm>
                <a:custGeom>
                  <a:avLst/>
                  <a:gdLst/>
                  <a:ahLst/>
                  <a:cxnLst/>
                  <a:rect l="l" t="t" r="r" b="b"/>
                  <a:pathLst>
                    <a:path w="79300" h="2359" extrusionOk="0">
                      <a:moveTo>
                        <a:pt x="1" y="0"/>
                      </a:moveTo>
                      <a:lnTo>
                        <a:pt x="1" y="2359"/>
                      </a:lnTo>
                      <a:lnTo>
                        <a:pt x="79299" y="2359"/>
                      </a:lnTo>
                      <a:lnTo>
                        <a:pt x="7929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82">
                  <a:extLst>
                    <a:ext uri="{FF2B5EF4-FFF2-40B4-BE49-F238E27FC236}">
                      <a16:creationId xmlns:a16="http://schemas.microsoft.com/office/drawing/2014/main" id="{D0B80FF5-CA82-6B76-0D48-2DB351E62DEB}"/>
                    </a:ext>
                  </a:extLst>
                </p:cNvPr>
                <p:cNvSpPr/>
                <p:nvPr/>
              </p:nvSpPr>
              <p:spPr>
                <a:xfrm>
                  <a:off x="3933560" y="3421361"/>
                  <a:ext cx="1293978" cy="38493"/>
                </a:xfrm>
                <a:custGeom>
                  <a:avLst/>
                  <a:gdLst/>
                  <a:ahLst/>
                  <a:cxnLst/>
                  <a:rect l="l" t="t" r="r" b="b"/>
                  <a:pathLst>
                    <a:path w="79300" h="2359" extrusionOk="0">
                      <a:moveTo>
                        <a:pt x="1" y="0"/>
                      </a:moveTo>
                      <a:lnTo>
                        <a:pt x="1" y="2358"/>
                      </a:lnTo>
                      <a:lnTo>
                        <a:pt x="79299" y="2358"/>
                      </a:lnTo>
                      <a:lnTo>
                        <a:pt x="7929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82">
                  <a:extLst>
                    <a:ext uri="{FF2B5EF4-FFF2-40B4-BE49-F238E27FC236}">
                      <a16:creationId xmlns:a16="http://schemas.microsoft.com/office/drawing/2014/main" id="{51895351-E0D5-E2F7-6D0A-5CFD012DAB1E}"/>
                    </a:ext>
                  </a:extLst>
                </p:cNvPr>
                <p:cNvSpPr/>
                <p:nvPr/>
              </p:nvSpPr>
              <p:spPr>
                <a:xfrm>
                  <a:off x="3933560" y="3499783"/>
                  <a:ext cx="1293978" cy="38526"/>
                </a:xfrm>
                <a:custGeom>
                  <a:avLst/>
                  <a:gdLst/>
                  <a:ahLst/>
                  <a:cxnLst/>
                  <a:rect l="l" t="t" r="r" b="b"/>
                  <a:pathLst>
                    <a:path w="79300" h="2361" extrusionOk="0">
                      <a:moveTo>
                        <a:pt x="1" y="1"/>
                      </a:moveTo>
                      <a:lnTo>
                        <a:pt x="1" y="2360"/>
                      </a:lnTo>
                      <a:lnTo>
                        <a:pt x="79299" y="2360"/>
                      </a:lnTo>
                      <a:lnTo>
                        <a:pt x="792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78" name="Google Shape;1978;p82">
                <a:extLst>
                  <a:ext uri="{FF2B5EF4-FFF2-40B4-BE49-F238E27FC236}">
                    <a16:creationId xmlns:a16="http://schemas.microsoft.com/office/drawing/2014/main" id="{8CF930F4-94A6-785E-7200-902B8D301222}"/>
                  </a:ext>
                </a:extLst>
              </p:cNvPr>
              <p:cNvSpPr/>
              <p:nvPr/>
            </p:nvSpPr>
            <p:spPr>
              <a:xfrm>
                <a:off x="3771364" y="1589607"/>
                <a:ext cx="350402" cy="350386"/>
              </a:xfrm>
              <a:custGeom>
                <a:avLst/>
                <a:gdLst/>
                <a:ahLst/>
                <a:cxnLst/>
                <a:rect l="l" t="t" r="r" b="b"/>
                <a:pathLst>
                  <a:path w="21474" h="21473" extrusionOk="0">
                    <a:moveTo>
                      <a:pt x="10737" y="1"/>
                    </a:moveTo>
                    <a:cubicBezTo>
                      <a:pt x="7889" y="1"/>
                      <a:pt x="5158" y="1131"/>
                      <a:pt x="3145" y="3145"/>
                    </a:cubicBezTo>
                    <a:cubicBezTo>
                      <a:pt x="1132" y="5158"/>
                      <a:pt x="1" y="7889"/>
                      <a:pt x="1" y="10736"/>
                    </a:cubicBezTo>
                    <a:cubicBezTo>
                      <a:pt x="1" y="13584"/>
                      <a:pt x="1132" y="16315"/>
                      <a:pt x="3145" y="18328"/>
                    </a:cubicBezTo>
                    <a:cubicBezTo>
                      <a:pt x="5158" y="20341"/>
                      <a:pt x="7889" y="21472"/>
                      <a:pt x="10737" y="21472"/>
                    </a:cubicBezTo>
                    <a:cubicBezTo>
                      <a:pt x="13584" y="21472"/>
                      <a:pt x="16315" y="20341"/>
                      <a:pt x="18329" y="18328"/>
                    </a:cubicBezTo>
                    <a:cubicBezTo>
                      <a:pt x="20342" y="16315"/>
                      <a:pt x="21474" y="13584"/>
                      <a:pt x="21474" y="10736"/>
                    </a:cubicBezTo>
                    <a:cubicBezTo>
                      <a:pt x="21474" y="7889"/>
                      <a:pt x="20342" y="5158"/>
                      <a:pt x="18329" y="3145"/>
                    </a:cubicBezTo>
                    <a:cubicBezTo>
                      <a:pt x="16315" y="1131"/>
                      <a:pt x="13584" y="1"/>
                      <a:pt x="107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9" name="Google Shape;1979;p82">
              <a:extLst>
                <a:ext uri="{FF2B5EF4-FFF2-40B4-BE49-F238E27FC236}">
                  <a16:creationId xmlns:a16="http://schemas.microsoft.com/office/drawing/2014/main" id="{3B71A1FB-CE5C-F0B6-5764-FE7E2EE25894}"/>
                </a:ext>
              </a:extLst>
            </p:cNvPr>
            <p:cNvGrpSpPr/>
            <p:nvPr/>
          </p:nvGrpSpPr>
          <p:grpSpPr>
            <a:xfrm>
              <a:off x="5068614" y="2261607"/>
              <a:ext cx="933247" cy="1065631"/>
              <a:chOff x="5068614" y="2261607"/>
              <a:chExt cx="933247" cy="1065631"/>
            </a:xfrm>
          </p:grpSpPr>
          <p:sp>
            <p:nvSpPr>
              <p:cNvPr id="1980" name="Google Shape;1980;p82">
                <a:extLst>
                  <a:ext uri="{FF2B5EF4-FFF2-40B4-BE49-F238E27FC236}">
                    <a16:creationId xmlns:a16="http://schemas.microsoft.com/office/drawing/2014/main" id="{F491E940-B924-41FD-D772-8EF2A8BD1B9F}"/>
                  </a:ext>
                </a:extLst>
              </p:cNvPr>
              <p:cNvSpPr/>
              <p:nvPr/>
            </p:nvSpPr>
            <p:spPr>
              <a:xfrm>
                <a:off x="5068614" y="2261607"/>
                <a:ext cx="933247" cy="1065631"/>
              </a:xfrm>
              <a:custGeom>
                <a:avLst/>
                <a:gdLst/>
                <a:ahLst/>
                <a:cxnLst/>
                <a:rect l="l" t="t" r="r" b="b"/>
                <a:pathLst>
                  <a:path w="57193" h="65306" extrusionOk="0">
                    <a:moveTo>
                      <a:pt x="6512" y="1"/>
                    </a:moveTo>
                    <a:cubicBezTo>
                      <a:pt x="4404" y="1"/>
                      <a:pt x="2695" y="1709"/>
                      <a:pt x="2695" y="3817"/>
                    </a:cubicBezTo>
                    <a:lnTo>
                      <a:pt x="2695" y="40674"/>
                    </a:lnTo>
                    <a:cubicBezTo>
                      <a:pt x="2695" y="42781"/>
                      <a:pt x="4403" y="44490"/>
                      <a:pt x="6512" y="44490"/>
                    </a:cubicBezTo>
                    <a:lnTo>
                      <a:pt x="12653" y="44490"/>
                    </a:lnTo>
                    <a:lnTo>
                      <a:pt x="0" y="65306"/>
                    </a:lnTo>
                    <a:lnTo>
                      <a:pt x="22245" y="44489"/>
                    </a:lnTo>
                    <a:lnTo>
                      <a:pt x="53376" y="44489"/>
                    </a:lnTo>
                    <a:cubicBezTo>
                      <a:pt x="55484" y="44489"/>
                      <a:pt x="57193" y="42781"/>
                      <a:pt x="57193" y="40673"/>
                    </a:cubicBezTo>
                    <a:lnTo>
                      <a:pt x="57193" y="3817"/>
                    </a:lnTo>
                    <a:cubicBezTo>
                      <a:pt x="57193" y="1709"/>
                      <a:pt x="55484" y="1"/>
                      <a:pt x="533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81" name="Google Shape;1981;p82">
                <a:extLst>
                  <a:ext uri="{FF2B5EF4-FFF2-40B4-BE49-F238E27FC236}">
                    <a16:creationId xmlns:a16="http://schemas.microsoft.com/office/drawing/2014/main" id="{BCFB9960-CAB9-87D7-A5D7-F4D6783CCCBE}"/>
                  </a:ext>
                </a:extLst>
              </p:cNvPr>
              <p:cNvGrpSpPr/>
              <p:nvPr/>
            </p:nvGrpSpPr>
            <p:grpSpPr>
              <a:xfrm>
                <a:off x="5261723" y="2383535"/>
                <a:ext cx="648001" cy="472490"/>
                <a:chOff x="5261723" y="2383535"/>
                <a:chExt cx="648001" cy="472490"/>
              </a:xfrm>
            </p:grpSpPr>
            <p:sp>
              <p:nvSpPr>
                <p:cNvPr id="1982" name="Google Shape;1982;p82">
                  <a:extLst>
                    <a:ext uri="{FF2B5EF4-FFF2-40B4-BE49-F238E27FC236}">
                      <a16:creationId xmlns:a16="http://schemas.microsoft.com/office/drawing/2014/main" id="{56496878-2794-242B-5B82-76859F1C18EE}"/>
                    </a:ext>
                  </a:extLst>
                </p:cNvPr>
                <p:cNvSpPr/>
                <p:nvPr/>
              </p:nvSpPr>
              <p:spPr>
                <a:xfrm>
                  <a:off x="5261723" y="2383535"/>
                  <a:ext cx="176311" cy="165737"/>
                </a:xfrm>
                <a:custGeom>
                  <a:avLst/>
                  <a:gdLst/>
                  <a:ahLst/>
                  <a:cxnLst/>
                  <a:rect l="l" t="t" r="r" b="b"/>
                  <a:pathLst>
                    <a:path w="10805" h="10157" extrusionOk="0">
                      <a:moveTo>
                        <a:pt x="5453" y="1"/>
                      </a:moveTo>
                      <a:cubicBezTo>
                        <a:pt x="5299" y="1"/>
                        <a:pt x="5163" y="99"/>
                        <a:pt x="5116" y="246"/>
                      </a:cubicBezTo>
                      <a:lnTo>
                        <a:pt x="4023" y="3609"/>
                      </a:lnTo>
                      <a:lnTo>
                        <a:pt x="487" y="3609"/>
                      </a:lnTo>
                      <a:cubicBezTo>
                        <a:pt x="143" y="3609"/>
                        <a:pt x="0" y="4048"/>
                        <a:pt x="278" y="4250"/>
                      </a:cubicBezTo>
                      <a:lnTo>
                        <a:pt x="3139" y="6328"/>
                      </a:lnTo>
                      <a:lnTo>
                        <a:pt x="2046" y="9692"/>
                      </a:lnTo>
                      <a:cubicBezTo>
                        <a:pt x="1965" y="9940"/>
                        <a:pt x="2163" y="10157"/>
                        <a:pt x="2385" y="10157"/>
                      </a:cubicBezTo>
                      <a:cubicBezTo>
                        <a:pt x="2454" y="10157"/>
                        <a:pt x="2526" y="10135"/>
                        <a:pt x="2592" y="10088"/>
                      </a:cubicBezTo>
                      <a:lnTo>
                        <a:pt x="5453" y="8009"/>
                      </a:lnTo>
                      <a:lnTo>
                        <a:pt x="8313" y="10088"/>
                      </a:lnTo>
                      <a:cubicBezTo>
                        <a:pt x="8379" y="10135"/>
                        <a:pt x="8451" y="10157"/>
                        <a:pt x="8520" y="10157"/>
                      </a:cubicBezTo>
                      <a:cubicBezTo>
                        <a:pt x="8742" y="10157"/>
                        <a:pt x="8940" y="9940"/>
                        <a:pt x="8860" y="9692"/>
                      </a:cubicBezTo>
                      <a:lnTo>
                        <a:pt x="7767" y="6328"/>
                      </a:lnTo>
                      <a:lnTo>
                        <a:pt x="10627" y="4250"/>
                      </a:lnTo>
                      <a:cubicBezTo>
                        <a:pt x="10751" y="4160"/>
                        <a:pt x="10804" y="4000"/>
                        <a:pt x="10756" y="3854"/>
                      </a:cubicBezTo>
                      <a:cubicBezTo>
                        <a:pt x="10709" y="3707"/>
                        <a:pt x="10573" y="3609"/>
                        <a:pt x="10419" y="3609"/>
                      </a:cubicBezTo>
                      <a:lnTo>
                        <a:pt x="6882" y="3609"/>
                      </a:lnTo>
                      <a:lnTo>
                        <a:pt x="5789" y="246"/>
                      </a:lnTo>
                      <a:cubicBezTo>
                        <a:pt x="5742" y="99"/>
                        <a:pt x="5607" y="1"/>
                        <a:pt x="54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83" name="Google Shape;1983;p82">
                  <a:extLst>
                    <a:ext uri="{FF2B5EF4-FFF2-40B4-BE49-F238E27FC236}">
                      <a16:creationId xmlns:a16="http://schemas.microsoft.com/office/drawing/2014/main" id="{AC011BBC-DCF1-ADDC-0ADA-57E6B7CEB2CB}"/>
                    </a:ext>
                  </a:extLst>
                </p:cNvPr>
                <p:cNvGrpSpPr/>
                <p:nvPr/>
              </p:nvGrpSpPr>
              <p:grpSpPr>
                <a:xfrm>
                  <a:off x="5263877" y="2383535"/>
                  <a:ext cx="645847" cy="472490"/>
                  <a:chOff x="5263877" y="2383535"/>
                  <a:chExt cx="645847" cy="472490"/>
                </a:xfrm>
              </p:grpSpPr>
              <p:sp>
                <p:nvSpPr>
                  <p:cNvPr id="1984" name="Google Shape;1984;p82">
                    <a:extLst>
                      <a:ext uri="{FF2B5EF4-FFF2-40B4-BE49-F238E27FC236}">
                        <a16:creationId xmlns:a16="http://schemas.microsoft.com/office/drawing/2014/main" id="{3C9981B1-9D96-5C06-EFD5-36A051E9EBB1}"/>
                      </a:ext>
                    </a:extLst>
                  </p:cNvPr>
                  <p:cNvSpPr/>
                  <p:nvPr/>
                </p:nvSpPr>
                <p:spPr>
                  <a:xfrm>
                    <a:off x="5497560" y="2383535"/>
                    <a:ext cx="176311" cy="165737"/>
                  </a:xfrm>
                  <a:custGeom>
                    <a:avLst/>
                    <a:gdLst/>
                    <a:ahLst/>
                    <a:cxnLst/>
                    <a:rect l="l" t="t" r="r" b="b"/>
                    <a:pathLst>
                      <a:path w="10805" h="10157" extrusionOk="0">
                        <a:moveTo>
                          <a:pt x="5453" y="1"/>
                        </a:moveTo>
                        <a:cubicBezTo>
                          <a:pt x="5299" y="1"/>
                          <a:pt x="5164" y="99"/>
                          <a:pt x="5117" y="246"/>
                        </a:cubicBezTo>
                        <a:lnTo>
                          <a:pt x="4024" y="3609"/>
                        </a:lnTo>
                        <a:lnTo>
                          <a:pt x="487" y="3609"/>
                        </a:lnTo>
                        <a:cubicBezTo>
                          <a:pt x="145" y="3609"/>
                          <a:pt x="1" y="4048"/>
                          <a:pt x="279" y="4250"/>
                        </a:cubicBezTo>
                        <a:lnTo>
                          <a:pt x="3139" y="6328"/>
                        </a:lnTo>
                        <a:lnTo>
                          <a:pt x="2048" y="9692"/>
                        </a:lnTo>
                        <a:cubicBezTo>
                          <a:pt x="1967" y="9940"/>
                          <a:pt x="2165" y="10157"/>
                          <a:pt x="2386" y="10157"/>
                        </a:cubicBezTo>
                        <a:cubicBezTo>
                          <a:pt x="2456" y="10157"/>
                          <a:pt x="2527" y="10135"/>
                          <a:pt x="2593" y="10088"/>
                        </a:cubicBezTo>
                        <a:lnTo>
                          <a:pt x="5455" y="8009"/>
                        </a:lnTo>
                        <a:lnTo>
                          <a:pt x="8315" y="10088"/>
                        </a:lnTo>
                        <a:cubicBezTo>
                          <a:pt x="8381" y="10135"/>
                          <a:pt x="8453" y="10157"/>
                          <a:pt x="8522" y="10157"/>
                        </a:cubicBezTo>
                        <a:cubicBezTo>
                          <a:pt x="8743" y="10157"/>
                          <a:pt x="8941" y="9940"/>
                          <a:pt x="8860" y="9692"/>
                        </a:cubicBezTo>
                        <a:lnTo>
                          <a:pt x="7767" y="6328"/>
                        </a:lnTo>
                        <a:lnTo>
                          <a:pt x="10629" y="4250"/>
                        </a:lnTo>
                        <a:cubicBezTo>
                          <a:pt x="10752" y="4160"/>
                          <a:pt x="10805" y="4000"/>
                          <a:pt x="10756" y="3854"/>
                        </a:cubicBezTo>
                        <a:cubicBezTo>
                          <a:pt x="10709" y="3707"/>
                          <a:pt x="10574" y="3609"/>
                          <a:pt x="10420" y="3609"/>
                        </a:cubicBezTo>
                        <a:lnTo>
                          <a:pt x="6883" y="3609"/>
                        </a:lnTo>
                        <a:lnTo>
                          <a:pt x="5790" y="246"/>
                        </a:lnTo>
                        <a:cubicBezTo>
                          <a:pt x="5743" y="99"/>
                          <a:pt x="5607" y="1"/>
                          <a:pt x="54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82">
                    <a:extLst>
                      <a:ext uri="{FF2B5EF4-FFF2-40B4-BE49-F238E27FC236}">
                        <a16:creationId xmlns:a16="http://schemas.microsoft.com/office/drawing/2014/main" id="{0FDB3214-FC42-E2A2-B65E-590B807C48F0}"/>
                      </a:ext>
                    </a:extLst>
                  </p:cNvPr>
                  <p:cNvSpPr/>
                  <p:nvPr/>
                </p:nvSpPr>
                <p:spPr>
                  <a:xfrm>
                    <a:off x="5733429" y="2383535"/>
                    <a:ext cx="176294" cy="165737"/>
                  </a:xfrm>
                  <a:custGeom>
                    <a:avLst/>
                    <a:gdLst/>
                    <a:ahLst/>
                    <a:cxnLst/>
                    <a:rect l="l" t="t" r="r" b="b"/>
                    <a:pathLst>
                      <a:path w="10804" h="10157" extrusionOk="0">
                        <a:moveTo>
                          <a:pt x="5452" y="1"/>
                        </a:moveTo>
                        <a:cubicBezTo>
                          <a:pt x="5298" y="1"/>
                          <a:pt x="5162" y="99"/>
                          <a:pt x="5115" y="246"/>
                        </a:cubicBezTo>
                        <a:lnTo>
                          <a:pt x="4022" y="3609"/>
                        </a:lnTo>
                        <a:lnTo>
                          <a:pt x="487" y="3609"/>
                        </a:lnTo>
                        <a:cubicBezTo>
                          <a:pt x="143" y="3609"/>
                          <a:pt x="1" y="4048"/>
                          <a:pt x="279" y="4250"/>
                        </a:cubicBezTo>
                        <a:lnTo>
                          <a:pt x="3139" y="6328"/>
                        </a:lnTo>
                        <a:lnTo>
                          <a:pt x="2046" y="9692"/>
                        </a:lnTo>
                        <a:cubicBezTo>
                          <a:pt x="1966" y="9940"/>
                          <a:pt x="2164" y="10157"/>
                          <a:pt x="2385" y="10157"/>
                        </a:cubicBezTo>
                        <a:cubicBezTo>
                          <a:pt x="2454" y="10157"/>
                          <a:pt x="2526" y="10135"/>
                          <a:pt x="2591" y="10088"/>
                        </a:cubicBezTo>
                        <a:lnTo>
                          <a:pt x="5452" y="8009"/>
                        </a:lnTo>
                        <a:lnTo>
                          <a:pt x="8314" y="10088"/>
                        </a:lnTo>
                        <a:cubicBezTo>
                          <a:pt x="8380" y="10135"/>
                          <a:pt x="8451" y="10157"/>
                          <a:pt x="8520" y="10157"/>
                        </a:cubicBezTo>
                        <a:cubicBezTo>
                          <a:pt x="8741" y="10157"/>
                          <a:pt x="8939" y="9940"/>
                          <a:pt x="8859" y="9692"/>
                        </a:cubicBezTo>
                        <a:lnTo>
                          <a:pt x="7766" y="6328"/>
                        </a:lnTo>
                        <a:lnTo>
                          <a:pt x="10626" y="4250"/>
                        </a:lnTo>
                        <a:cubicBezTo>
                          <a:pt x="10751" y="4160"/>
                          <a:pt x="10803" y="4000"/>
                          <a:pt x="10755" y="3854"/>
                        </a:cubicBezTo>
                        <a:cubicBezTo>
                          <a:pt x="10708" y="3707"/>
                          <a:pt x="10572" y="3609"/>
                          <a:pt x="10418" y="3609"/>
                        </a:cubicBezTo>
                        <a:lnTo>
                          <a:pt x="6881" y="3609"/>
                        </a:lnTo>
                        <a:lnTo>
                          <a:pt x="5789" y="246"/>
                        </a:lnTo>
                        <a:cubicBezTo>
                          <a:pt x="5742" y="99"/>
                          <a:pt x="5606" y="1"/>
                          <a:pt x="54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82">
                    <a:extLst>
                      <a:ext uri="{FF2B5EF4-FFF2-40B4-BE49-F238E27FC236}">
                        <a16:creationId xmlns:a16="http://schemas.microsoft.com/office/drawing/2014/main" id="{4DBD07B0-214B-0DCB-12E7-6AE310A330BA}"/>
                      </a:ext>
                    </a:extLst>
                  </p:cNvPr>
                  <p:cNvSpPr/>
                  <p:nvPr/>
                </p:nvSpPr>
                <p:spPr>
                  <a:xfrm>
                    <a:off x="5263877" y="2658762"/>
                    <a:ext cx="645324" cy="37498"/>
                  </a:xfrm>
                  <a:custGeom>
                    <a:avLst/>
                    <a:gdLst/>
                    <a:ahLst/>
                    <a:cxnLst/>
                    <a:rect l="l" t="t" r="r" b="b"/>
                    <a:pathLst>
                      <a:path w="39548" h="2298" extrusionOk="0">
                        <a:moveTo>
                          <a:pt x="1149" y="0"/>
                        </a:moveTo>
                        <a:cubicBezTo>
                          <a:pt x="514" y="0"/>
                          <a:pt x="1" y="514"/>
                          <a:pt x="1" y="1149"/>
                        </a:cubicBezTo>
                        <a:cubicBezTo>
                          <a:pt x="1" y="1783"/>
                          <a:pt x="514" y="2297"/>
                          <a:pt x="1149" y="2297"/>
                        </a:cubicBezTo>
                        <a:lnTo>
                          <a:pt x="38400" y="2297"/>
                        </a:lnTo>
                        <a:cubicBezTo>
                          <a:pt x="39034" y="2297"/>
                          <a:pt x="39548" y="1783"/>
                          <a:pt x="39548" y="1149"/>
                        </a:cubicBezTo>
                        <a:cubicBezTo>
                          <a:pt x="39548" y="514"/>
                          <a:pt x="39034" y="0"/>
                          <a:pt x="384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82">
                    <a:extLst>
                      <a:ext uri="{FF2B5EF4-FFF2-40B4-BE49-F238E27FC236}">
                        <a16:creationId xmlns:a16="http://schemas.microsoft.com/office/drawing/2014/main" id="{2BE0860E-8074-51F4-12DD-5994FA8DF1D7}"/>
                      </a:ext>
                    </a:extLst>
                  </p:cNvPr>
                  <p:cNvSpPr/>
                  <p:nvPr/>
                </p:nvSpPr>
                <p:spPr>
                  <a:xfrm>
                    <a:off x="5263877" y="2738637"/>
                    <a:ext cx="645324" cy="37481"/>
                  </a:xfrm>
                  <a:custGeom>
                    <a:avLst/>
                    <a:gdLst/>
                    <a:ahLst/>
                    <a:cxnLst/>
                    <a:rect l="l" t="t" r="r" b="b"/>
                    <a:pathLst>
                      <a:path w="39548" h="2297" extrusionOk="0">
                        <a:moveTo>
                          <a:pt x="1149" y="0"/>
                        </a:moveTo>
                        <a:cubicBezTo>
                          <a:pt x="514" y="0"/>
                          <a:pt x="1" y="515"/>
                          <a:pt x="1" y="1149"/>
                        </a:cubicBezTo>
                        <a:cubicBezTo>
                          <a:pt x="1" y="1783"/>
                          <a:pt x="514" y="2297"/>
                          <a:pt x="1149" y="2297"/>
                        </a:cubicBezTo>
                        <a:lnTo>
                          <a:pt x="38400" y="2297"/>
                        </a:lnTo>
                        <a:cubicBezTo>
                          <a:pt x="39034" y="2297"/>
                          <a:pt x="39548" y="1783"/>
                          <a:pt x="39548" y="1149"/>
                        </a:cubicBezTo>
                        <a:cubicBezTo>
                          <a:pt x="39548" y="515"/>
                          <a:pt x="39034" y="0"/>
                          <a:pt x="384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82">
                    <a:extLst>
                      <a:ext uri="{FF2B5EF4-FFF2-40B4-BE49-F238E27FC236}">
                        <a16:creationId xmlns:a16="http://schemas.microsoft.com/office/drawing/2014/main" id="{C320AB49-B39B-0C00-DB44-CB29B9FEEEA0}"/>
                      </a:ext>
                    </a:extLst>
                  </p:cNvPr>
                  <p:cNvSpPr/>
                  <p:nvPr/>
                </p:nvSpPr>
                <p:spPr>
                  <a:xfrm>
                    <a:off x="5263877" y="2818527"/>
                    <a:ext cx="418283" cy="37498"/>
                  </a:xfrm>
                  <a:custGeom>
                    <a:avLst/>
                    <a:gdLst/>
                    <a:ahLst/>
                    <a:cxnLst/>
                    <a:rect l="l" t="t" r="r" b="b"/>
                    <a:pathLst>
                      <a:path w="25634" h="2298" extrusionOk="0">
                        <a:moveTo>
                          <a:pt x="1149" y="0"/>
                        </a:moveTo>
                        <a:cubicBezTo>
                          <a:pt x="514" y="0"/>
                          <a:pt x="1" y="514"/>
                          <a:pt x="1" y="1149"/>
                        </a:cubicBezTo>
                        <a:cubicBezTo>
                          <a:pt x="1" y="1782"/>
                          <a:pt x="514" y="2297"/>
                          <a:pt x="1149" y="2297"/>
                        </a:cubicBezTo>
                        <a:lnTo>
                          <a:pt x="24485" y="2297"/>
                        </a:lnTo>
                        <a:cubicBezTo>
                          <a:pt x="25120" y="2297"/>
                          <a:pt x="25634" y="1782"/>
                          <a:pt x="25634" y="1149"/>
                        </a:cubicBezTo>
                        <a:cubicBezTo>
                          <a:pt x="25634" y="514"/>
                          <a:pt x="25120" y="0"/>
                          <a:pt x="244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989" name="Google Shape;1989;p82">
              <a:extLst>
                <a:ext uri="{FF2B5EF4-FFF2-40B4-BE49-F238E27FC236}">
                  <a16:creationId xmlns:a16="http://schemas.microsoft.com/office/drawing/2014/main" id="{ABB92BC2-8462-1E97-9E6E-4AB45F9E015A}"/>
                </a:ext>
              </a:extLst>
            </p:cNvPr>
            <p:cNvGrpSpPr/>
            <p:nvPr/>
          </p:nvGrpSpPr>
          <p:grpSpPr>
            <a:xfrm>
              <a:off x="3665643" y="2957699"/>
              <a:ext cx="788380" cy="788266"/>
              <a:chOff x="3665643" y="2957699"/>
              <a:chExt cx="788380" cy="788266"/>
            </a:xfrm>
          </p:grpSpPr>
          <p:sp>
            <p:nvSpPr>
              <p:cNvPr id="1990" name="Google Shape;1990;p82">
                <a:extLst>
                  <a:ext uri="{FF2B5EF4-FFF2-40B4-BE49-F238E27FC236}">
                    <a16:creationId xmlns:a16="http://schemas.microsoft.com/office/drawing/2014/main" id="{195951B5-61B1-EA01-DE4E-852DD0B74FA7}"/>
                  </a:ext>
                </a:extLst>
              </p:cNvPr>
              <p:cNvSpPr/>
              <p:nvPr/>
            </p:nvSpPr>
            <p:spPr>
              <a:xfrm>
                <a:off x="3753610" y="3045552"/>
                <a:ext cx="612543" cy="612543"/>
              </a:xfrm>
              <a:custGeom>
                <a:avLst/>
                <a:gdLst/>
                <a:ahLst/>
                <a:cxnLst/>
                <a:rect l="l" t="t" r="r" b="b"/>
                <a:pathLst>
                  <a:path w="37539" h="37539" extrusionOk="0">
                    <a:moveTo>
                      <a:pt x="18770" y="0"/>
                    </a:moveTo>
                    <a:cubicBezTo>
                      <a:pt x="13791" y="0"/>
                      <a:pt x="9017" y="1978"/>
                      <a:pt x="5497" y="5497"/>
                    </a:cubicBezTo>
                    <a:cubicBezTo>
                      <a:pt x="1978" y="9017"/>
                      <a:pt x="0" y="13791"/>
                      <a:pt x="0" y="18770"/>
                    </a:cubicBezTo>
                    <a:cubicBezTo>
                      <a:pt x="0" y="23747"/>
                      <a:pt x="1978" y="28521"/>
                      <a:pt x="5497" y="32041"/>
                    </a:cubicBezTo>
                    <a:cubicBezTo>
                      <a:pt x="9017" y="35562"/>
                      <a:pt x="13791" y="37539"/>
                      <a:pt x="18770" y="37539"/>
                    </a:cubicBezTo>
                    <a:cubicBezTo>
                      <a:pt x="23747" y="37539"/>
                      <a:pt x="28521" y="35562"/>
                      <a:pt x="32041" y="32041"/>
                    </a:cubicBezTo>
                    <a:cubicBezTo>
                      <a:pt x="35560" y="28521"/>
                      <a:pt x="37539" y="23747"/>
                      <a:pt x="37539" y="18770"/>
                    </a:cubicBezTo>
                    <a:cubicBezTo>
                      <a:pt x="37539" y="13791"/>
                      <a:pt x="35560" y="9017"/>
                      <a:pt x="32041" y="5497"/>
                    </a:cubicBezTo>
                    <a:cubicBezTo>
                      <a:pt x="28521" y="1978"/>
                      <a:pt x="23747" y="0"/>
                      <a:pt x="187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82">
                <a:extLst>
                  <a:ext uri="{FF2B5EF4-FFF2-40B4-BE49-F238E27FC236}">
                    <a16:creationId xmlns:a16="http://schemas.microsoft.com/office/drawing/2014/main" id="{DC2E186A-2905-570D-5DA8-3ED06483E4CD}"/>
                  </a:ext>
                </a:extLst>
              </p:cNvPr>
              <p:cNvSpPr/>
              <p:nvPr/>
            </p:nvSpPr>
            <p:spPr>
              <a:xfrm>
                <a:off x="3909932" y="3201890"/>
                <a:ext cx="299883" cy="299867"/>
              </a:xfrm>
              <a:custGeom>
                <a:avLst/>
                <a:gdLst/>
                <a:ahLst/>
                <a:cxnLst/>
                <a:rect l="l" t="t" r="r" b="b"/>
                <a:pathLst>
                  <a:path w="18378" h="18377" extrusionOk="0">
                    <a:moveTo>
                      <a:pt x="18377" y="1"/>
                    </a:moveTo>
                    <a:lnTo>
                      <a:pt x="1" y="7715"/>
                    </a:lnTo>
                    <a:lnTo>
                      <a:pt x="7391" y="9675"/>
                    </a:lnTo>
                    <a:lnTo>
                      <a:pt x="1025" y="16041"/>
                    </a:lnTo>
                    <a:lnTo>
                      <a:pt x="2336" y="17352"/>
                    </a:lnTo>
                    <a:lnTo>
                      <a:pt x="8702" y="10986"/>
                    </a:lnTo>
                    <a:lnTo>
                      <a:pt x="10661" y="18376"/>
                    </a:lnTo>
                    <a:lnTo>
                      <a:pt x="183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82">
                <a:extLst>
                  <a:ext uri="{FF2B5EF4-FFF2-40B4-BE49-F238E27FC236}">
                    <a16:creationId xmlns:a16="http://schemas.microsoft.com/office/drawing/2014/main" id="{499B3FF1-ABB8-CEFB-76F3-92BEF51EDF95}"/>
                  </a:ext>
                </a:extLst>
              </p:cNvPr>
              <p:cNvSpPr/>
              <p:nvPr/>
            </p:nvSpPr>
            <p:spPr>
              <a:xfrm>
                <a:off x="3665643" y="2957699"/>
                <a:ext cx="788380" cy="788266"/>
              </a:xfrm>
              <a:custGeom>
                <a:avLst/>
                <a:gdLst/>
                <a:ahLst/>
                <a:cxnLst/>
                <a:rect l="l" t="t" r="r" b="b"/>
                <a:pathLst>
                  <a:path w="48315" h="48308" extrusionOk="0">
                    <a:moveTo>
                      <a:pt x="24161" y="0"/>
                    </a:moveTo>
                    <a:cubicBezTo>
                      <a:pt x="23132" y="0"/>
                      <a:pt x="22106" y="64"/>
                      <a:pt x="21086" y="194"/>
                    </a:cubicBezTo>
                    <a:cubicBezTo>
                      <a:pt x="20765" y="233"/>
                      <a:pt x="20530" y="516"/>
                      <a:pt x="20550" y="839"/>
                    </a:cubicBezTo>
                    <a:cubicBezTo>
                      <a:pt x="20570" y="1163"/>
                      <a:pt x="20838" y="1414"/>
                      <a:pt x="21162" y="1414"/>
                    </a:cubicBezTo>
                    <a:lnTo>
                      <a:pt x="21162" y="1412"/>
                    </a:lnTo>
                    <a:cubicBezTo>
                      <a:pt x="21188" y="1412"/>
                      <a:pt x="21213" y="1411"/>
                      <a:pt x="21239" y="1408"/>
                    </a:cubicBezTo>
                    <a:cubicBezTo>
                      <a:pt x="22208" y="1285"/>
                      <a:pt x="23183" y="1224"/>
                      <a:pt x="24161" y="1224"/>
                    </a:cubicBezTo>
                    <a:lnTo>
                      <a:pt x="24233" y="1224"/>
                    </a:lnTo>
                    <a:cubicBezTo>
                      <a:pt x="24569" y="1218"/>
                      <a:pt x="24837" y="946"/>
                      <a:pt x="24837" y="612"/>
                    </a:cubicBezTo>
                    <a:cubicBezTo>
                      <a:pt x="24837" y="278"/>
                      <a:pt x="24569" y="6"/>
                      <a:pt x="24233" y="0"/>
                    </a:cubicBezTo>
                    <a:close/>
                    <a:moveTo>
                      <a:pt x="27310" y="210"/>
                    </a:moveTo>
                    <a:cubicBezTo>
                      <a:pt x="27008" y="210"/>
                      <a:pt x="26747" y="434"/>
                      <a:pt x="26706" y="742"/>
                    </a:cubicBezTo>
                    <a:cubicBezTo>
                      <a:pt x="26662" y="1073"/>
                      <a:pt x="26893" y="1380"/>
                      <a:pt x="27224" y="1428"/>
                    </a:cubicBezTo>
                    <a:cubicBezTo>
                      <a:pt x="28215" y="1559"/>
                      <a:pt x="29197" y="1756"/>
                      <a:pt x="30161" y="2017"/>
                    </a:cubicBezTo>
                    <a:cubicBezTo>
                      <a:pt x="30214" y="2032"/>
                      <a:pt x="30268" y="2039"/>
                      <a:pt x="30322" y="2039"/>
                    </a:cubicBezTo>
                    <a:lnTo>
                      <a:pt x="30322" y="2039"/>
                    </a:lnTo>
                    <a:cubicBezTo>
                      <a:pt x="30628" y="2038"/>
                      <a:pt x="30887" y="1812"/>
                      <a:pt x="30927" y="1508"/>
                    </a:cubicBezTo>
                    <a:cubicBezTo>
                      <a:pt x="30969" y="1203"/>
                      <a:pt x="30778" y="916"/>
                      <a:pt x="30481" y="836"/>
                    </a:cubicBezTo>
                    <a:cubicBezTo>
                      <a:pt x="29464" y="561"/>
                      <a:pt x="28429" y="352"/>
                      <a:pt x="27384" y="214"/>
                    </a:cubicBezTo>
                    <a:cubicBezTo>
                      <a:pt x="27359" y="211"/>
                      <a:pt x="27334" y="210"/>
                      <a:pt x="27310" y="210"/>
                    </a:cubicBezTo>
                    <a:close/>
                    <a:moveTo>
                      <a:pt x="30322" y="2039"/>
                    </a:moveTo>
                    <a:cubicBezTo>
                      <a:pt x="30322" y="2039"/>
                      <a:pt x="30321" y="2039"/>
                      <a:pt x="30321" y="2039"/>
                    </a:cubicBezTo>
                    <a:lnTo>
                      <a:pt x="30323" y="2039"/>
                    </a:lnTo>
                    <a:cubicBezTo>
                      <a:pt x="30322" y="2039"/>
                      <a:pt x="30322" y="2039"/>
                      <a:pt x="30322" y="2039"/>
                    </a:cubicBezTo>
                    <a:close/>
                    <a:moveTo>
                      <a:pt x="18142" y="777"/>
                    </a:moveTo>
                    <a:cubicBezTo>
                      <a:pt x="18090" y="777"/>
                      <a:pt x="18037" y="784"/>
                      <a:pt x="17985" y="798"/>
                    </a:cubicBezTo>
                    <a:cubicBezTo>
                      <a:pt x="16965" y="1066"/>
                      <a:pt x="15964" y="1401"/>
                      <a:pt x="14989" y="1803"/>
                    </a:cubicBezTo>
                    <a:cubicBezTo>
                      <a:pt x="14719" y="1913"/>
                      <a:pt x="14565" y="2201"/>
                      <a:pt x="14621" y="2488"/>
                    </a:cubicBezTo>
                    <a:cubicBezTo>
                      <a:pt x="14678" y="2775"/>
                      <a:pt x="14930" y="2982"/>
                      <a:pt x="15223" y="2982"/>
                    </a:cubicBezTo>
                    <a:cubicBezTo>
                      <a:pt x="15303" y="2982"/>
                      <a:pt x="15381" y="2965"/>
                      <a:pt x="15454" y="2935"/>
                    </a:cubicBezTo>
                    <a:cubicBezTo>
                      <a:pt x="16380" y="2555"/>
                      <a:pt x="17330" y="2236"/>
                      <a:pt x="18297" y="1980"/>
                    </a:cubicBezTo>
                    <a:cubicBezTo>
                      <a:pt x="18624" y="1895"/>
                      <a:pt x="18819" y="1559"/>
                      <a:pt x="18732" y="1233"/>
                    </a:cubicBezTo>
                    <a:cubicBezTo>
                      <a:pt x="18660" y="959"/>
                      <a:pt x="18413" y="777"/>
                      <a:pt x="18142" y="777"/>
                    </a:cubicBezTo>
                    <a:close/>
                    <a:moveTo>
                      <a:pt x="33225" y="1808"/>
                    </a:moveTo>
                    <a:cubicBezTo>
                      <a:pt x="32986" y="1808"/>
                      <a:pt x="32758" y="1949"/>
                      <a:pt x="32659" y="2184"/>
                    </a:cubicBezTo>
                    <a:cubicBezTo>
                      <a:pt x="32528" y="2500"/>
                      <a:pt x="32681" y="2862"/>
                      <a:pt x="32998" y="2989"/>
                    </a:cubicBezTo>
                    <a:cubicBezTo>
                      <a:pt x="33919" y="3374"/>
                      <a:pt x="34815" y="3819"/>
                      <a:pt x="35678" y="4323"/>
                    </a:cubicBezTo>
                    <a:cubicBezTo>
                      <a:pt x="35772" y="4377"/>
                      <a:pt x="35878" y="4406"/>
                      <a:pt x="35986" y="4406"/>
                    </a:cubicBezTo>
                    <a:cubicBezTo>
                      <a:pt x="36263" y="4406"/>
                      <a:pt x="36506" y="4220"/>
                      <a:pt x="36577" y="3953"/>
                    </a:cubicBezTo>
                    <a:cubicBezTo>
                      <a:pt x="36650" y="3687"/>
                      <a:pt x="36534" y="3404"/>
                      <a:pt x="36296" y="3264"/>
                    </a:cubicBezTo>
                    <a:cubicBezTo>
                      <a:pt x="35386" y="2735"/>
                      <a:pt x="34441" y="2266"/>
                      <a:pt x="33470" y="1859"/>
                    </a:cubicBezTo>
                    <a:cubicBezTo>
                      <a:pt x="33390" y="1824"/>
                      <a:pt x="33307" y="1808"/>
                      <a:pt x="33225" y="1808"/>
                    </a:cubicBezTo>
                    <a:close/>
                    <a:moveTo>
                      <a:pt x="12456" y="3110"/>
                    </a:moveTo>
                    <a:cubicBezTo>
                      <a:pt x="12353" y="3110"/>
                      <a:pt x="12248" y="3136"/>
                      <a:pt x="12152" y="3192"/>
                    </a:cubicBezTo>
                    <a:cubicBezTo>
                      <a:pt x="11238" y="3717"/>
                      <a:pt x="10359" y="4301"/>
                      <a:pt x="9522" y="4941"/>
                    </a:cubicBezTo>
                    <a:cubicBezTo>
                      <a:pt x="9312" y="5100"/>
                      <a:pt x="9229" y="5374"/>
                      <a:pt x="9313" y="5624"/>
                    </a:cubicBezTo>
                    <a:cubicBezTo>
                      <a:pt x="9398" y="5872"/>
                      <a:pt x="9630" y="6039"/>
                      <a:pt x="9893" y="6039"/>
                    </a:cubicBezTo>
                    <a:cubicBezTo>
                      <a:pt x="10028" y="6039"/>
                      <a:pt x="10158" y="5995"/>
                      <a:pt x="10265" y="5914"/>
                    </a:cubicBezTo>
                    <a:cubicBezTo>
                      <a:pt x="11060" y="5306"/>
                      <a:pt x="11894" y="4751"/>
                      <a:pt x="12762" y="4253"/>
                    </a:cubicBezTo>
                    <a:cubicBezTo>
                      <a:pt x="13054" y="4085"/>
                      <a:pt x="13155" y="3711"/>
                      <a:pt x="12987" y="3417"/>
                    </a:cubicBezTo>
                    <a:cubicBezTo>
                      <a:pt x="12874" y="3220"/>
                      <a:pt x="12668" y="3110"/>
                      <a:pt x="12456" y="3110"/>
                    </a:cubicBezTo>
                    <a:close/>
                    <a:moveTo>
                      <a:pt x="38539" y="4900"/>
                    </a:moveTo>
                    <a:cubicBezTo>
                      <a:pt x="38356" y="4900"/>
                      <a:pt x="38174" y="4982"/>
                      <a:pt x="38054" y="5137"/>
                    </a:cubicBezTo>
                    <a:cubicBezTo>
                      <a:pt x="37848" y="5406"/>
                      <a:pt x="37898" y="5791"/>
                      <a:pt x="38165" y="5998"/>
                    </a:cubicBezTo>
                    <a:cubicBezTo>
                      <a:pt x="38957" y="6608"/>
                      <a:pt x="39707" y="7270"/>
                      <a:pt x="40413" y="7979"/>
                    </a:cubicBezTo>
                    <a:cubicBezTo>
                      <a:pt x="40527" y="8095"/>
                      <a:pt x="40684" y="8161"/>
                      <a:pt x="40847" y="8161"/>
                    </a:cubicBezTo>
                    <a:cubicBezTo>
                      <a:pt x="41095" y="8159"/>
                      <a:pt x="41318" y="8011"/>
                      <a:pt x="41412" y="7783"/>
                    </a:cubicBezTo>
                    <a:cubicBezTo>
                      <a:pt x="41508" y="7554"/>
                      <a:pt x="41456" y="7292"/>
                      <a:pt x="41281" y="7116"/>
                    </a:cubicBezTo>
                    <a:cubicBezTo>
                      <a:pt x="40539" y="6369"/>
                      <a:pt x="39747" y="5671"/>
                      <a:pt x="38912" y="5028"/>
                    </a:cubicBezTo>
                    <a:cubicBezTo>
                      <a:pt x="38801" y="4942"/>
                      <a:pt x="38670" y="4900"/>
                      <a:pt x="38539" y="4900"/>
                    </a:cubicBezTo>
                    <a:close/>
                    <a:moveTo>
                      <a:pt x="7572" y="6836"/>
                    </a:moveTo>
                    <a:cubicBezTo>
                      <a:pt x="7416" y="6836"/>
                      <a:pt x="7260" y="6895"/>
                      <a:pt x="7141" y="7014"/>
                    </a:cubicBezTo>
                    <a:cubicBezTo>
                      <a:pt x="6393" y="7757"/>
                      <a:pt x="5695" y="8546"/>
                      <a:pt x="5050" y="9379"/>
                    </a:cubicBezTo>
                    <a:cubicBezTo>
                      <a:pt x="4739" y="9781"/>
                      <a:pt x="5025" y="10365"/>
                      <a:pt x="5534" y="10366"/>
                    </a:cubicBezTo>
                    <a:cubicBezTo>
                      <a:pt x="5722" y="10366"/>
                      <a:pt x="5902" y="10279"/>
                      <a:pt x="6018" y="10129"/>
                    </a:cubicBezTo>
                    <a:cubicBezTo>
                      <a:pt x="6631" y="9338"/>
                      <a:pt x="7293" y="8587"/>
                      <a:pt x="8004" y="7882"/>
                    </a:cubicBezTo>
                    <a:cubicBezTo>
                      <a:pt x="8243" y="7644"/>
                      <a:pt x="8245" y="7258"/>
                      <a:pt x="8007" y="7016"/>
                    </a:cubicBezTo>
                    <a:cubicBezTo>
                      <a:pt x="7887" y="6896"/>
                      <a:pt x="7729" y="6836"/>
                      <a:pt x="7572" y="6836"/>
                    </a:cubicBezTo>
                    <a:close/>
                    <a:moveTo>
                      <a:pt x="42876" y="9257"/>
                    </a:moveTo>
                    <a:cubicBezTo>
                      <a:pt x="42747" y="9257"/>
                      <a:pt x="42616" y="9298"/>
                      <a:pt x="42505" y="9383"/>
                    </a:cubicBezTo>
                    <a:cubicBezTo>
                      <a:pt x="42238" y="9586"/>
                      <a:pt x="42185" y="9967"/>
                      <a:pt x="42386" y="10236"/>
                    </a:cubicBezTo>
                    <a:cubicBezTo>
                      <a:pt x="42994" y="11031"/>
                      <a:pt x="43549" y="11866"/>
                      <a:pt x="44049" y="12733"/>
                    </a:cubicBezTo>
                    <a:cubicBezTo>
                      <a:pt x="44158" y="12923"/>
                      <a:pt x="44361" y="13040"/>
                      <a:pt x="44581" y="13040"/>
                    </a:cubicBezTo>
                    <a:cubicBezTo>
                      <a:pt x="45050" y="13038"/>
                      <a:pt x="45344" y="12531"/>
                      <a:pt x="45110" y="12122"/>
                    </a:cubicBezTo>
                    <a:cubicBezTo>
                      <a:pt x="44584" y="11209"/>
                      <a:pt x="44000" y="10331"/>
                      <a:pt x="43359" y="9493"/>
                    </a:cubicBezTo>
                    <a:cubicBezTo>
                      <a:pt x="43239" y="9338"/>
                      <a:pt x="43059" y="9257"/>
                      <a:pt x="42876" y="9257"/>
                    </a:cubicBezTo>
                    <a:close/>
                    <a:moveTo>
                      <a:pt x="3810" y="11698"/>
                    </a:moveTo>
                    <a:cubicBezTo>
                      <a:pt x="3602" y="11698"/>
                      <a:pt x="3399" y="11804"/>
                      <a:pt x="3284" y="11996"/>
                    </a:cubicBezTo>
                    <a:cubicBezTo>
                      <a:pt x="2754" y="12906"/>
                      <a:pt x="2283" y="13849"/>
                      <a:pt x="1876" y="14820"/>
                    </a:cubicBezTo>
                    <a:cubicBezTo>
                      <a:pt x="1708" y="15224"/>
                      <a:pt x="2003" y="15668"/>
                      <a:pt x="2440" y="15669"/>
                    </a:cubicBezTo>
                    <a:cubicBezTo>
                      <a:pt x="2686" y="15669"/>
                      <a:pt x="2909" y="15521"/>
                      <a:pt x="3005" y="15294"/>
                    </a:cubicBezTo>
                    <a:cubicBezTo>
                      <a:pt x="3391" y="14372"/>
                      <a:pt x="3838" y="13476"/>
                      <a:pt x="4341" y="12613"/>
                    </a:cubicBezTo>
                    <a:cubicBezTo>
                      <a:pt x="4508" y="12322"/>
                      <a:pt x="4408" y="11951"/>
                      <a:pt x="4119" y="11782"/>
                    </a:cubicBezTo>
                    <a:cubicBezTo>
                      <a:pt x="4022" y="11725"/>
                      <a:pt x="3915" y="11698"/>
                      <a:pt x="3810" y="11698"/>
                    </a:cubicBezTo>
                    <a:close/>
                    <a:moveTo>
                      <a:pt x="45940" y="14585"/>
                    </a:moveTo>
                    <a:cubicBezTo>
                      <a:pt x="45862" y="14585"/>
                      <a:pt x="45783" y="14600"/>
                      <a:pt x="45706" y="14632"/>
                    </a:cubicBezTo>
                    <a:cubicBezTo>
                      <a:pt x="45395" y="14759"/>
                      <a:pt x="45247" y="15113"/>
                      <a:pt x="45371" y="15424"/>
                    </a:cubicBezTo>
                    <a:cubicBezTo>
                      <a:pt x="45751" y="16350"/>
                      <a:pt x="46072" y="17300"/>
                      <a:pt x="46327" y="18267"/>
                    </a:cubicBezTo>
                    <a:cubicBezTo>
                      <a:pt x="46398" y="18535"/>
                      <a:pt x="46641" y="18722"/>
                      <a:pt x="46919" y="18722"/>
                    </a:cubicBezTo>
                    <a:lnTo>
                      <a:pt x="46919" y="18724"/>
                    </a:lnTo>
                    <a:cubicBezTo>
                      <a:pt x="47321" y="18724"/>
                      <a:pt x="47614" y="18343"/>
                      <a:pt x="47511" y="17955"/>
                    </a:cubicBezTo>
                    <a:cubicBezTo>
                      <a:pt x="47241" y="16935"/>
                      <a:pt x="46903" y="15933"/>
                      <a:pt x="46502" y="14959"/>
                    </a:cubicBezTo>
                    <a:cubicBezTo>
                      <a:pt x="46403" y="14725"/>
                      <a:pt x="46177" y="14585"/>
                      <a:pt x="45940" y="14585"/>
                    </a:cubicBezTo>
                    <a:close/>
                    <a:moveTo>
                      <a:pt x="1437" y="17366"/>
                    </a:moveTo>
                    <a:cubicBezTo>
                      <a:pt x="1170" y="17366"/>
                      <a:pt x="926" y="17540"/>
                      <a:pt x="849" y="17808"/>
                    </a:cubicBezTo>
                    <a:cubicBezTo>
                      <a:pt x="572" y="18825"/>
                      <a:pt x="364" y="19859"/>
                      <a:pt x="223" y="20904"/>
                    </a:cubicBezTo>
                    <a:cubicBezTo>
                      <a:pt x="177" y="21239"/>
                      <a:pt x="412" y="21547"/>
                      <a:pt x="748" y="21591"/>
                    </a:cubicBezTo>
                    <a:cubicBezTo>
                      <a:pt x="775" y="21596"/>
                      <a:pt x="802" y="21598"/>
                      <a:pt x="830" y="21598"/>
                    </a:cubicBezTo>
                    <a:lnTo>
                      <a:pt x="830" y="21597"/>
                    </a:lnTo>
                    <a:cubicBezTo>
                      <a:pt x="1137" y="21597"/>
                      <a:pt x="1395" y="21370"/>
                      <a:pt x="1437" y="21066"/>
                    </a:cubicBezTo>
                    <a:cubicBezTo>
                      <a:pt x="1569" y="20075"/>
                      <a:pt x="1768" y="19093"/>
                      <a:pt x="2030" y="18129"/>
                    </a:cubicBezTo>
                    <a:cubicBezTo>
                      <a:pt x="2113" y="17805"/>
                      <a:pt x="1920" y="17474"/>
                      <a:pt x="1598" y="17387"/>
                    </a:cubicBezTo>
                    <a:cubicBezTo>
                      <a:pt x="1544" y="17372"/>
                      <a:pt x="1490" y="17366"/>
                      <a:pt x="1437" y="17366"/>
                    </a:cubicBezTo>
                    <a:close/>
                    <a:moveTo>
                      <a:pt x="47509" y="20512"/>
                    </a:moveTo>
                    <a:cubicBezTo>
                      <a:pt x="47483" y="20512"/>
                      <a:pt x="47457" y="20514"/>
                      <a:pt x="47431" y="20517"/>
                    </a:cubicBezTo>
                    <a:cubicBezTo>
                      <a:pt x="47093" y="20560"/>
                      <a:pt x="46856" y="20871"/>
                      <a:pt x="46903" y="21209"/>
                    </a:cubicBezTo>
                    <a:cubicBezTo>
                      <a:pt x="47027" y="22185"/>
                      <a:pt x="47090" y="23168"/>
                      <a:pt x="47090" y="24152"/>
                    </a:cubicBezTo>
                    <a:lnTo>
                      <a:pt x="47090" y="24202"/>
                    </a:lnTo>
                    <a:cubicBezTo>
                      <a:pt x="47090" y="24540"/>
                      <a:pt x="47363" y="24790"/>
                      <a:pt x="47702" y="24790"/>
                    </a:cubicBezTo>
                    <a:cubicBezTo>
                      <a:pt x="48040" y="24790"/>
                      <a:pt x="48314" y="24490"/>
                      <a:pt x="48313" y="24152"/>
                    </a:cubicBezTo>
                    <a:cubicBezTo>
                      <a:pt x="48313" y="23116"/>
                      <a:pt x="48249" y="22081"/>
                      <a:pt x="48117" y="21053"/>
                    </a:cubicBezTo>
                    <a:cubicBezTo>
                      <a:pt x="48081" y="20742"/>
                      <a:pt x="47815" y="20512"/>
                      <a:pt x="47509" y="20512"/>
                    </a:cubicBezTo>
                    <a:close/>
                    <a:moveTo>
                      <a:pt x="619" y="23432"/>
                    </a:moveTo>
                    <a:cubicBezTo>
                      <a:pt x="277" y="23432"/>
                      <a:pt x="0" y="23713"/>
                      <a:pt x="6" y="24054"/>
                    </a:cubicBezTo>
                    <a:lnTo>
                      <a:pt x="6" y="24152"/>
                    </a:lnTo>
                    <a:cubicBezTo>
                      <a:pt x="6" y="25207"/>
                      <a:pt x="74" y="26258"/>
                      <a:pt x="210" y="27302"/>
                    </a:cubicBezTo>
                    <a:cubicBezTo>
                      <a:pt x="250" y="27608"/>
                      <a:pt x="509" y="27836"/>
                      <a:pt x="816" y="27836"/>
                    </a:cubicBezTo>
                    <a:cubicBezTo>
                      <a:pt x="843" y="27836"/>
                      <a:pt x="870" y="27834"/>
                      <a:pt x="896" y="27832"/>
                    </a:cubicBezTo>
                    <a:cubicBezTo>
                      <a:pt x="1231" y="27787"/>
                      <a:pt x="1468" y="27481"/>
                      <a:pt x="1424" y="27145"/>
                    </a:cubicBezTo>
                    <a:cubicBezTo>
                      <a:pt x="1295" y="26155"/>
                      <a:pt x="1231" y="25158"/>
                      <a:pt x="1231" y="24159"/>
                    </a:cubicBezTo>
                    <a:lnTo>
                      <a:pt x="1231" y="24054"/>
                    </a:lnTo>
                    <a:cubicBezTo>
                      <a:pt x="1237" y="23713"/>
                      <a:pt x="960" y="23432"/>
                      <a:pt x="619" y="23432"/>
                    </a:cubicBezTo>
                    <a:close/>
                    <a:moveTo>
                      <a:pt x="47497" y="26661"/>
                    </a:moveTo>
                    <a:cubicBezTo>
                      <a:pt x="47195" y="26661"/>
                      <a:pt x="46931" y="26884"/>
                      <a:pt x="46890" y="27192"/>
                    </a:cubicBezTo>
                    <a:cubicBezTo>
                      <a:pt x="46759" y="28184"/>
                      <a:pt x="46562" y="29166"/>
                      <a:pt x="46303" y="30131"/>
                    </a:cubicBezTo>
                    <a:cubicBezTo>
                      <a:pt x="46214" y="30458"/>
                      <a:pt x="46408" y="30795"/>
                      <a:pt x="46735" y="30882"/>
                    </a:cubicBezTo>
                    <a:cubicBezTo>
                      <a:pt x="46786" y="30896"/>
                      <a:pt x="46841" y="30903"/>
                      <a:pt x="46895" y="30903"/>
                    </a:cubicBezTo>
                    <a:cubicBezTo>
                      <a:pt x="47171" y="30903"/>
                      <a:pt x="47414" y="30718"/>
                      <a:pt x="47485" y="30451"/>
                    </a:cubicBezTo>
                    <a:cubicBezTo>
                      <a:pt x="47759" y="29432"/>
                      <a:pt x="47966" y="28398"/>
                      <a:pt x="48105" y="27354"/>
                    </a:cubicBezTo>
                    <a:cubicBezTo>
                      <a:pt x="48149" y="27018"/>
                      <a:pt x="47913" y="26710"/>
                      <a:pt x="47578" y="26666"/>
                    </a:cubicBezTo>
                    <a:cubicBezTo>
                      <a:pt x="47551" y="26662"/>
                      <a:pt x="47524" y="26661"/>
                      <a:pt x="47497" y="26661"/>
                    </a:cubicBezTo>
                    <a:close/>
                    <a:moveTo>
                      <a:pt x="1420" y="29629"/>
                    </a:moveTo>
                    <a:cubicBezTo>
                      <a:pt x="1366" y="29629"/>
                      <a:pt x="1311" y="29637"/>
                      <a:pt x="1257" y="29652"/>
                    </a:cubicBezTo>
                    <a:cubicBezTo>
                      <a:pt x="930" y="29739"/>
                      <a:pt x="736" y="30074"/>
                      <a:pt x="823" y="30401"/>
                    </a:cubicBezTo>
                    <a:cubicBezTo>
                      <a:pt x="1096" y="31420"/>
                      <a:pt x="1434" y="32420"/>
                      <a:pt x="1838" y="33394"/>
                    </a:cubicBezTo>
                    <a:cubicBezTo>
                      <a:pt x="1932" y="33622"/>
                      <a:pt x="2156" y="33772"/>
                      <a:pt x="2404" y="33772"/>
                    </a:cubicBezTo>
                    <a:cubicBezTo>
                      <a:pt x="2839" y="33771"/>
                      <a:pt x="3134" y="33329"/>
                      <a:pt x="2969" y="32926"/>
                    </a:cubicBezTo>
                    <a:cubicBezTo>
                      <a:pt x="2585" y="32000"/>
                      <a:pt x="2264" y="31052"/>
                      <a:pt x="2006" y="30084"/>
                    </a:cubicBezTo>
                    <a:cubicBezTo>
                      <a:pt x="1933" y="29813"/>
                      <a:pt x="1688" y="29629"/>
                      <a:pt x="1420" y="29629"/>
                    </a:cubicBezTo>
                    <a:close/>
                    <a:moveTo>
                      <a:pt x="45899" y="32591"/>
                    </a:moveTo>
                    <a:cubicBezTo>
                      <a:pt x="45659" y="32591"/>
                      <a:pt x="45432" y="32732"/>
                      <a:pt x="45334" y="32968"/>
                    </a:cubicBezTo>
                    <a:cubicBezTo>
                      <a:pt x="44949" y="33891"/>
                      <a:pt x="44504" y="34787"/>
                      <a:pt x="44003" y="35651"/>
                    </a:cubicBezTo>
                    <a:cubicBezTo>
                      <a:pt x="43766" y="36059"/>
                      <a:pt x="44060" y="36570"/>
                      <a:pt x="44531" y="36571"/>
                    </a:cubicBezTo>
                    <a:lnTo>
                      <a:pt x="44532" y="36571"/>
                    </a:lnTo>
                    <a:cubicBezTo>
                      <a:pt x="44750" y="36571"/>
                      <a:pt x="44952" y="36454"/>
                      <a:pt x="45061" y="36266"/>
                    </a:cubicBezTo>
                    <a:cubicBezTo>
                      <a:pt x="45591" y="35354"/>
                      <a:pt x="46059" y="34410"/>
                      <a:pt x="46464" y="33438"/>
                    </a:cubicBezTo>
                    <a:cubicBezTo>
                      <a:pt x="46594" y="33126"/>
                      <a:pt x="46447" y="32768"/>
                      <a:pt x="46134" y="32638"/>
                    </a:cubicBezTo>
                    <a:cubicBezTo>
                      <a:pt x="46057" y="32606"/>
                      <a:pt x="45977" y="32591"/>
                      <a:pt x="45899" y="32591"/>
                    </a:cubicBezTo>
                    <a:close/>
                    <a:moveTo>
                      <a:pt x="3761" y="35302"/>
                    </a:moveTo>
                    <a:cubicBezTo>
                      <a:pt x="3657" y="35302"/>
                      <a:pt x="3552" y="35328"/>
                      <a:pt x="3455" y="35384"/>
                    </a:cubicBezTo>
                    <a:cubicBezTo>
                      <a:pt x="3160" y="35554"/>
                      <a:pt x="3062" y="35934"/>
                      <a:pt x="3236" y="36226"/>
                    </a:cubicBezTo>
                    <a:cubicBezTo>
                      <a:pt x="3764" y="37139"/>
                      <a:pt x="4350" y="38017"/>
                      <a:pt x="4992" y="38853"/>
                    </a:cubicBezTo>
                    <a:cubicBezTo>
                      <a:pt x="5108" y="39004"/>
                      <a:pt x="5287" y="39092"/>
                      <a:pt x="5478" y="39092"/>
                    </a:cubicBezTo>
                    <a:cubicBezTo>
                      <a:pt x="5985" y="39091"/>
                      <a:pt x="6272" y="38509"/>
                      <a:pt x="5964" y="38107"/>
                    </a:cubicBezTo>
                    <a:cubicBezTo>
                      <a:pt x="5354" y="37313"/>
                      <a:pt x="4797" y="36480"/>
                      <a:pt x="4296" y="35614"/>
                    </a:cubicBezTo>
                    <a:cubicBezTo>
                      <a:pt x="4183" y="35414"/>
                      <a:pt x="3975" y="35302"/>
                      <a:pt x="3761" y="35302"/>
                    </a:cubicBezTo>
                    <a:close/>
                    <a:moveTo>
                      <a:pt x="42817" y="37901"/>
                    </a:moveTo>
                    <a:cubicBezTo>
                      <a:pt x="42634" y="37901"/>
                      <a:pt x="42453" y="37983"/>
                      <a:pt x="42332" y="38139"/>
                    </a:cubicBezTo>
                    <a:cubicBezTo>
                      <a:pt x="41722" y="38931"/>
                      <a:pt x="41060" y="39683"/>
                      <a:pt x="40352" y="40391"/>
                    </a:cubicBezTo>
                    <a:cubicBezTo>
                      <a:pt x="40177" y="40565"/>
                      <a:pt x="40124" y="40829"/>
                      <a:pt x="40218" y="41057"/>
                    </a:cubicBezTo>
                    <a:cubicBezTo>
                      <a:pt x="40313" y="41286"/>
                      <a:pt x="40536" y="41436"/>
                      <a:pt x="40784" y="41436"/>
                    </a:cubicBezTo>
                    <a:lnTo>
                      <a:pt x="40784" y="41436"/>
                    </a:lnTo>
                    <a:cubicBezTo>
                      <a:pt x="40946" y="41436"/>
                      <a:pt x="41101" y="41371"/>
                      <a:pt x="41217" y="41257"/>
                    </a:cubicBezTo>
                    <a:cubicBezTo>
                      <a:pt x="41961" y="40512"/>
                      <a:pt x="42659" y="39722"/>
                      <a:pt x="43302" y="38888"/>
                    </a:cubicBezTo>
                    <a:cubicBezTo>
                      <a:pt x="43509" y="38620"/>
                      <a:pt x="43459" y="38236"/>
                      <a:pt x="43193" y="38029"/>
                    </a:cubicBezTo>
                    <a:cubicBezTo>
                      <a:pt x="43081" y="37943"/>
                      <a:pt x="42948" y="37901"/>
                      <a:pt x="42817" y="37901"/>
                    </a:cubicBezTo>
                    <a:close/>
                    <a:moveTo>
                      <a:pt x="40784" y="41436"/>
                    </a:moveTo>
                    <a:lnTo>
                      <a:pt x="40784" y="41436"/>
                    </a:lnTo>
                    <a:cubicBezTo>
                      <a:pt x="40783" y="41436"/>
                      <a:pt x="40783" y="41436"/>
                      <a:pt x="40783" y="41436"/>
                    </a:cubicBezTo>
                    <a:lnTo>
                      <a:pt x="40784" y="41436"/>
                    </a:lnTo>
                    <a:cubicBezTo>
                      <a:pt x="40784" y="41436"/>
                      <a:pt x="40784" y="41436"/>
                      <a:pt x="40784" y="41436"/>
                    </a:cubicBezTo>
                    <a:close/>
                    <a:moveTo>
                      <a:pt x="7509" y="40181"/>
                    </a:moveTo>
                    <a:cubicBezTo>
                      <a:pt x="7353" y="40181"/>
                      <a:pt x="7196" y="40241"/>
                      <a:pt x="7076" y="40361"/>
                    </a:cubicBezTo>
                    <a:cubicBezTo>
                      <a:pt x="6837" y="40599"/>
                      <a:pt x="6837" y="40987"/>
                      <a:pt x="7076" y="41225"/>
                    </a:cubicBezTo>
                    <a:cubicBezTo>
                      <a:pt x="7820" y="41971"/>
                      <a:pt x="8613" y="42668"/>
                      <a:pt x="9447" y="43310"/>
                    </a:cubicBezTo>
                    <a:cubicBezTo>
                      <a:pt x="9554" y="43392"/>
                      <a:pt x="9686" y="43437"/>
                      <a:pt x="9820" y="43437"/>
                    </a:cubicBezTo>
                    <a:lnTo>
                      <a:pt x="9820" y="43438"/>
                    </a:lnTo>
                    <a:cubicBezTo>
                      <a:pt x="10082" y="43438"/>
                      <a:pt x="10315" y="43271"/>
                      <a:pt x="10399" y="43023"/>
                    </a:cubicBezTo>
                    <a:cubicBezTo>
                      <a:pt x="10483" y="42773"/>
                      <a:pt x="10400" y="42499"/>
                      <a:pt x="10194" y="42339"/>
                    </a:cubicBezTo>
                    <a:cubicBezTo>
                      <a:pt x="9400" y="41729"/>
                      <a:pt x="8649" y="41068"/>
                      <a:pt x="7942" y="40361"/>
                    </a:cubicBezTo>
                    <a:cubicBezTo>
                      <a:pt x="7822" y="40241"/>
                      <a:pt x="7666" y="40181"/>
                      <a:pt x="7509" y="40181"/>
                    </a:cubicBezTo>
                    <a:close/>
                    <a:moveTo>
                      <a:pt x="38460" y="42243"/>
                    </a:moveTo>
                    <a:cubicBezTo>
                      <a:pt x="38333" y="42243"/>
                      <a:pt x="38205" y="42282"/>
                      <a:pt x="38095" y="42364"/>
                    </a:cubicBezTo>
                    <a:cubicBezTo>
                      <a:pt x="37300" y="42973"/>
                      <a:pt x="36467" y="43529"/>
                      <a:pt x="35601" y="44029"/>
                    </a:cubicBezTo>
                    <a:cubicBezTo>
                      <a:pt x="35362" y="44167"/>
                      <a:pt x="35245" y="44451"/>
                      <a:pt x="35316" y="44718"/>
                    </a:cubicBezTo>
                    <a:cubicBezTo>
                      <a:pt x="35387" y="44986"/>
                      <a:pt x="35631" y="45171"/>
                      <a:pt x="35908" y="45171"/>
                    </a:cubicBezTo>
                    <a:cubicBezTo>
                      <a:pt x="36015" y="45171"/>
                      <a:pt x="36121" y="45143"/>
                      <a:pt x="36213" y="45090"/>
                    </a:cubicBezTo>
                    <a:cubicBezTo>
                      <a:pt x="37126" y="44562"/>
                      <a:pt x="38004" y="43976"/>
                      <a:pt x="38841" y="43335"/>
                    </a:cubicBezTo>
                    <a:cubicBezTo>
                      <a:pt x="39102" y="43127"/>
                      <a:pt x="39149" y="42748"/>
                      <a:pt x="38947" y="42482"/>
                    </a:cubicBezTo>
                    <a:cubicBezTo>
                      <a:pt x="38826" y="42325"/>
                      <a:pt x="38644" y="42243"/>
                      <a:pt x="38460" y="42243"/>
                    </a:cubicBezTo>
                    <a:close/>
                    <a:moveTo>
                      <a:pt x="12376" y="43926"/>
                    </a:moveTo>
                    <a:cubicBezTo>
                      <a:pt x="12165" y="43926"/>
                      <a:pt x="11959" y="44035"/>
                      <a:pt x="11846" y="44231"/>
                    </a:cubicBezTo>
                    <a:cubicBezTo>
                      <a:pt x="11677" y="44524"/>
                      <a:pt x="11776" y="44899"/>
                      <a:pt x="12070" y="45069"/>
                    </a:cubicBezTo>
                    <a:cubicBezTo>
                      <a:pt x="12980" y="45595"/>
                      <a:pt x="13924" y="46063"/>
                      <a:pt x="14897" y="46468"/>
                    </a:cubicBezTo>
                    <a:cubicBezTo>
                      <a:pt x="14972" y="46498"/>
                      <a:pt x="15051" y="46515"/>
                      <a:pt x="15131" y="46515"/>
                    </a:cubicBezTo>
                    <a:lnTo>
                      <a:pt x="15131" y="46514"/>
                    </a:lnTo>
                    <a:cubicBezTo>
                      <a:pt x="15422" y="46514"/>
                      <a:pt x="15673" y="46307"/>
                      <a:pt x="15731" y="46022"/>
                    </a:cubicBezTo>
                    <a:cubicBezTo>
                      <a:pt x="15788" y="45736"/>
                      <a:pt x="15636" y="45450"/>
                      <a:pt x="15367" y="45337"/>
                    </a:cubicBezTo>
                    <a:cubicBezTo>
                      <a:pt x="14444" y="44953"/>
                      <a:pt x="13548" y="44509"/>
                      <a:pt x="12683" y="44009"/>
                    </a:cubicBezTo>
                    <a:cubicBezTo>
                      <a:pt x="12586" y="43953"/>
                      <a:pt x="12480" y="43926"/>
                      <a:pt x="12376" y="43926"/>
                    </a:cubicBezTo>
                    <a:close/>
                    <a:moveTo>
                      <a:pt x="33145" y="45307"/>
                    </a:moveTo>
                    <a:cubicBezTo>
                      <a:pt x="33067" y="45307"/>
                      <a:pt x="32987" y="45322"/>
                      <a:pt x="32910" y="45354"/>
                    </a:cubicBezTo>
                    <a:cubicBezTo>
                      <a:pt x="31986" y="45736"/>
                      <a:pt x="31036" y="46057"/>
                      <a:pt x="30069" y="46314"/>
                    </a:cubicBezTo>
                    <a:cubicBezTo>
                      <a:pt x="29772" y="46393"/>
                      <a:pt x="29579" y="46679"/>
                      <a:pt x="29619" y="46985"/>
                    </a:cubicBezTo>
                    <a:cubicBezTo>
                      <a:pt x="29659" y="47290"/>
                      <a:pt x="29919" y="47518"/>
                      <a:pt x="30225" y="47518"/>
                    </a:cubicBezTo>
                    <a:cubicBezTo>
                      <a:pt x="30280" y="47518"/>
                      <a:pt x="30332" y="47511"/>
                      <a:pt x="30384" y="47497"/>
                    </a:cubicBezTo>
                    <a:cubicBezTo>
                      <a:pt x="31402" y="47226"/>
                      <a:pt x="32403" y="46888"/>
                      <a:pt x="33378" y="46485"/>
                    </a:cubicBezTo>
                    <a:cubicBezTo>
                      <a:pt x="33691" y="46356"/>
                      <a:pt x="33839" y="45997"/>
                      <a:pt x="33711" y="45685"/>
                    </a:cubicBezTo>
                    <a:cubicBezTo>
                      <a:pt x="33613" y="45449"/>
                      <a:pt x="33385" y="45307"/>
                      <a:pt x="33145" y="45307"/>
                    </a:cubicBezTo>
                    <a:close/>
                    <a:moveTo>
                      <a:pt x="18036" y="46278"/>
                    </a:moveTo>
                    <a:cubicBezTo>
                      <a:pt x="17766" y="46278"/>
                      <a:pt x="17518" y="46458"/>
                      <a:pt x="17444" y="46732"/>
                    </a:cubicBezTo>
                    <a:cubicBezTo>
                      <a:pt x="17355" y="47062"/>
                      <a:pt x="17555" y="47401"/>
                      <a:pt x="17886" y="47484"/>
                    </a:cubicBezTo>
                    <a:cubicBezTo>
                      <a:pt x="18905" y="47757"/>
                      <a:pt x="19939" y="47963"/>
                      <a:pt x="20985" y="48100"/>
                    </a:cubicBezTo>
                    <a:cubicBezTo>
                      <a:pt x="21012" y="48103"/>
                      <a:pt x="21038" y="48105"/>
                      <a:pt x="21065" y="48106"/>
                    </a:cubicBezTo>
                    <a:cubicBezTo>
                      <a:pt x="21387" y="48105"/>
                      <a:pt x="21655" y="47855"/>
                      <a:pt x="21675" y="47533"/>
                    </a:cubicBezTo>
                    <a:cubicBezTo>
                      <a:pt x="21697" y="47210"/>
                      <a:pt x="21464" y="46928"/>
                      <a:pt x="21145" y="46886"/>
                    </a:cubicBezTo>
                    <a:cubicBezTo>
                      <a:pt x="20153" y="46756"/>
                      <a:pt x="19170" y="46561"/>
                      <a:pt x="18204" y="46301"/>
                    </a:cubicBezTo>
                    <a:cubicBezTo>
                      <a:pt x="18148" y="46285"/>
                      <a:pt x="18092" y="46278"/>
                      <a:pt x="18036" y="46278"/>
                    </a:cubicBezTo>
                    <a:close/>
                    <a:moveTo>
                      <a:pt x="27208" y="46887"/>
                    </a:moveTo>
                    <a:cubicBezTo>
                      <a:pt x="27182" y="46887"/>
                      <a:pt x="27156" y="46889"/>
                      <a:pt x="27130" y="46892"/>
                    </a:cubicBezTo>
                    <a:cubicBezTo>
                      <a:pt x="26156" y="47018"/>
                      <a:pt x="25175" y="47082"/>
                      <a:pt x="24193" y="47082"/>
                    </a:cubicBezTo>
                    <a:cubicBezTo>
                      <a:pt x="24182" y="47082"/>
                      <a:pt x="24172" y="47082"/>
                      <a:pt x="24161" y="47082"/>
                    </a:cubicBezTo>
                    <a:lnTo>
                      <a:pt x="24136" y="47082"/>
                    </a:lnTo>
                    <a:cubicBezTo>
                      <a:pt x="23798" y="47082"/>
                      <a:pt x="23536" y="47357"/>
                      <a:pt x="23536" y="47695"/>
                    </a:cubicBezTo>
                    <a:cubicBezTo>
                      <a:pt x="23536" y="48033"/>
                      <a:pt x="23821" y="48307"/>
                      <a:pt x="24161" y="48307"/>
                    </a:cubicBezTo>
                    <a:cubicBezTo>
                      <a:pt x="25205" y="48307"/>
                      <a:pt x="26249" y="48240"/>
                      <a:pt x="27285" y="48108"/>
                    </a:cubicBezTo>
                    <a:cubicBezTo>
                      <a:pt x="27622" y="48063"/>
                      <a:pt x="27859" y="47757"/>
                      <a:pt x="27814" y="47421"/>
                    </a:cubicBezTo>
                    <a:cubicBezTo>
                      <a:pt x="27775" y="47112"/>
                      <a:pt x="27511" y="46887"/>
                      <a:pt x="27208" y="4688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993" name="Google Shape;1993;p82">
            <a:extLst>
              <a:ext uri="{FF2B5EF4-FFF2-40B4-BE49-F238E27FC236}">
                <a16:creationId xmlns:a16="http://schemas.microsoft.com/office/drawing/2014/main" id="{9A57FF38-4FA0-CA95-F4EE-CDE23109EB83}"/>
              </a:ext>
            </a:extLst>
          </p:cNvPr>
          <p:cNvSpPr txBox="1">
            <a:spLocks noGrp="1"/>
          </p:cNvSpPr>
          <p:nvPr>
            <p:ph type="title" idx="4294967295"/>
          </p:nvPr>
        </p:nvSpPr>
        <p:spPr>
          <a:xfrm>
            <a:off x="6616450" y="758495"/>
            <a:ext cx="2527550" cy="499500"/>
          </a:xfrm>
          <a:prstGeom prst="rect">
            <a:avLst/>
          </a:prstGeom>
        </p:spPr>
        <p:txBody>
          <a:bodyPr spcFirstLastPara="1" wrap="square" lIns="91425" tIns="91425" rIns="91425" bIns="91425" anchor="t" anchorCtr="0">
            <a:noAutofit/>
          </a:bodyPr>
          <a:lstStyle/>
          <a:p>
            <a:pPr lvl="0"/>
            <a:r>
              <a:rPr lang="en-US" sz="1800" dirty="0"/>
              <a:t>Base64 Image Handling</a:t>
            </a:r>
            <a:endParaRPr sz="1800" dirty="0"/>
          </a:p>
        </p:txBody>
      </p:sp>
      <p:sp>
        <p:nvSpPr>
          <p:cNvPr id="1994" name="Google Shape;1994;p82">
            <a:extLst>
              <a:ext uri="{FF2B5EF4-FFF2-40B4-BE49-F238E27FC236}">
                <a16:creationId xmlns:a16="http://schemas.microsoft.com/office/drawing/2014/main" id="{734349B9-1DF5-316E-9FB9-5EEB0B53481F}"/>
              </a:ext>
            </a:extLst>
          </p:cNvPr>
          <p:cNvSpPr txBox="1">
            <a:spLocks noGrp="1"/>
          </p:cNvSpPr>
          <p:nvPr>
            <p:ph type="subTitle" idx="4294967295"/>
          </p:nvPr>
        </p:nvSpPr>
        <p:spPr>
          <a:xfrm>
            <a:off x="6616450" y="1145360"/>
            <a:ext cx="1813800" cy="637500"/>
          </a:xfrm>
          <a:prstGeom prst="rect">
            <a:avLst/>
          </a:prstGeom>
        </p:spPr>
        <p:txBody>
          <a:bodyPr spcFirstLastPara="1" wrap="square" lIns="91425" tIns="91425" rIns="91425" bIns="91425" anchor="t" anchorCtr="0">
            <a:noAutofit/>
          </a:bodyPr>
          <a:lstStyle/>
          <a:p>
            <a:pPr marL="0" lvl="0" indent="0">
              <a:spcAft>
                <a:spcPts val="1600"/>
              </a:spcAft>
              <a:buNone/>
            </a:pPr>
            <a:r>
              <a:rPr lang="en-US" sz="1400" dirty="0"/>
              <a:t>Efficient client-side image processing</a:t>
            </a:r>
          </a:p>
        </p:txBody>
      </p:sp>
      <p:sp>
        <p:nvSpPr>
          <p:cNvPr id="1995" name="Google Shape;1995;p82">
            <a:extLst>
              <a:ext uri="{FF2B5EF4-FFF2-40B4-BE49-F238E27FC236}">
                <a16:creationId xmlns:a16="http://schemas.microsoft.com/office/drawing/2014/main" id="{21191ECA-E22F-BD65-AF35-7E40141E6043}"/>
              </a:ext>
            </a:extLst>
          </p:cNvPr>
          <p:cNvSpPr txBox="1">
            <a:spLocks noGrp="1"/>
          </p:cNvSpPr>
          <p:nvPr>
            <p:ph type="title" idx="4294967295"/>
          </p:nvPr>
        </p:nvSpPr>
        <p:spPr>
          <a:xfrm>
            <a:off x="6616450" y="1979937"/>
            <a:ext cx="1813800" cy="499500"/>
          </a:xfrm>
          <a:prstGeom prst="rect">
            <a:avLst/>
          </a:prstGeom>
        </p:spPr>
        <p:txBody>
          <a:bodyPr spcFirstLastPara="1" wrap="square" lIns="91425" tIns="91425" rIns="91425" bIns="91425" anchor="t" anchorCtr="0">
            <a:noAutofit/>
          </a:bodyPr>
          <a:lstStyle/>
          <a:p>
            <a:pPr lvl="0"/>
            <a:r>
              <a:rPr lang="en-US" sz="1800" dirty="0"/>
              <a:t>OCR Integration</a:t>
            </a:r>
            <a:endParaRPr sz="1800" dirty="0"/>
          </a:p>
        </p:txBody>
      </p:sp>
      <p:sp>
        <p:nvSpPr>
          <p:cNvPr id="1996" name="Google Shape;1996;p82">
            <a:extLst>
              <a:ext uri="{FF2B5EF4-FFF2-40B4-BE49-F238E27FC236}">
                <a16:creationId xmlns:a16="http://schemas.microsoft.com/office/drawing/2014/main" id="{6F1AE3EF-F8B3-AE67-6275-26F0ADFDBF50}"/>
              </a:ext>
            </a:extLst>
          </p:cNvPr>
          <p:cNvSpPr txBox="1">
            <a:spLocks noGrp="1"/>
          </p:cNvSpPr>
          <p:nvPr>
            <p:ph type="subTitle" idx="4294967295"/>
          </p:nvPr>
        </p:nvSpPr>
        <p:spPr>
          <a:xfrm>
            <a:off x="6616449" y="2366801"/>
            <a:ext cx="2428389" cy="991219"/>
          </a:xfrm>
          <a:prstGeom prst="rect">
            <a:avLst/>
          </a:prstGeom>
        </p:spPr>
        <p:txBody>
          <a:bodyPr spcFirstLastPara="1" wrap="square" lIns="91425" tIns="91425" rIns="91425" bIns="91425" anchor="t" anchorCtr="0">
            <a:noAutofit/>
          </a:bodyPr>
          <a:lstStyle/>
          <a:p>
            <a:pPr marL="0" lvl="0" indent="0">
              <a:spcAft>
                <a:spcPts val="1600"/>
              </a:spcAft>
              <a:buNone/>
            </a:pPr>
            <a:r>
              <a:rPr lang="en-US" sz="1400" dirty="0"/>
              <a:t>Advanced text extraction from images with bounding box coordinates</a:t>
            </a:r>
            <a:endParaRPr sz="1400" dirty="0"/>
          </a:p>
        </p:txBody>
      </p:sp>
      <p:sp>
        <p:nvSpPr>
          <p:cNvPr id="1997" name="Google Shape;1997;p82">
            <a:extLst>
              <a:ext uri="{FF2B5EF4-FFF2-40B4-BE49-F238E27FC236}">
                <a16:creationId xmlns:a16="http://schemas.microsoft.com/office/drawing/2014/main" id="{1B396B6F-C50C-8438-1F2D-0054E04CF2B5}"/>
              </a:ext>
            </a:extLst>
          </p:cNvPr>
          <p:cNvSpPr txBox="1">
            <a:spLocks noGrp="1"/>
          </p:cNvSpPr>
          <p:nvPr>
            <p:ph type="title" idx="4294967295"/>
          </p:nvPr>
        </p:nvSpPr>
        <p:spPr>
          <a:xfrm>
            <a:off x="650084" y="2222952"/>
            <a:ext cx="1970337" cy="499500"/>
          </a:xfrm>
          <a:prstGeom prst="rect">
            <a:avLst/>
          </a:prstGeom>
        </p:spPr>
        <p:txBody>
          <a:bodyPr spcFirstLastPara="1" wrap="square" lIns="91425" tIns="91425" rIns="91425" bIns="91425" anchor="t" anchorCtr="0">
            <a:noAutofit/>
          </a:bodyPr>
          <a:lstStyle/>
          <a:p>
            <a:pPr lvl="0" algn="r"/>
            <a:r>
              <a:rPr lang="en-US" sz="1800" dirty="0"/>
              <a:t>Async Processing</a:t>
            </a:r>
            <a:endParaRPr sz="1800" dirty="0"/>
          </a:p>
        </p:txBody>
      </p:sp>
      <p:sp>
        <p:nvSpPr>
          <p:cNvPr id="1998" name="Google Shape;1998;p82">
            <a:extLst>
              <a:ext uri="{FF2B5EF4-FFF2-40B4-BE49-F238E27FC236}">
                <a16:creationId xmlns:a16="http://schemas.microsoft.com/office/drawing/2014/main" id="{060B0D24-9455-C54D-326E-B16EA8031D25}"/>
              </a:ext>
            </a:extLst>
          </p:cNvPr>
          <p:cNvSpPr txBox="1">
            <a:spLocks noGrp="1"/>
          </p:cNvSpPr>
          <p:nvPr>
            <p:ph type="subTitle" idx="4294967295"/>
          </p:nvPr>
        </p:nvSpPr>
        <p:spPr>
          <a:xfrm>
            <a:off x="806620" y="2609828"/>
            <a:ext cx="2226753" cy="637500"/>
          </a:xfrm>
          <a:prstGeom prst="rect">
            <a:avLst/>
          </a:prstGeom>
        </p:spPr>
        <p:txBody>
          <a:bodyPr spcFirstLastPara="1" wrap="square" lIns="91425" tIns="91425" rIns="91425" bIns="91425" anchor="t" anchorCtr="0">
            <a:noAutofit/>
          </a:bodyPr>
          <a:lstStyle/>
          <a:p>
            <a:pPr marL="0" lvl="0" indent="0" algn="r">
              <a:spcAft>
                <a:spcPts val="1600"/>
              </a:spcAft>
              <a:buNone/>
            </a:pPr>
            <a:r>
              <a:rPr lang="en-US" sz="1400" dirty="0"/>
              <a:t>Non-blocking API calls for smooth user experience</a:t>
            </a:r>
            <a:endParaRPr sz="1400" dirty="0"/>
          </a:p>
        </p:txBody>
      </p:sp>
      <p:sp>
        <p:nvSpPr>
          <p:cNvPr id="1999" name="Google Shape;1999;p82">
            <a:extLst>
              <a:ext uri="{FF2B5EF4-FFF2-40B4-BE49-F238E27FC236}">
                <a16:creationId xmlns:a16="http://schemas.microsoft.com/office/drawing/2014/main" id="{9F4130EB-3CC0-FB68-D09A-B56DE3D7CB67}"/>
              </a:ext>
            </a:extLst>
          </p:cNvPr>
          <p:cNvSpPr txBox="1">
            <a:spLocks noGrp="1"/>
          </p:cNvSpPr>
          <p:nvPr>
            <p:ph type="title" idx="4294967295"/>
          </p:nvPr>
        </p:nvSpPr>
        <p:spPr>
          <a:xfrm>
            <a:off x="92872" y="3387244"/>
            <a:ext cx="2527550" cy="499500"/>
          </a:xfrm>
          <a:prstGeom prst="rect">
            <a:avLst/>
          </a:prstGeom>
        </p:spPr>
        <p:txBody>
          <a:bodyPr spcFirstLastPara="1" wrap="square" lIns="91425" tIns="91425" rIns="91425" bIns="91425" anchor="t" anchorCtr="0">
            <a:noAutofit/>
          </a:bodyPr>
          <a:lstStyle/>
          <a:p>
            <a:pPr lvl="0" algn="r"/>
            <a:r>
              <a:rPr lang="en-US" sz="1800" dirty="0"/>
              <a:t>Multiple Email Providers</a:t>
            </a:r>
            <a:endParaRPr sz="1800" dirty="0"/>
          </a:p>
        </p:txBody>
      </p:sp>
      <p:sp>
        <p:nvSpPr>
          <p:cNvPr id="2000" name="Google Shape;2000;p82">
            <a:extLst>
              <a:ext uri="{FF2B5EF4-FFF2-40B4-BE49-F238E27FC236}">
                <a16:creationId xmlns:a16="http://schemas.microsoft.com/office/drawing/2014/main" id="{455B53C0-E3F4-CE38-E69C-A516F7C161D0}"/>
              </a:ext>
            </a:extLst>
          </p:cNvPr>
          <p:cNvSpPr txBox="1">
            <a:spLocks noGrp="1"/>
          </p:cNvSpPr>
          <p:nvPr>
            <p:ph type="subTitle" idx="4294967295"/>
          </p:nvPr>
        </p:nvSpPr>
        <p:spPr>
          <a:xfrm>
            <a:off x="457202" y="3774120"/>
            <a:ext cx="2538620" cy="637500"/>
          </a:xfrm>
          <a:prstGeom prst="rect">
            <a:avLst/>
          </a:prstGeom>
        </p:spPr>
        <p:txBody>
          <a:bodyPr spcFirstLastPara="1" wrap="square" lIns="91425" tIns="91425" rIns="91425" bIns="91425" anchor="t" anchorCtr="0">
            <a:noAutofit/>
          </a:bodyPr>
          <a:lstStyle/>
          <a:p>
            <a:pPr marL="0" lvl="0" indent="0" algn="r">
              <a:spcAft>
                <a:spcPts val="1600"/>
              </a:spcAft>
              <a:buNone/>
            </a:pPr>
            <a:r>
              <a:rPr lang="en-US" sz="1400" dirty="0"/>
              <a:t>Supports </a:t>
            </a:r>
            <a:r>
              <a:rPr lang="en-US" sz="1400" dirty="0" err="1"/>
              <a:t>Mailpit</a:t>
            </a:r>
            <a:r>
              <a:rPr lang="en-US" sz="1400" dirty="0"/>
              <a:t> (dev), Resend API, and Brevo (production)</a:t>
            </a:r>
            <a:endParaRPr sz="1400" dirty="0"/>
          </a:p>
        </p:txBody>
      </p:sp>
      <p:grpSp>
        <p:nvGrpSpPr>
          <p:cNvPr id="2001" name="Google Shape;2001;p82">
            <a:extLst>
              <a:ext uri="{FF2B5EF4-FFF2-40B4-BE49-F238E27FC236}">
                <a16:creationId xmlns:a16="http://schemas.microsoft.com/office/drawing/2014/main" id="{5F11F78F-E685-98D9-B0D3-483836E6A71B}"/>
              </a:ext>
            </a:extLst>
          </p:cNvPr>
          <p:cNvGrpSpPr/>
          <p:nvPr/>
        </p:nvGrpSpPr>
        <p:grpSpPr>
          <a:xfrm>
            <a:off x="5046900" y="1008245"/>
            <a:ext cx="1569550" cy="905680"/>
            <a:chOff x="5046900" y="1008245"/>
            <a:chExt cx="1569550" cy="905680"/>
          </a:xfrm>
        </p:grpSpPr>
        <p:sp>
          <p:nvSpPr>
            <p:cNvPr id="2002" name="Google Shape;2002;p82">
              <a:extLst>
                <a:ext uri="{FF2B5EF4-FFF2-40B4-BE49-F238E27FC236}">
                  <a16:creationId xmlns:a16="http://schemas.microsoft.com/office/drawing/2014/main" id="{5FDFBBAC-686E-2EF7-1588-75E7BCC9973E}"/>
                </a:ext>
              </a:extLst>
            </p:cNvPr>
            <p:cNvSpPr/>
            <p:nvPr/>
          </p:nvSpPr>
          <p:spPr>
            <a:xfrm>
              <a:off x="5046900" y="1414425"/>
              <a:ext cx="499500" cy="499500"/>
            </a:xfrm>
            <a:prstGeom prst="ellipse">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03" name="Google Shape;2003;p82">
              <a:extLst>
                <a:ext uri="{FF2B5EF4-FFF2-40B4-BE49-F238E27FC236}">
                  <a16:creationId xmlns:a16="http://schemas.microsoft.com/office/drawing/2014/main" id="{464F66C0-7CEB-3C8A-7047-630372DD102B}"/>
                </a:ext>
              </a:extLst>
            </p:cNvPr>
            <p:cNvCxnSpPr>
              <a:cxnSpLocks/>
              <a:stCxn id="2002" idx="6"/>
              <a:endCxn id="1993" idx="1"/>
            </p:cNvCxnSpPr>
            <p:nvPr/>
          </p:nvCxnSpPr>
          <p:spPr>
            <a:xfrm flipV="1">
              <a:off x="5546400" y="1008245"/>
              <a:ext cx="1070050" cy="655930"/>
            </a:xfrm>
            <a:prstGeom prst="bentConnector3">
              <a:avLst>
                <a:gd name="adj1" fmla="val 50000"/>
              </a:avLst>
            </a:prstGeom>
            <a:noFill/>
            <a:ln w="19050" cap="flat" cmpd="sng">
              <a:solidFill>
                <a:schemeClr val="dk2"/>
              </a:solidFill>
              <a:prstDash val="solid"/>
              <a:round/>
              <a:headEnd type="none" w="med" len="med"/>
              <a:tailEnd type="oval" w="med" len="med"/>
            </a:ln>
          </p:spPr>
        </p:cxnSp>
      </p:grpSp>
      <p:grpSp>
        <p:nvGrpSpPr>
          <p:cNvPr id="2004" name="Google Shape;2004;p82">
            <a:extLst>
              <a:ext uri="{FF2B5EF4-FFF2-40B4-BE49-F238E27FC236}">
                <a16:creationId xmlns:a16="http://schemas.microsoft.com/office/drawing/2014/main" id="{7CD13935-8A51-9496-383E-262C42B87902}"/>
              </a:ext>
            </a:extLst>
          </p:cNvPr>
          <p:cNvGrpSpPr/>
          <p:nvPr/>
        </p:nvGrpSpPr>
        <p:grpSpPr>
          <a:xfrm>
            <a:off x="2620421" y="2472702"/>
            <a:ext cx="1995930" cy="499500"/>
            <a:chOff x="2620421" y="2322000"/>
            <a:chExt cx="1995930" cy="499500"/>
          </a:xfrm>
        </p:grpSpPr>
        <p:sp>
          <p:nvSpPr>
            <p:cNvPr id="2005" name="Google Shape;2005;p82">
              <a:extLst>
                <a:ext uri="{FF2B5EF4-FFF2-40B4-BE49-F238E27FC236}">
                  <a16:creationId xmlns:a16="http://schemas.microsoft.com/office/drawing/2014/main" id="{7527C361-6AC4-101C-0E38-F33FFFD83BF4}"/>
                </a:ext>
              </a:extLst>
            </p:cNvPr>
            <p:cNvSpPr/>
            <p:nvPr/>
          </p:nvSpPr>
          <p:spPr>
            <a:xfrm>
              <a:off x="4116851" y="2322000"/>
              <a:ext cx="499500" cy="499500"/>
            </a:xfrm>
            <a:prstGeom prst="ellipse">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06" name="Google Shape;2006;p82">
              <a:extLst>
                <a:ext uri="{FF2B5EF4-FFF2-40B4-BE49-F238E27FC236}">
                  <a16:creationId xmlns:a16="http://schemas.microsoft.com/office/drawing/2014/main" id="{074AE13C-EF89-FEE7-64FE-75DECC55F757}"/>
                </a:ext>
              </a:extLst>
            </p:cNvPr>
            <p:cNvCxnSpPr>
              <a:cxnSpLocks/>
              <a:stCxn id="2005" idx="2"/>
              <a:endCxn id="1997" idx="3"/>
            </p:cNvCxnSpPr>
            <p:nvPr/>
          </p:nvCxnSpPr>
          <p:spPr>
            <a:xfrm rot="10800000">
              <a:off x="2620421" y="2350576"/>
              <a:ext cx="1496430" cy="221175"/>
            </a:xfrm>
            <a:prstGeom prst="bentConnector3">
              <a:avLst>
                <a:gd name="adj1" fmla="val 50000"/>
              </a:avLst>
            </a:prstGeom>
            <a:noFill/>
            <a:ln w="19050" cap="flat" cmpd="sng">
              <a:solidFill>
                <a:schemeClr val="dk2"/>
              </a:solidFill>
              <a:prstDash val="solid"/>
              <a:round/>
              <a:headEnd type="none" w="med" len="med"/>
              <a:tailEnd type="oval" w="med" len="med"/>
            </a:ln>
          </p:spPr>
        </p:cxnSp>
      </p:grpSp>
      <p:sp>
        <p:nvSpPr>
          <p:cNvPr id="2007" name="Google Shape;2007;p82">
            <a:extLst>
              <a:ext uri="{FF2B5EF4-FFF2-40B4-BE49-F238E27FC236}">
                <a16:creationId xmlns:a16="http://schemas.microsoft.com/office/drawing/2014/main" id="{8B0EFDBA-A1C8-7DBA-440E-02C6C88EDC7E}"/>
              </a:ext>
            </a:extLst>
          </p:cNvPr>
          <p:cNvSpPr/>
          <p:nvPr/>
        </p:nvSpPr>
        <p:spPr>
          <a:xfrm>
            <a:off x="3807825" y="94225"/>
            <a:ext cx="5599175" cy="787275"/>
          </a:xfrm>
          <a:custGeom>
            <a:avLst/>
            <a:gdLst/>
            <a:ahLst/>
            <a:cxnLst/>
            <a:rect l="l" t="t" r="r" b="b"/>
            <a:pathLst>
              <a:path w="223967" h="31491" extrusionOk="0">
                <a:moveTo>
                  <a:pt x="223967" y="0"/>
                </a:moveTo>
                <a:cubicBezTo>
                  <a:pt x="221487" y="7446"/>
                  <a:pt x="217464" y="15437"/>
                  <a:pt x="210734" y="19475"/>
                </a:cubicBezTo>
                <a:cubicBezTo>
                  <a:pt x="203490" y="23821"/>
                  <a:pt x="188187" y="24992"/>
                  <a:pt x="185516" y="16978"/>
                </a:cubicBezTo>
                <a:cubicBezTo>
                  <a:pt x="184301" y="13332"/>
                  <a:pt x="185573" y="7710"/>
                  <a:pt x="189011" y="5992"/>
                </a:cubicBezTo>
                <a:cubicBezTo>
                  <a:pt x="192375" y="4311"/>
                  <a:pt x="197453" y="4475"/>
                  <a:pt x="200247" y="6991"/>
                </a:cubicBezTo>
                <a:cubicBezTo>
                  <a:pt x="206115" y="12274"/>
                  <a:pt x="200087" y="26529"/>
                  <a:pt x="192756" y="29462"/>
                </a:cubicBezTo>
                <a:cubicBezTo>
                  <a:pt x="170167" y="38499"/>
                  <a:pt x="146344" y="14234"/>
                  <a:pt x="122345" y="10237"/>
                </a:cubicBezTo>
                <a:cubicBezTo>
                  <a:pt x="103760" y="7142"/>
                  <a:pt x="86306" y="21383"/>
                  <a:pt x="67914" y="25467"/>
                </a:cubicBezTo>
                <a:cubicBezTo>
                  <a:pt x="62037" y="26772"/>
                  <a:pt x="55778" y="28675"/>
                  <a:pt x="49937" y="27215"/>
                </a:cubicBezTo>
                <a:cubicBezTo>
                  <a:pt x="41530" y="25113"/>
                  <a:pt x="33634" y="19974"/>
                  <a:pt x="24968" y="19974"/>
                </a:cubicBezTo>
                <a:cubicBezTo>
                  <a:pt x="21132" y="19974"/>
                  <a:pt x="17913" y="23002"/>
                  <a:pt x="14482" y="24718"/>
                </a:cubicBezTo>
                <a:cubicBezTo>
                  <a:pt x="10141" y="26888"/>
                  <a:pt x="4853" y="26216"/>
                  <a:pt x="0" y="26216"/>
                </a:cubicBezTo>
              </a:path>
            </a:pathLst>
          </a:custGeom>
          <a:noFill/>
          <a:ln w="28575" cap="flat" cmpd="sng">
            <a:solidFill>
              <a:schemeClr val="accent1"/>
            </a:solidFill>
            <a:prstDash val="dash"/>
            <a:round/>
            <a:headEnd type="none" w="med" len="med"/>
            <a:tailEnd type="none" w="med" len="med"/>
          </a:ln>
        </p:spPr>
      </p:sp>
      <p:grpSp>
        <p:nvGrpSpPr>
          <p:cNvPr id="2008" name="Google Shape;2008;p82">
            <a:extLst>
              <a:ext uri="{FF2B5EF4-FFF2-40B4-BE49-F238E27FC236}">
                <a16:creationId xmlns:a16="http://schemas.microsoft.com/office/drawing/2014/main" id="{29E2A41B-D213-4DB9-5A83-C08575650E92}"/>
              </a:ext>
            </a:extLst>
          </p:cNvPr>
          <p:cNvGrpSpPr/>
          <p:nvPr/>
        </p:nvGrpSpPr>
        <p:grpSpPr>
          <a:xfrm>
            <a:off x="5046900" y="2229687"/>
            <a:ext cx="1569550" cy="591813"/>
            <a:chOff x="5046900" y="2229687"/>
            <a:chExt cx="1569550" cy="591813"/>
          </a:xfrm>
        </p:grpSpPr>
        <p:cxnSp>
          <p:nvCxnSpPr>
            <p:cNvPr id="2009" name="Google Shape;2009;p82">
              <a:extLst>
                <a:ext uri="{FF2B5EF4-FFF2-40B4-BE49-F238E27FC236}">
                  <a16:creationId xmlns:a16="http://schemas.microsoft.com/office/drawing/2014/main" id="{B28734B0-3016-1D4D-4C9B-0286D110C1C7}"/>
                </a:ext>
              </a:extLst>
            </p:cNvPr>
            <p:cNvCxnSpPr>
              <a:stCxn id="2010" idx="6"/>
              <a:endCxn id="1995" idx="1"/>
            </p:cNvCxnSpPr>
            <p:nvPr/>
          </p:nvCxnSpPr>
          <p:spPr>
            <a:xfrm flipV="1">
              <a:off x="5546350" y="2229687"/>
              <a:ext cx="1070100" cy="341936"/>
            </a:xfrm>
            <a:prstGeom prst="bentConnector3">
              <a:avLst>
                <a:gd name="adj1" fmla="val 50000"/>
              </a:avLst>
            </a:prstGeom>
            <a:noFill/>
            <a:ln w="19050" cap="flat" cmpd="sng">
              <a:solidFill>
                <a:schemeClr val="dk2"/>
              </a:solidFill>
              <a:prstDash val="solid"/>
              <a:round/>
              <a:headEnd type="none" w="med" len="med"/>
              <a:tailEnd type="oval" w="med" len="med"/>
            </a:ln>
          </p:spPr>
        </p:cxnSp>
        <p:sp>
          <p:nvSpPr>
            <p:cNvPr id="2011" name="Google Shape;2011;p82">
              <a:extLst>
                <a:ext uri="{FF2B5EF4-FFF2-40B4-BE49-F238E27FC236}">
                  <a16:creationId xmlns:a16="http://schemas.microsoft.com/office/drawing/2014/main" id="{8406241A-3786-E981-A25E-DDDA1180C264}"/>
                </a:ext>
              </a:extLst>
            </p:cNvPr>
            <p:cNvSpPr/>
            <p:nvPr/>
          </p:nvSpPr>
          <p:spPr>
            <a:xfrm>
              <a:off x="5046900" y="2322000"/>
              <a:ext cx="499500" cy="499500"/>
            </a:xfrm>
            <a:prstGeom prst="ellipse">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12" name="Google Shape;2012;p82">
            <a:extLst>
              <a:ext uri="{FF2B5EF4-FFF2-40B4-BE49-F238E27FC236}">
                <a16:creationId xmlns:a16="http://schemas.microsoft.com/office/drawing/2014/main" id="{8688A527-7F9C-023B-0F99-904DA0762923}"/>
              </a:ext>
            </a:extLst>
          </p:cNvPr>
          <p:cNvGrpSpPr/>
          <p:nvPr/>
        </p:nvGrpSpPr>
        <p:grpSpPr>
          <a:xfrm>
            <a:off x="2620422" y="3102250"/>
            <a:ext cx="1690054" cy="534744"/>
            <a:chOff x="2620422" y="3102250"/>
            <a:chExt cx="1690054" cy="534744"/>
          </a:xfrm>
        </p:grpSpPr>
        <p:cxnSp>
          <p:nvCxnSpPr>
            <p:cNvPr id="2013" name="Google Shape;2013;p82">
              <a:extLst>
                <a:ext uri="{FF2B5EF4-FFF2-40B4-BE49-F238E27FC236}">
                  <a16:creationId xmlns:a16="http://schemas.microsoft.com/office/drawing/2014/main" id="{43C5A04C-0C5F-34E1-F599-5CE641C71D33}"/>
                </a:ext>
              </a:extLst>
            </p:cNvPr>
            <p:cNvCxnSpPr>
              <a:cxnSpLocks/>
              <a:stCxn id="2014" idx="4"/>
              <a:endCxn id="1999" idx="3"/>
            </p:cNvCxnSpPr>
            <p:nvPr/>
          </p:nvCxnSpPr>
          <p:spPr>
            <a:xfrm rot="5400000">
              <a:off x="3322952" y="2899220"/>
              <a:ext cx="35244" cy="1440304"/>
            </a:xfrm>
            <a:prstGeom prst="bentConnector2">
              <a:avLst/>
            </a:prstGeom>
            <a:noFill/>
            <a:ln w="19050" cap="flat" cmpd="sng">
              <a:solidFill>
                <a:schemeClr val="dk2"/>
              </a:solidFill>
              <a:prstDash val="solid"/>
              <a:round/>
              <a:headEnd type="none" w="med" len="med"/>
              <a:tailEnd type="oval" w="med" len="med"/>
            </a:ln>
          </p:spPr>
        </p:cxnSp>
        <p:sp>
          <p:nvSpPr>
            <p:cNvPr id="2014" name="Google Shape;2014;p82">
              <a:extLst>
                <a:ext uri="{FF2B5EF4-FFF2-40B4-BE49-F238E27FC236}">
                  <a16:creationId xmlns:a16="http://schemas.microsoft.com/office/drawing/2014/main" id="{E09F1E49-2E5E-E094-DBD2-D30C04285A42}"/>
                </a:ext>
              </a:extLst>
            </p:cNvPr>
            <p:cNvSpPr/>
            <p:nvPr/>
          </p:nvSpPr>
          <p:spPr>
            <a:xfrm>
              <a:off x="3810976" y="3102250"/>
              <a:ext cx="499500" cy="499500"/>
            </a:xfrm>
            <a:prstGeom prst="ellipse">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1995;p82">
            <a:extLst>
              <a:ext uri="{FF2B5EF4-FFF2-40B4-BE49-F238E27FC236}">
                <a16:creationId xmlns:a16="http://schemas.microsoft.com/office/drawing/2014/main" id="{17A8FCEF-7950-B842-F0B1-28B0D06B0DCD}"/>
              </a:ext>
            </a:extLst>
          </p:cNvPr>
          <p:cNvSpPr txBox="1">
            <a:spLocks/>
          </p:cNvSpPr>
          <p:nvPr/>
        </p:nvSpPr>
        <p:spPr>
          <a:xfrm>
            <a:off x="6661692" y="3382501"/>
            <a:ext cx="1813800" cy="499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1pPr>
            <a:lvl2pPr marR="0" lvl="1"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2pPr>
            <a:lvl3pPr marR="0" lvl="2"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3pPr>
            <a:lvl4pPr marR="0" lvl="3"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4pPr>
            <a:lvl5pPr marR="0" lvl="4"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5pPr>
            <a:lvl6pPr marR="0" lvl="5"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6pPr>
            <a:lvl7pPr marR="0" lvl="6"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7pPr>
            <a:lvl8pPr marR="0" lvl="7"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8pPr>
            <a:lvl9pPr marR="0" lvl="8"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9pPr>
          </a:lstStyle>
          <a:p>
            <a:r>
              <a:rPr lang="en-US" sz="1800" dirty="0"/>
              <a:t>AI Classification</a:t>
            </a:r>
          </a:p>
        </p:txBody>
      </p:sp>
      <p:sp>
        <p:nvSpPr>
          <p:cNvPr id="7" name="Google Shape;1996;p82">
            <a:extLst>
              <a:ext uri="{FF2B5EF4-FFF2-40B4-BE49-F238E27FC236}">
                <a16:creationId xmlns:a16="http://schemas.microsoft.com/office/drawing/2014/main" id="{3A36ECCF-3360-69F9-31AA-209B19A04B41}"/>
              </a:ext>
            </a:extLst>
          </p:cNvPr>
          <p:cNvSpPr txBox="1">
            <a:spLocks/>
          </p:cNvSpPr>
          <p:nvPr/>
        </p:nvSpPr>
        <p:spPr>
          <a:xfrm>
            <a:off x="6661691" y="3769365"/>
            <a:ext cx="2428389" cy="9912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Fira Sans Condensed"/>
              <a:buChar char="●"/>
              <a:defRPr sz="1800" b="0" i="0" u="none" strike="noStrike" cap="none">
                <a:solidFill>
                  <a:schemeClr val="dk2"/>
                </a:solidFill>
                <a:latin typeface="Fira Sans Condensed"/>
                <a:ea typeface="Fira Sans Condensed"/>
                <a:cs typeface="Fira Sans Condensed"/>
                <a:sym typeface="Fira Sans Condensed"/>
              </a:defRPr>
            </a:lvl1pPr>
            <a:lvl2pPr marL="914400" marR="0" lvl="1"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2pPr>
            <a:lvl3pPr marL="1371600" marR="0" lvl="2"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3pPr>
            <a:lvl4pPr marL="1828800" marR="0" lvl="3"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4pPr>
            <a:lvl5pPr marL="2286000" marR="0" lvl="4"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5pPr>
            <a:lvl6pPr marL="2743200" marR="0" lvl="5"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6pPr>
            <a:lvl7pPr marL="3200400" marR="0" lvl="6"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7pPr>
            <a:lvl8pPr marL="3657600" marR="0" lvl="7"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8pPr>
            <a:lvl9pPr marL="4114800" marR="0" lvl="8" indent="-317500" algn="l" rtl="0">
              <a:lnSpc>
                <a:spcPct val="100000"/>
              </a:lnSpc>
              <a:spcBef>
                <a:spcPts val="1600"/>
              </a:spcBef>
              <a:spcAft>
                <a:spcPts val="160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9pPr>
          </a:lstStyle>
          <a:p>
            <a:pPr marL="0" indent="0">
              <a:spcAft>
                <a:spcPts val="1600"/>
              </a:spcAft>
              <a:buNone/>
            </a:pPr>
            <a:r>
              <a:rPr lang="en-US" sz="1400" dirty="0"/>
              <a:t>Sophisticated prompt engineering for accurate data type detection</a:t>
            </a:r>
          </a:p>
        </p:txBody>
      </p:sp>
      <p:grpSp>
        <p:nvGrpSpPr>
          <p:cNvPr id="8" name="Google Shape;2008;p82">
            <a:extLst>
              <a:ext uri="{FF2B5EF4-FFF2-40B4-BE49-F238E27FC236}">
                <a16:creationId xmlns:a16="http://schemas.microsoft.com/office/drawing/2014/main" id="{C4FB5017-DE11-0C3E-7A01-0472264E81A4}"/>
              </a:ext>
            </a:extLst>
          </p:cNvPr>
          <p:cNvGrpSpPr/>
          <p:nvPr/>
        </p:nvGrpSpPr>
        <p:grpSpPr>
          <a:xfrm>
            <a:off x="4999271" y="3303079"/>
            <a:ext cx="1655277" cy="499500"/>
            <a:chOff x="5046900" y="2322000"/>
            <a:chExt cx="1655277" cy="499500"/>
          </a:xfrm>
        </p:grpSpPr>
        <p:cxnSp>
          <p:nvCxnSpPr>
            <p:cNvPr id="9" name="Google Shape;2009;p82">
              <a:extLst>
                <a:ext uri="{FF2B5EF4-FFF2-40B4-BE49-F238E27FC236}">
                  <a16:creationId xmlns:a16="http://schemas.microsoft.com/office/drawing/2014/main" id="{E3AD9E4F-D994-FBFC-F642-6AFCB21FA216}"/>
                </a:ext>
              </a:extLst>
            </p:cNvPr>
            <p:cNvCxnSpPr>
              <a:cxnSpLocks/>
            </p:cNvCxnSpPr>
            <p:nvPr/>
          </p:nvCxnSpPr>
          <p:spPr>
            <a:xfrm>
              <a:off x="5553098" y="2548839"/>
              <a:ext cx="1149079" cy="102333"/>
            </a:xfrm>
            <a:prstGeom prst="bentConnector3">
              <a:avLst>
                <a:gd name="adj1" fmla="val 50000"/>
              </a:avLst>
            </a:prstGeom>
            <a:noFill/>
            <a:ln w="19050" cap="flat" cmpd="sng">
              <a:solidFill>
                <a:schemeClr val="dk2"/>
              </a:solidFill>
              <a:prstDash val="solid"/>
              <a:round/>
              <a:headEnd type="none" w="med" len="med"/>
              <a:tailEnd type="oval" w="med" len="med"/>
            </a:ln>
          </p:spPr>
        </p:cxnSp>
        <p:sp>
          <p:nvSpPr>
            <p:cNvPr id="10" name="Google Shape;2011;p82">
              <a:extLst>
                <a:ext uri="{FF2B5EF4-FFF2-40B4-BE49-F238E27FC236}">
                  <a16:creationId xmlns:a16="http://schemas.microsoft.com/office/drawing/2014/main" id="{9A131F7B-B16D-192B-D1C5-76D27FB759CF}"/>
                </a:ext>
              </a:extLst>
            </p:cNvPr>
            <p:cNvSpPr/>
            <p:nvPr/>
          </p:nvSpPr>
          <p:spPr>
            <a:xfrm>
              <a:off x="5046900" y="2322000"/>
              <a:ext cx="499500" cy="499500"/>
            </a:xfrm>
            <a:prstGeom prst="ellipse">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 name="Google Shape;1997;p82">
            <a:extLst>
              <a:ext uri="{FF2B5EF4-FFF2-40B4-BE49-F238E27FC236}">
                <a16:creationId xmlns:a16="http://schemas.microsoft.com/office/drawing/2014/main" id="{2A512470-890C-1958-DDAD-84EDCE5D03CD}"/>
              </a:ext>
            </a:extLst>
          </p:cNvPr>
          <p:cNvSpPr txBox="1">
            <a:spLocks/>
          </p:cNvSpPr>
          <p:nvPr/>
        </p:nvSpPr>
        <p:spPr>
          <a:xfrm>
            <a:off x="457201" y="853724"/>
            <a:ext cx="2208461" cy="499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1pPr>
            <a:lvl2pPr marR="0" lvl="1"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2pPr>
            <a:lvl3pPr marR="0" lvl="2"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3pPr>
            <a:lvl4pPr marR="0" lvl="3"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4pPr>
            <a:lvl5pPr marR="0" lvl="4"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5pPr>
            <a:lvl6pPr marR="0" lvl="5"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6pPr>
            <a:lvl7pPr marR="0" lvl="6"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7pPr>
            <a:lvl8pPr marR="0" lvl="7"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8pPr>
            <a:lvl9pPr marR="0" lvl="8"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9pPr>
          </a:lstStyle>
          <a:p>
            <a:pPr algn="r"/>
            <a:r>
              <a:rPr lang="en-US" sz="1800" dirty="0"/>
              <a:t>State Management</a:t>
            </a:r>
          </a:p>
        </p:txBody>
      </p:sp>
      <p:sp>
        <p:nvSpPr>
          <p:cNvPr id="24" name="Google Shape;1998;p82">
            <a:extLst>
              <a:ext uri="{FF2B5EF4-FFF2-40B4-BE49-F238E27FC236}">
                <a16:creationId xmlns:a16="http://schemas.microsoft.com/office/drawing/2014/main" id="{388C52E4-B871-B821-4638-3F39F710C771}"/>
              </a:ext>
            </a:extLst>
          </p:cNvPr>
          <p:cNvSpPr txBox="1">
            <a:spLocks/>
          </p:cNvSpPr>
          <p:nvPr/>
        </p:nvSpPr>
        <p:spPr>
          <a:xfrm>
            <a:off x="713750" y="1240600"/>
            <a:ext cx="2451411" cy="637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Fira Sans Condensed"/>
              <a:buChar char="●"/>
              <a:defRPr sz="1800" b="0" i="0" u="none" strike="noStrike" cap="none">
                <a:solidFill>
                  <a:schemeClr val="dk2"/>
                </a:solidFill>
                <a:latin typeface="Fira Sans Condensed"/>
                <a:ea typeface="Fira Sans Condensed"/>
                <a:cs typeface="Fira Sans Condensed"/>
                <a:sym typeface="Fira Sans Condensed"/>
              </a:defRPr>
            </a:lvl1pPr>
            <a:lvl2pPr marL="914400" marR="0" lvl="1"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2pPr>
            <a:lvl3pPr marL="1371600" marR="0" lvl="2"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3pPr>
            <a:lvl4pPr marL="1828800" marR="0" lvl="3"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4pPr>
            <a:lvl5pPr marL="2286000" marR="0" lvl="4"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5pPr>
            <a:lvl6pPr marL="2743200" marR="0" lvl="5"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6pPr>
            <a:lvl7pPr marL="3200400" marR="0" lvl="6"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7pPr>
            <a:lvl8pPr marL="3657600" marR="0" lvl="7"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8pPr>
            <a:lvl9pPr marL="4114800" marR="0" lvl="8" indent="-317500" algn="l" rtl="0">
              <a:lnSpc>
                <a:spcPct val="100000"/>
              </a:lnSpc>
              <a:spcBef>
                <a:spcPts val="1600"/>
              </a:spcBef>
              <a:spcAft>
                <a:spcPts val="160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9pPr>
          </a:lstStyle>
          <a:p>
            <a:pPr marL="0" indent="0">
              <a:spcAft>
                <a:spcPts val="1600"/>
              </a:spcAft>
              <a:buNone/>
            </a:pPr>
            <a:r>
              <a:rPr lang="en-US" sz="1400" dirty="0"/>
              <a:t>Persistent state across navigation with "Back" button support</a:t>
            </a:r>
          </a:p>
        </p:txBody>
      </p:sp>
      <p:grpSp>
        <p:nvGrpSpPr>
          <p:cNvPr id="25" name="Google Shape;2004;p82">
            <a:extLst>
              <a:ext uri="{FF2B5EF4-FFF2-40B4-BE49-F238E27FC236}">
                <a16:creationId xmlns:a16="http://schemas.microsoft.com/office/drawing/2014/main" id="{5EC57A33-A267-D358-EC7F-FC539F43489C}"/>
              </a:ext>
            </a:extLst>
          </p:cNvPr>
          <p:cNvGrpSpPr/>
          <p:nvPr/>
        </p:nvGrpSpPr>
        <p:grpSpPr>
          <a:xfrm>
            <a:off x="2665662" y="1103474"/>
            <a:ext cx="1881630" cy="1113156"/>
            <a:chOff x="2513263" y="951098"/>
            <a:chExt cx="1881630" cy="1113156"/>
          </a:xfrm>
        </p:grpSpPr>
        <p:sp>
          <p:nvSpPr>
            <p:cNvPr id="26" name="Google Shape;2005;p82">
              <a:extLst>
                <a:ext uri="{FF2B5EF4-FFF2-40B4-BE49-F238E27FC236}">
                  <a16:creationId xmlns:a16="http://schemas.microsoft.com/office/drawing/2014/main" id="{D732E251-2009-E583-4F53-981227FE26A6}"/>
                </a:ext>
              </a:extLst>
            </p:cNvPr>
            <p:cNvSpPr/>
            <p:nvPr/>
          </p:nvSpPr>
          <p:spPr>
            <a:xfrm>
              <a:off x="3895393" y="1564754"/>
              <a:ext cx="499500" cy="499500"/>
            </a:xfrm>
            <a:prstGeom prst="ellipse">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 name="Google Shape;2006;p82">
              <a:extLst>
                <a:ext uri="{FF2B5EF4-FFF2-40B4-BE49-F238E27FC236}">
                  <a16:creationId xmlns:a16="http://schemas.microsoft.com/office/drawing/2014/main" id="{EEC9AC48-E7AA-F985-3197-8C44FE0B16D2}"/>
                </a:ext>
              </a:extLst>
            </p:cNvPr>
            <p:cNvCxnSpPr>
              <a:cxnSpLocks/>
              <a:stCxn id="26" idx="2"/>
              <a:endCxn id="23" idx="3"/>
            </p:cNvCxnSpPr>
            <p:nvPr/>
          </p:nvCxnSpPr>
          <p:spPr>
            <a:xfrm rot="10800000">
              <a:off x="2513263" y="951098"/>
              <a:ext cx="1382130" cy="863406"/>
            </a:xfrm>
            <a:prstGeom prst="bentConnector3">
              <a:avLst>
                <a:gd name="adj1" fmla="val 50000"/>
              </a:avLst>
            </a:prstGeom>
            <a:noFill/>
            <a:ln w="19050" cap="flat" cmpd="sng">
              <a:solidFill>
                <a:schemeClr val="dk2"/>
              </a:solidFill>
              <a:prstDash val="solid"/>
              <a:round/>
              <a:headEnd type="none" w="med" len="med"/>
              <a:tailEnd type="oval" w="med" len="med"/>
            </a:ln>
          </p:spPr>
        </p:cxnSp>
      </p:grpSp>
    </p:spTree>
    <p:extLst>
      <p:ext uri="{BB962C8B-B14F-4D97-AF65-F5344CB8AC3E}">
        <p14:creationId xmlns:p14="http://schemas.microsoft.com/office/powerpoint/2010/main" val="910658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07"/>
                                        </p:tgtEl>
                                        <p:attrNameLst>
                                          <p:attrName>style.visibility</p:attrName>
                                        </p:attrNameLst>
                                      </p:cBhvr>
                                      <p:to>
                                        <p:strVal val="visible"/>
                                      </p:to>
                                    </p:set>
                                    <p:animEffect transition="in" filter="fade">
                                      <p:cBhvr>
                                        <p:cTn id="7" dur="500"/>
                                        <p:tgtEl>
                                          <p:spTgt spid="200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001"/>
                                        </p:tgtEl>
                                        <p:attrNameLst>
                                          <p:attrName>style.visibility</p:attrName>
                                        </p:attrNameLst>
                                      </p:cBhvr>
                                      <p:to>
                                        <p:strVal val="visible"/>
                                      </p:to>
                                    </p:set>
                                    <p:animEffect transition="in" filter="fade">
                                      <p:cBhvr>
                                        <p:cTn id="11" dur="500"/>
                                        <p:tgtEl>
                                          <p:spTgt spid="200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004"/>
                                        </p:tgtEl>
                                        <p:attrNameLst>
                                          <p:attrName>style.visibility</p:attrName>
                                        </p:attrNameLst>
                                      </p:cBhvr>
                                      <p:to>
                                        <p:strVal val="visible"/>
                                      </p:to>
                                    </p:set>
                                    <p:animEffect transition="in" filter="fade">
                                      <p:cBhvr>
                                        <p:cTn id="15" dur="500"/>
                                        <p:tgtEl>
                                          <p:spTgt spid="200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008"/>
                                        </p:tgtEl>
                                        <p:attrNameLst>
                                          <p:attrName>style.visibility</p:attrName>
                                        </p:attrNameLst>
                                      </p:cBhvr>
                                      <p:to>
                                        <p:strVal val="visible"/>
                                      </p:to>
                                    </p:set>
                                    <p:animEffect transition="in" filter="fade">
                                      <p:cBhvr>
                                        <p:cTn id="19" dur="500"/>
                                        <p:tgtEl>
                                          <p:spTgt spid="2008"/>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2012"/>
                                        </p:tgtEl>
                                        <p:attrNameLst>
                                          <p:attrName>style.visibility</p:attrName>
                                        </p:attrNameLst>
                                      </p:cBhvr>
                                      <p:to>
                                        <p:strVal val="visible"/>
                                      </p:to>
                                    </p:set>
                                    <p:animEffect transition="in" filter="fade">
                                      <p:cBhvr>
                                        <p:cTn id="23" dur="500"/>
                                        <p:tgtEl>
                                          <p:spTgt spid="2012"/>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48">
          <a:extLst>
            <a:ext uri="{FF2B5EF4-FFF2-40B4-BE49-F238E27FC236}">
              <a16:creationId xmlns:a16="http://schemas.microsoft.com/office/drawing/2014/main" id="{F08E4B89-0D2C-6154-FF1F-3268BE02FBAE}"/>
            </a:ext>
          </a:extLst>
        </p:cNvPr>
        <p:cNvGrpSpPr/>
        <p:nvPr/>
      </p:nvGrpSpPr>
      <p:grpSpPr>
        <a:xfrm>
          <a:off x="0" y="0"/>
          <a:ext cx="0" cy="0"/>
          <a:chOff x="0" y="0"/>
          <a:chExt cx="0" cy="0"/>
        </a:xfrm>
      </p:grpSpPr>
      <p:sp>
        <p:nvSpPr>
          <p:cNvPr id="2049" name="Google Shape;2049;p84">
            <a:extLst>
              <a:ext uri="{FF2B5EF4-FFF2-40B4-BE49-F238E27FC236}">
                <a16:creationId xmlns:a16="http://schemas.microsoft.com/office/drawing/2014/main" id="{B7E3F4F4-50DA-DF4F-97AC-DF4B0CF88913}"/>
              </a:ext>
            </a:extLst>
          </p:cNvPr>
          <p:cNvSpPr txBox="1">
            <a:spLocks noGrp="1"/>
          </p:cNvSpPr>
          <p:nvPr>
            <p:ph type="title"/>
          </p:nvPr>
        </p:nvSpPr>
        <p:spPr>
          <a:xfrm>
            <a:off x="193921" y="-41629"/>
            <a:ext cx="7554000" cy="572700"/>
          </a:xfrm>
          <a:prstGeom prst="rect">
            <a:avLst/>
          </a:prstGeom>
        </p:spPr>
        <p:txBody>
          <a:bodyPr spcFirstLastPara="1" wrap="square" lIns="91425" tIns="91425" rIns="91425" bIns="91425" anchor="t" anchorCtr="0">
            <a:noAutofit/>
          </a:bodyPr>
          <a:lstStyle/>
          <a:p>
            <a:pPr lvl="0"/>
            <a:r>
              <a:rPr lang="en-US" dirty="0"/>
              <a:t>Technology Stack</a:t>
            </a:r>
            <a:endParaRPr dirty="0"/>
          </a:p>
        </p:txBody>
      </p:sp>
      <p:grpSp>
        <p:nvGrpSpPr>
          <p:cNvPr id="2050" name="Google Shape;2050;p84">
            <a:extLst>
              <a:ext uri="{FF2B5EF4-FFF2-40B4-BE49-F238E27FC236}">
                <a16:creationId xmlns:a16="http://schemas.microsoft.com/office/drawing/2014/main" id="{31489E02-7BA8-2976-CC1B-F1C3FE00A81D}"/>
              </a:ext>
            </a:extLst>
          </p:cNvPr>
          <p:cNvGrpSpPr/>
          <p:nvPr/>
        </p:nvGrpSpPr>
        <p:grpSpPr>
          <a:xfrm>
            <a:off x="4764689" y="1315005"/>
            <a:ext cx="1943505" cy="3287971"/>
            <a:chOff x="2412475" y="238125"/>
            <a:chExt cx="2794400" cy="5238125"/>
          </a:xfrm>
        </p:grpSpPr>
        <p:sp>
          <p:nvSpPr>
            <p:cNvPr id="2051" name="Google Shape;2051;p84">
              <a:extLst>
                <a:ext uri="{FF2B5EF4-FFF2-40B4-BE49-F238E27FC236}">
                  <a16:creationId xmlns:a16="http://schemas.microsoft.com/office/drawing/2014/main" id="{982B5DD5-0506-6F8F-0F97-397811746B7C}"/>
                </a:ext>
              </a:extLst>
            </p:cNvPr>
            <p:cNvSpPr/>
            <p:nvPr/>
          </p:nvSpPr>
          <p:spPr>
            <a:xfrm>
              <a:off x="2412475" y="238125"/>
              <a:ext cx="2794400" cy="5238125"/>
            </a:xfrm>
            <a:custGeom>
              <a:avLst/>
              <a:gdLst/>
              <a:ahLst/>
              <a:cxnLst/>
              <a:rect l="l" t="t" r="r" b="b"/>
              <a:pathLst>
                <a:path w="111776" h="209525" extrusionOk="0">
                  <a:moveTo>
                    <a:pt x="11446" y="0"/>
                  </a:moveTo>
                  <a:cubicBezTo>
                    <a:pt x="5105" y="0"/>
                    <a:pt x="0" y="5105"/>
                    <a:pt x="0" y="11446"/>
                  </a:cubicBezTo>
                  <a:lnTo>
                    <a:pt x="0" y="198079"/>
                  </a:lnTo>
                  <a:cubicBezTo>
                    <a:pt x="0" y="204420"/>
                    <a:pt x="5105" y="209524"/>
                    <a:pt x="11446" y="209524"/>
                  </a:cubicBezTo>
                  <a:lnTo>
                    <a:pt x="100330" y="209524"/>
                  </a:lnTo>
                  <a:cubicBezTo>
                    <a:pt x="106671" y="209524"/>
                    <a:pt x="111775" y="204420"/>
                    <a:pt x="111775" y="198079"/>
                  </a:cubicBezTo>
                  <a:lnTo>
                    <a:pt x="111775" y="11446"/>
                  </a:lnTo>
                  <a:cubicBezTo>
                    <a:pt x="111775" y="5105"/>
                    <a:pt x="106671" y="0"/>
                    <a:pt x="1003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84">
              <a:extLst>
                <a:ext uri="{FF2B5EF4-FFF2-40B4-BE49-F238E27FC236}">
                  <a16:creationId xmlns:a16="http://schemas.microsoft.com/office/drawing/2014/main" id="{67DCA286-F6A2-2576-9020-0C1019EB0BAD}"/>
                </a:ext>
              </a:extLst>
            </p:cNvPr>
            <p:cNvSpPr/>
            <p:nvPr/>
          </p:nvSpPr>
          <p:spPr>
            <a:xfrm>
              <a:off x="2412475" y="2135150"/>
              <a:ext cx="2794375" cy="3341100"/>
            </a:xfrm>
            <a:custGeom>
              <a:avLst/>
              <a:gdLst/>
              <a:ahLst/>
              <a:cxnLst/>
              <a:rect l="l" t="t" r="r" b="b"/>
              <a:pathLst>
                <a:path w="111775" h="133644" extrusionOk="0">
                  <a:moveTo>
                    <a:pt x="28107" y="1"/>
                  </a:moveTo>
                  <a:cubicBezTo>
                    <a:pt x="14328" y="1"/>
                    <a:pt x="3536" y="6853"/>
                    <a:pt x="0" y="9400"/>
                  </a:cubicBezTo>
                  <a:lnTo>
                    <a:pt x="0" y="122199"/>
                  </a:lnTo>
                  <a:cubicBezTo>
                    <a:pt x="0" y="128520"/>
                    <a:pt x="5125" y="133643"/>
                    <a:pt x="11446" y="133643"/>
                  </a:cubicBezTo>
                  <a:lnTo>
                    <a:pt x="100330" y="133643"/>
                  </a:lnTo>
                  <a:cubicBezTo>
                    <a:pt x="106651" y="133643"/>
                    <a:pt x="111774" y="128520"/>
                    <a:pt x="111774" y="122199"/>
                  </a:cubicBezTo>
                  <a:lnTo>
                    <a:pt x="111774" y="10340"/>
                  </a:lnTo>
                  <a:cubicBezTo>
                    <a:pt x="111774" y="10340"/>
                    <a:pt x="99907" y="20678"/>
                    <a:pt x="83348" y="20678"/>
                  </a:cubicBezTo>
                  <a:cubicBezTo>
                    <a:pt x="75068" y="20678"/>
                    <a:pt x="65616" y="18094"/>
                    <a:pt x="55888" y="10340"/>
                  </a:cubicBezTo>
                  <a:cubicBezTo>
                    <a:pt x="46159" y="2585"/>
                    <a:pt x="36570" y="1"/>
                    <a:pt x="281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4" name="Google Shape;2054;p84">
            <a:extLst>
              <a:ext uri="{FF2B5EF4-FFF2-40B4-BE49-F238E27FC236}">
                <a16:creationId xmlns:a16="http://schemas.microsoft.com/office/drawing/2014/main" id="{9A48B716-5C78-928E-18D2-26677F68F623}"/>
              </a:ext>
            </a:extLst>
          </p:cNvPr>
          <p:cNvGrpSpPr/>
          <p:nvPr/>
        </p:nvGrpSpPr>
        <p:grpSpPr>
          <a:xfrm>
            <a:off x="6960265" y="1315005"/>
            <a:ext cx="1943505" cy="3287971"/>
            <a:chOff x="2412475" y="238125"/>
            <a:chExt cx="2794400" cy="5238125"/>
          </a:xfrm>
        </p:grpSpPr>
        <p:sp>
          <p:nvSpPr>
            <p:cNvPr id="2055" name="Google Shape;2055;p84">
              <a:extLst>
                <a:ext uri="{FF2B5EF4-FFF2-40B4-BE49-F238E27FC236}">
                  <a16:creationId xmlns:a16="http://schemas.microsoft.com/office/drawing/2014/main" id="{EEE465CE-679A-C30A-3644-8C8FC2C8B50D}"/>
                </a:ext>
              </a:extLst>
            </p:cNvPr>
            <p:cNvSpPr/>
            <p:nvPr/>
          </p:nvSpPr>
          <p:spPr>
            <a:xfrm>
              <a:off x="2412475" y="238125"/>
              <a:ext cx="2794400" cy="5238125"/>
            </a:xfrm>
            <a:custGeom>
              <a:avLst/>
              <a:gdLst/>
              <a:ahLst/>
              <a:cxnLst/>
              <a:rect l="l" t="t" r="r" b="b"/>
              <a:pathLst>
                <a:path w="111776" h="209525" extrusionOk="0">
                  <a:moveTo>
                    <a:pt x="11446" y="0"/>
                  </a:moveTo>
                  <a:cubicBezTo>
                    <a:pt x="5105" y="0"/>
                    <a:pt x="0" y="5105"/>
                    <a:pt x="0" y="11446"/>
                  </a:cubicBezTo>
                  <a:lnTo>
                    <a:pt x="0" y="198079"/>
                  </a:lnTo>
                  <a:cubicBezTo>
                    <a:pt x="0" y="204420"/>
                    <a:pt x="5105" y="209524"/>
                    <a:pt x="11446" y="209524"/>
                  </a:cubicBezTo>
                  <a:lnTo>
                    <a:pt x="100330" y="209524"/>
                  </a:lnTo>
                  <a:cubicBezTo>
                    <a:pt x="106671" y="209524"/>
                    <a:pt x="111775" y="204420"/>
                    <a:pt x="111775" y="198079"/>
                  </a:cubicBezTo>
                  <a:lnTo>
                    <a:pt x="111775" y="11446"/>
                  </a:lnTo>
                  <a:cubicBezTo>
                    <a:pt x="111775" y="5105"/>
                    <a:pt x="106671" y="0"/>
                    <a:pt x="1003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84">
              <a:extLst>
                <a:ext uri="{FF2B5EF4-FFF2-40B4-BE49-F238E27FC236}">
                  <a16:creationId xmlns:a16="http://schemas.microsoft.com/office/drawing/2014/main" id="{85B4D0E7-EF40-8073-9FB8-0A25D0005696}"/>
                </a:ext>
              </a:extLst>
            </p:cNvPr>
            <p:cNvSpPr/>
            <p:nvPr/>
          </p:nvSpPr>
          <p:spPr>
            <a:xfrm>
              <a:off x="2412475" y="2135150"/>
              <a:ext cx="2794375" cy="3341100"/>
            </a:xfrm>
            <a:custGeom>
              <a:avLst/>
              <a:gdLst/>
              <a:ahLst/>
              <a:cxnLst/>
              <a:rect l="l" t="t" r="r" b="b"/>
              <a:pathLst>
                <a:path w="111775" h="133644" extrusionOk="0">
                  <a:moveTo>
                    <a:pt x="28107" y="1"/>
                  </a:moveTo>
                  <a:cubicBezTo>
                    <a:pt x="14328" y="1"/>
                    <a:pt x="3536" y="6853"/>
                    <a:pt x="0" y="9400"/>
                  </a:cubicBezTo>
                  <a:lnTo>
                    <a:pt x="0" y="122199"/>
                  </a:lnTo>
                  <a:cubicBezTo>
                    <a:pt x="0" y="128520"/>
                    <a:pt x="5125" y="133643"/>
                    <a:pt x="11446" y="133643"/>
                  </a:cubicBezTo>
                  <a:lnTo>
                    <a:pt x="100330" y="133643"/>
                  </a:lnTo>
                  <a:cubicBezTo>
                    <a:pt x="106651" y="133643"/>
                    <a:pt x="111774" y="128520"/>
                    <a:pt x="111774" y="122199"/>
                  </a:cubicBezTo>
                  <a:lnTo>
                    <a:pt x="111774" y="10340"/>
                  </a:lnTo>
                  <a:cubicBezTo>
                    <a:pt x="111774" y="10340"/>
                    <a:pt x="99907" y="20678"/>
                    <a:pt x="83348" y="20678"/>
                  </a:cubicBezTo>
                  <a:cubicBezTo>
                    <a:pt x="75068" y="20678"/>
                    <a:pt x="65616" y="18094"/>
                    <a:pt x="55888" y="10340"/>
                  </a:cubicBezTo>
                  <a:cubicBezTo>
                    <a:pt x="46159" y="2585"/>
                    <a:pt x="36570" y="1"/>
                    <a:pt x="281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8" name="Google Shape;2058;p84">
            <a:extLst>
              <a:ext uri="{FF2B5EF4-FFF2-40B4-BE49-F238E27FC236}">
                <a16:creationId xmlns:a16="http://schemas.microsoft.com/office/drawing/2014/main" id="{6A95F495-6094-C484-AB62-EE6C8F59FA14}"/>
              </a:ext>
            </a:extLst>
          </p:cNvPr>
          <p:cNvGrpSpPr/>
          <p:nvPr/>
        </p:nvGrpSpPr>
        <p:grpSpPr>
          <a:xfrm>
            <a:off x="2576263" y="1315005"/>
            <a:ext cx="1943505" cy="3287971"/>
            <a:chOff x="2412475" y="238125"/>
            <a:chExt cx="2794400" cy="5238125"/>
          </a:xfrm>
        </p:grpSpPr>
        <p:sp>
          <p:nvSpPr>
            <p:cNvPr id="2059" name="Google Shape;2059;p84">
              <a:extLst>
                <a:ext uri="{FF2B5EF4-FFF2-40B4-BE49-F238E27FC236}">
                  <a16:creationId xmlns:a16="http://schemas.microsoft.com/office/drawing/2014/main" id="{029E3AC4-D908-88C9-C59C-D9D854C401AB}"/>
                </a:ext>
              </a:extLst>
            </p:cNvPr>
            <p:cNvSpPr/>
            <p:nvPr/>
          </p:nvSpPr>
          <p:spPr>
            <a:xfrm>
              <a:off x="2412475" y="238125"/>
              <a:ext cx="2794400" cy="5238125"/>
            </a:xfrm>
            <a:custGeom>
              <a:avLst/>
              <a:gdLst/>
              <a:ahLst/>
              <a:cxnLst/>
              <a:rect l="l" t="t" r="r" b="b"/>
              <a:pathLst>
                <a:path w="111776" h="209525" extrusionOk="0">
                  <a:moveTo>
                    <a:pt x="11446" y="0"/>
                  </a:moveTo>
                  <a:cubicBezTo>
                    <a:pt x="5105" y="0"/>
                    <a:pt x="0" y="5105"/>
                    <a:pt x="0" y="11446"/>
                  </a:cubicBezTo>
                  <a:lnTo>
                    <a:pt x="0" y="198079"/>
                  </a:lnTo>
                  <a:cubicBezTo>
                    <a:pt x="0" y="204420"/>
                    <a:pt x="5105" y="209524"/>
                    <a:pt x="11446" y="209524"/>
                  </a:cubicBezTo>
                  <a:lnTo>
                    <a:pt x="100330" y="209524"/>
                  </a:lnTo>
                  <a:cubicBezTo>
                    <a:pt x="106671" y="209524"/>
                    <a:pt x="111775" y="204420"/>
                    <a:pt x="111775" y="198079"/>
                  </a:cubicBezTo>
                  <a:lnTo>
                    <a:pt x="111775" y="11446"/>
                  </a:lnTo>
                  <a:cubicBezTo>
                    <a:pt x="111775" y="5105"/>
                    <a:pt x="106671" y="0"/>
                    <a:pt x="1003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84">
              <a:extLst>
                <a:ext uri="{FF2B5EF4-FFF2-40B4-BE49-F238E27FC236}">
                  <a16:creationId xmlns:a16="http://schemas.microsoft.com/office/drawing/2014/main" id="{A862B298-59CF-08A0-4309-5A9F3026BDDC}"/>
                </a:ext>
              </a:extLst>
            </p:cNvPr>
            <p:cNvSpPr/>
            <p:nvPr/>
          </p:nvSpPr>
          <p:spPr>
            <a:xfrm>
              <a:off x="2412475" y="2135150"/>
              <a:ext cx="2794375" cy="3341100"/>
            </a:xfrm>
            <a:custGeom>
              <a:avLst/>
              <a:gdLst/>
              <a:ahLst/>
              <a:cxnLst/>
              <a:rect l="l" t="t" r="r" b="b"/>
              <a:pathLst>
                <a:path w="111775" h="133644" extrusionOk="0">
                  <a:moveTo>
                    <a:pt x="28107" y="1"/>
                  </a:moveTo>
                  <a:cubicBezTo>
                    <a:pt x="14328" y="1"/>
                    <a:pt x="3536" y="6853"/>
                    <a:pt x="0" y="9400"/>
                  </a:cubicBezTo>
                  <a:lnTo>
                    <a:pt x="0" y="122199"/>
                  </a:lnTo>
                  <a:cubicBezTo>
                    <a:pt x="0" y="128520"/>
                    <a:pt x="5125" y="133643"/>
                    <a:pt x="11446" y="133643"/>
                  </a:cubicBezTo>
                  <a:lnTo>
                    <a:pt x="100330" y="133643"/>
                  </a:lnTo>
                  <a:cubicBezTo>
                    <a:pt x="106651" y="133643"/>
                    <a:pt x="111774" y="128520"/>
                    <a:pt x="111774" y="122199"/>
                  </a:cubicBezTo>
                  <a:lnTo>
                    <a:pt x="111774" y="10340"/>
                  </a:lnTo>
                  <a:cubicBezTo>
                    <a:pt x="111774" y="10340"/>
                    <a:pt x="99907" y="20678"/>
                    <a:pt x="83348" y="20678"/>
                  </a:cubicBezTo>
                  <a:cubicBezTo>
                    <a:pt x="75068" y="20678"/>
                    <a:pt x="65616" y="18094"/>
                    <a:pt x="55888" y="10340"/>
                  </a:cubicBezTo>
                  <a:cubicBezTo>
                    <a:pt x="46159" y="2585"/>
                    <a:pt x="36570" y="1"/>
                    <a:pt x="281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062" name="Google Shape;2062;p84">
            <a:extLst>
              <a:ext uri="{FF2B5EF4-FFF2-40B4-BE49-F238E27FC236}">
                <a16:creationId xmlns:a16="http://schemas.microsoft.com/office/drawing/2014/main" id="{433C6130-46E9-1B93-EA8B-D9D449DA3FDB}"/>
              </a:ext>
            </a:extLst>
          </p:cNvPr>
          <p:cNvSpPr txBox="1">
            <a:spLocks noGrp="1"/>
          </p:cNvSpPr>
          <p:nvPr>
            <p:ph type="title" idx="4294967295"/>
          </p:nvPr>
        </p:nvSpPr>
        <p:spPr>
          <a:xfrm>
            <a:off x="2784268" y="1584306"/>
            <a:ext cx="1513200" cy="572700"/>
          </a:xfrm>
          <a:prstGeom prst="rect">
            <a:avLst/>
          </a:prstGeom>
        </p:spPr>
        <p:txBody>
          <a:bodyPr spcFirstLastPara="1" wrap="square" lIns="91425" tIns="91425" rIns="91425" bIns="91425" anchor="t" anchorCtr="0">
            <a:noAutofit/>
          </a:bodyPr>
          <a:lstStyle/>
          <a:p>
            <a:pPr lvl="0" algn="ctr"/>
            <a:r>
              <a:rPr lang="en-US" sz="1800" dirty="0">
                <a:solidFill>
                  <a:schemeClr val="lt1"/>
                </a:solidFill>
              </a:rPr>
              <a:t>AI &amp; Machine Learning</a:t>
            </a:r>
            <a:endParaRPr sz="1800" dirty="0">
              <a:solidFill>
                <a:schemeClr val="lt1"/>
              </a:solidFill>
            </a:endParaRPr>
          </a:p>
        </p:txBody>
      </p:sp>
      <p:sp>
        <p:nvSpPr>
          <p:cNvPr id="2063" name="Google Shape;2063;p84">
            <a:extLst>
              <a:ext uri="{FF2B5EF4-FFF2-40B4-BE49-F238E27FC236}">
                <a16:creationId xmlns:a16="http://schemas.microsoft.com/office/drawing/2014/main" id="{99666137-6035-78FB-7F1B-DDA7FE6C8633}"/>
              </a:ext>
            </a:extLst>
          </p:cNvPr>
          <p:cNvSpPr txBox="1">
            <a:spLocks noGrp="1"/>
          </p:cNvSpPr>
          <p:nvPr>
            <p:ph type="subTitle" idx="4294967295"/>
          </p:nvPr>
        </p:nvSpPr>
        <p:spPr>
          <a:xfrm>
            <a:off x="2576247" y="2888549"/>
            <a:ext cx="1906404" cy="1714427"/>
          </a:xfrm>
          <a:prstGeom prst="rect">
            <a:avLst/>
          </a:prstGeom>
        </p:spPr>
        <p:txBody>
          <a:bodyPr spcFirstLastPara="1" wrap="square" lIns="91425" tIns="91425" rIns="91425" bIns="91425" anchor="t" anchorCtr="0">
            <a:noAutofit/>
          </a:bodyPr>
          <a:lstStyle/>
          <a:p>
            <a:pPr lvl="0" indent="-317500">
              <a:buSzPts val="1400"/>
            </a:pPr>
            <a:r>
              <a:rPr lang="en-US" sz="900" b="1" dirty="0" err="1"/>
              <a:t>Groq</a:t>
            </a:r>
            <a:r>
              <a:rPr lang="en-US" sz="900" b="1" dirty="0"/>
              <a:t> API </a:t>
            </a:r>
            <a:r>
              <a:rPr lang="en-US" sz="900" dirty="0"/>
              <a:t>- Ultra-fast LLM inference</a:t>
            </a:r>
          </a:p>
          <a:p>
            <a:pPr lvl="0" indent="-317500">
              <a:buSzPts val="1400"/>
            </a:pPr>
            <a:endParaRPr lang="en-US" sz="900" dirty="0"/>
          </a:p>
          <a:p>
            <a:pPr lvl="0" indent="-317500">
              <a:buSzPts val="1400"/>
            </a:pPr>
            <a:r>
              <a:rPr lang="en-US" sz="900" dirty="0"/>
              <a:t>Text classification and redaction in both email content and OCR-extracted text</a:t>
            </a:r>
          </a:p>
          <a:p>
            <a:pPr lvl="0" indent="-317500">
              <a:buSzPts val="1400"/>
            </a:pPr>
            <a:endParaRPr lang="en-US" sz="900" dirty="0"/>
          </a:p>
          <a:p>
            <a:pPr lvl="0" indent="-317500">
              <a:buSzPts val="1400"/>
            </a:pPr>
            <a:r>
              <a:rPr lang="en-US" sz="900" dirty="0"/>
              <a:t>Lightning-fast inference, cost-effective, privacy-focused</a:t>
            </a:r>
            <a:endParaRPr sz="900" dirty="0"/>
          </a:p>
        </p:txBody>
      </p:sp>
      <p:sp>
        <p:nvSpPr>
          <p:cNvPr id="2064" name="Google Shape;2064;p84">
            <a:extLst>
              <a:ext uri="{FF2B5EF4-FFF2-40B4-BE49-F238E27FC236}">
                <a16:creationId xmlns:a16="http://schemas.microsoft.com/office/drawing/2014/main" id="{3C65C9BF-1550-2BF4-A8EF-E0E2E7EABBD2}"/>
              </a:ext>
            </a:extLst>
          </p:cNvPr>
          <p:cNvSpPr txBox="1">
            <a:spLocks noGrp="1"/>
          </p:cNvSpPr>
          <p:nvPr>
            <p:ph type="subTitle" idx="4294967295"/>
          </p:nvPr>
        </p:nvSpPr>
        <p:spPr>
          <a:xfrm>
            <a:off x="4808208" y="2836070"/>
            <a:ext cx="1899969" cy="1766906"/>
          </a:xfrm>
          <a:prstGeom prst="rect">
            <a:avLst/>
          </a:prstGeom>
        </p:spPr>
        <p:txBody>
          <a:bodyPr spcFirstLastPara="1" wrap="square" lIns="91425" tIns="91425" rIns="91425" bIns="91425" anchor="t" anchorCtr="0">
            <a:noAutofit/>
          </a:bodyPr>
          <a:lstStyle/>
          <a:p>
            <a:pPr lvl="0" indent="-317500">
              <a:buSzPts val="1400"/>
            </a:pPr>
            <a:r>
              <a:rPr lang="en-US" sz="900" b="1" dirty="0" err="1"/>
              <a:t>OCR.space</a:t>
            </a:r>
            <a:r>
              <a:rPr lang="en-US" sz="900" b="1" dirty="0"/>
              <a:t> API </a:t>
            </a:r>
            <a:r>
              <a:rPr lang="en-US" sz="900" dirty="0"/>
              <a:t>- Cloud-based OCR service</a:t>
            </a:r>
          </a:p>
          <a:p>
            <a:pPr lvl="0" indent="-317500">
              <a:buSzPts val="1400"/>
            </a:pPr>
            <a:endParaRPr lang="en-US" sz="900" dirty="0"/>
          </a:p>
          <a:p>
            <a:pPr lvl="0" indent="-317500">
              <a:buSzPts val="1400"/>
            </a:pPr>
            <a:r>
              <a:rPr lang="en-US" sz="900" dirty="0"/>
              <a:t>Extracts text with precise bounding box coordinates from images</a:t>
            </a:r>
          </a:p>
          <a:p>
            <a:pPr lvl="0" indent="-317500">
              <a:buSzPts val="1400"/>
            </a:pPr>
            <a:endParaRPr lang="en-US" sz="900" dirty="0"/>
          </a:p>
          <a:p>
            <a:pPr lvl="0" indent="-317500">
              <a:buSzPts val="1400"/>
            </a:pPr>
            <a:r>
              <a:rPr lang="en-US" sz="900" dirty="0"/>
              <a:t>Outputs text content + pixel coordinates for accurate redaction boxes</a:t>
            </a:r>
            <a:endParaRPr sz="900" dirty="0"/>
          </a:p>
        </p:txBody>
      </p:sp>
      <p:sp>
        <p:nvSpPr>
          <p:cNvPr id="2065" name="Google Shape;2065;p84">
            <a:extLst>
              <a:ext uri="{FF2B5EF4-FFF2-40B4-BE49-F238E27FC236}">
                <a16:creationId xmlns:a16="http://schemas.microsoft.com/office/drawing/2014/main" id="{4EC5CD42-FFFC-0E55-29CA-8226A5AD65A8}"/>
              </a:ext>
            </a:extLst>
          </p:cNvPr>
          <p:cNvSpPr txBox="1">
            <a:spLocks noGrp="1"/>
          </p:cNvSpPr>
          <p:nvPr>
            <p:ph type="subTitle" idx="4294967295"/>
          </p:nvPr>
        </p:nvSpPr>
        <p:spPr>
          <a:xfrm>
            <a:off x="6960248" y="2869502"/>
            <a:ext cx="1943488" cy="1733474"/>
          </a:xfrm>
          <a:prstGeom prst="rect">
            <a:avLst/>
          </a:prstGeom>
        </p:spPr>
        <p:txBody>
          <a:bodyPr spcFirstLastPara="1" wrap="square" lIns="91425" tIns="91425" rIns="91425" bIns="91425" anchor="t" anchorCtr="0">
            <a:noAutofit/>
          </a:bodyPr>
          <a:lstStyle/>
          <a:p>
            <a:pPr lvl="0" indent="-317500">
              <a:buSzPts val="1400"/>
            </a:pPr>
            <a:r>
              <a:rPr lang="en-US" sz="900" b="1" dirty="0" err="1"/>
              <a:t>Mailpit</a:t>
            </a:r>
            <a:r>
              <a:rPr lang="en-US" sz="900" dirty="0"/>
              <a:t> - local SMTP testing server for development</a:t>
            </a:r>
          </a:p>
          <a:p>
            <a:pPr lvl="0" indent="-317500">
              <a:buSzPts val="1400"/>
            </a:pPr>
            <a:endParaRPr lang="en-US" sz="900" dirty="0"/>
          </a:p>
          <a:p>
            <a:pPr lvl="0" indent="-317500">
              <a:buSzPts val="1400"/>
            </a:pPr>
            <a:r>
              <a:rPr lang="en-US" sz="900" b="1" dirty="0"/>
              <a:t>Resend API </a:t>
            </a:r>
            <a:r>
              <a:rPr lang="en-US" sz="900" dirty="0"/>
              <a:t>(primary production) - Modern email API</a:t>
            </a:r>
          </a:p>
          <a:p>
            <a:pPr marL="457200" lvl="0" indent="-317500" algn="l" rtl="0">
              <a:spcBef>
                <a:spcPts val="0"/>
              </a:spcBef>
              <a:spcAft>
                <a:spcPts val="0"/>
              </a:spcAft>
              <a:buSzPts val="1400"/>
              <a:buChar char="●"/>
            </a:pPr>
            <a:endParaRPr lang="en" sz="900" dirty="0"/>
          </a:p>
          <a:p>
            <a:pPr lvl="0" indent="-317500">
              <a:buSzPts val="1400"/>
            </a:pPr>
            <a:r>
              <a:rPr lang="en-US" sz="900" b="1" dirty="0"/>
              <a:t>Brevo API </a:t>
            </a:r>
            <a:r>
              <a:rPr lang="en-US" sz="900" dirty="0"/>
              <a:t>(fallback production) - Enterprise email delivery</a:t>
            </a:r>
            <a:endParaRPr sz="900" dirty="0"/>
          </a:p>
        </p:txBody>
      </p:sp>
      <p:sp>
        <p:nvSpPr>
          <p:cNvPr id="2066" name="Google Shape;2066;p84">
            <a:extLst>
              <a:ext uri="{FF2B5EF4-FFF2-40B4-BE49-F238E27FC236}">
                <a16:creationId xmlns:a16="http://schemas.microsoft.com/office/drawing/2014/main" id="{448EC86A-7A2C-AEF1-1DB0-0AB8B9027DDC}"/>
              </a:ext>
            </a:extLst>
          </p:cNvPr>
          <p:cNvSpPr txBox="1">
            <a:spLocks noGrp="1"/>
          </p:cNvSpPr>
          <p:nvPr>
            <p:ph type="title" idx="4294967295"/>
          </p:nvPr>
        </p:nvSpPr>
        <p:spPr>
          <a:xfrm>
            <a:off x="4979839" y="1508106"/>
            <a:ext cx="1513200" cy="656044"/>
          </a:xfrm>
          <a:prstGeom prst="rect">
            <a:avLst/>
          </a:prstGeom>
        </p:spPr>
        <p:txBody>
          <a:bodyPr spcFirstLastPara="1" wrap="square" lIns="91425" tIns="91425" rIns="91425" bIns="91425" anchor="t" anchorCtr="0">
            <a:noAutofit/>
          </a:bodyPr>
          <a:lstStyle/>
          <a:p>
            <a:pPr lvl="0" algn="ctr"/>
            <a:r>
              <a:rPr lang="en-US" sz="1800" dirty="0">
                <a:solidFill>
                  <a:schemeClr val="lt1"/>
                </a:solidFill>
              </a:rPr>
              <a:t>OCR (Optical Character Recognition)</a:t>
            </a:r>
            <a:endParaRPr sz="1800" dirty="0">
              <a:solidFill>
                <a:schemeClr val="lt1"/>
              </a:solidFill>
            </a:endParaRPr>
          </a:p>
        </p:txBody>
      </p:sp>
      <p:sp>
        <p:nvSpPr>
          <p:cNvPr id="2067" name="Google Shape;2067;p84">
            <a:extLst>
              <a:ext uri="{FF2B5EF4-FFF2-40B4-BE49-F238E27FC236}">
                <a16:creationId xmlns:a16="http://schemas.microsoft.com/office/drawing/2014/main" id="{D30BFB90-8B59-56C9-F2D7-53885E84CFE5}"/>
              </a:ext>
            </a:extLst>
          </p:cNvPr>
          <p:cNvSpPr txBox="1">
            <a:spLocks noGrp="1"/>
          </p:cNvSpPr>
          <p:nvPr>
            <p:ph type="title" idx="4294967295"/>
          </p:nvPr>
        </p:nvSpPr>
        <p:spPr>
          <a:xfrm>
            <a:off x="7175417" y="1491436"/>
            <a:ext cx="1513200" cy="572700"/>
          </a:xfrm>
          <a:prstGeom prst="rect">
            <a:avLst/>
          </a:prstGeom>
        </p:spPr>
        <p:txBody>
          <a:bodyPr spcFirstLastPara="1" wrap="square" lIns="91425" tIns="91425" rIns="91425" bIns="91425" anchor="t" anchorCtr="0">
            <a:noAutofit/>
          </a:bodyPr>
          <a:lstStyle/>
          <a:p>
            <a:pPr lvl="0" algn="ctr"/>
            <a:r>
              <a:rPr lang="en-US" sz="1800" dirty="0">
                <a:solidFill>
                  <a:schemeClr val="lt1"/>
                </a:solidFill>
              </a:rPr>
              <a:t>Email Services</a:t>
            </a:r>
            <a:endParaRPr sz="1800" dirty="0">
              <a:solidFill>
                <a:schemeClr val="lt1"/>
              </a:solidFill>
            </a:endParaRPr>
          </a:p>
        </p:txBody>
      </p:sp>
      <p:sp>
        <p:nvSpPr>
          <p:cNvPr id="2110" name="Google Shape;2110;p84">
            <a:extLst>
              <a:ext uri="{FF2B5EF4-FFF2-40B4-BE49-F238E27FC236}">
                <a16:creationId xmlns:a16="http://schemas.microsoft.com/office/drawing/2014/main" id="{CEC1B5C2-CF1A-AEE2-42EA-AA37D5BB83E6}"/>
              </a:ext>
            </a:extLst>
          </p:cNvPr>
          <p:cNvSpPr/>
          <p:nvPr/>
        </p:nvSpPr>
        <p:spPr>
          <a:xfrm>
            <a:off x="1935225" y="257182"/>
            <a:ext cx="4101075" cy="634250"/>
          </a:xfrm>
          <a:custGeom>
            <a:avLst/>
            <a:gdLst/>
            <a:ahLst/>
            <a:cxnLst/>
            <a:rect l="l" t="t" r="r" b="b"/>
            <a:pathLst>
              <a:path w="164043" h="25370" extrusionOk="0">
                <a:moveTo>
                  <a:pt x="164043" y="18346"/>
                </a:moveTo>
                <a:cubicBezTo>
                  <a:pt x="154630" y="24619"/>
                  <a:pt x="142147" y="25337"/>
                  <a:pt x="130835" y="25337"/>
                </a:cubicBezTo>
                <a:cubicBezTo>
                  <a:pt x="117404" y="25337"/>
                  <a:pt x="103011" y="25869"/>
                  <a:pt x="90885" y="20094"/>
                </a:cubicBezTo>
                <a:cubicBezTo>
                  <a:pt x="83802" y="16721"/>
                  <a:pt x="73705" y="10025"/>
                  <a:pt x="75405" y="2366"/>
                </a:cubicBezTo>
                <a:cubicBezTo>
                  <a:pt x="76351" y="-1897"/>
                  <a:pt x="86434" y="209"/>
                  <a:pt x="88388" y="4114"/>
                </a:cubicBezTo>
                <a:cubicBezTo>
                  <a:pt x="90721" y="8777"/>
                  <a:pt x="86909" y="16911"/>
                  <a:pt x="81896" y="18346"/>
                </a:cubicBezTo>
                <a:cubicBezTo>
                  <a:pt x="74604" y="20433"/>
                  <a:pt x="66452" y="21735"/>
                  <a:pt x="59175" y="19594"/>
                </a:cubicBezTo>
                <a:cubicBezTo>
                  <a:pt x="50095" y="16923"/>
                  <a:pt x="42600" y="9282"/>
                  <a:pt x="33208" y="8109"/>
                </a:cubicBezTo>
                <a:cubicBezTo>
                  <a:pt x="24507" y="7022"/>
                  <a:pt x="15288" y="10737"/>
                  <a:pt x="7990" y="15599"/>
                </a:cubicBezTo>
                <a:cubicBezTo>
                  <a:pt x="5090" y="17531"/>
                  <a:pt x="3306" y="21238"/>
                  <a:pt x="0" y="22341"/>
                </a:cubicBezTo>
              </a:path>
            </a:pathLst>
          </a:custGeom>
          <a:noFill/>
          <a:ln w="28575" cap="flat" cmpd="sng">
            <a:solidFill>
              <a:schemeClr val="accent1"/>
            </a:solidFill>
            <a:prstDash val="dash"/>
            <a:round/>
            <a:headEnd type="none" w="med" len="med"/>
            <a:tailEnd type="none" w="med" len="med"/>
          </a:ln>
        </p:spPr>
      </p:sp>
      <p:grpSp>
        <p:nvGrpSpPr>
          <p:cNvPr id="2" name="Google Shape;2058;p84">
            <a:extLst>
              <a:ext uri="{FF2B5EF4-FFF2-40B4-BE49-F238E27FC236}">
                <a16:creationId xmlns:a16="http://schemas.microsoft.com/office/drawing/2014/main" id="{236FE8C7-29D0-C6F2-8245-EA30001BCC2D}"/>
              </a:ext>
            </a:extLst>
          </p:cNvPr>
          <p:cNvGrpSpPr/>
          <p:nvPr/>
        </p:nvGrpSpPr>
        <p:grpSpPr>
          <a:xfrm>
            <a:off x="307185" y="1317384"/>
            <a:ext cx="1943505" cy="3287971"/>
            <a:chOff x="2412475" y="238125"/>
            <a:chExt cx="2794400" cy="5238125"/>
          </a:xfrm>
        </p:grpSpPr>
        <p:sp>
          <p:nvSpPr>
            <p:cNvPr id="3" name="Google Shape;2059;p84">
              <a:extLst>
                <a:ext uri="{FF2B5EF4-FFF2-40B4-BE49-F238E27FC236}">
                  <a16:creationId xmlns:a16="http://schemas.microsoft.com/office/drawing/2014/main" id="{94CECA91-4FB8-25CC-07DD-0ADFA3929AF7}"/>
                </a:ext>
              </a:extLst>
            </p:cNvPr>
            <p:cNvSpPr/>
            <p:nvPr/>
          </p:nvSpPr>
          <p:spPr>
            <a:xfrm>
              <a:off x="2412475" y="238125"/>
              <a:ext cx="2794400" cy="5238125"/>
            </a:xfrm>
            <a:custGeom>
              <a:avLst/>
              <a:gdLst/>
              <a:ahLst/>
              <a:cxnLst/>
              <a:rect l="l" t="t" r="r" b="b"/>
              <a:pathLst>
                <a:path w="111776" h="209525" extrusionOk="0">
                  <a:moveTo>
                    <a:pt x="11446" y="0"/>
                  </a:moveTo>
                  <a:cubicBezTo>
                    <a:pt x="5105" y="0"/>
                    <a:pt x="0" y="5105"/>
                    <a:pt x="0" y="11446"/>
                  </a:cubicBezTo>
                  <a:lnTo>
                    <a:pt x="0" y="198079"/>
                  </a:lnTo>
                  <a:cubicBezTo>
                    <a:pt x="0" y="204420"/>
                    <a:pt x="5105" y="209524"/>
                    <a:pt x="11446" y="209524"/>
                  </a:cubicBezTo>
                  <a:lnTo>
                    <a:pt x="100330" y="209524"/>
                  </a:lnTo>
                  <a:cubicBezTo>
                    <a:pt x="106671" y="209524"/>
                    <a:pt x="111775" y="204420"/>
                    <a:pt x="111775" y="198079"/>
                  </a:cubicBezTo>
                  <a:lnTo>
                    <a:pt x="111775" y="11446"/>
                  </a:lnTo>
                  <a:cubicBezTo>
                    <a:pt x="111775" y="5105"/>
                    <a:pt x="106671" y="0"/>
                    <a:pt x="100330" y="0"/>
                  </a:cubicBezTo>
                  <a:close/>
                </a:path>
              </a:pathLst>
            </a:cu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060;p84">
              <a:extLst>
                <a:ext uri="{FF2B5EF4-FFF2-40B4-BE49-F238E27FC236}">
                  <a16:creationId xmlns:a16="http://schemas.microsoft.com/office/drawing/2014/main" id="{4495931E-ABEF-B9ED-A77D-D206A614CE52}"/>
                </a:ext>
              </a:extLst>
            </p:cNvPr>
            <p:cNvSpPr/>
            <p:nvPr/>
          </p:nvSpPr>
          <p:spPr>
            <a:xfrm>
              <a:off x="2412475" y="2135150"/>
              <a:ext cx="2794375" cy="3341100"/>
            </a:xfrm>
            <a:custGeom>
              <a:avLst/>
              <a:gdLst/>
              <a:ahLst/>
              <a:cxnLst/>
              <a:rect l="l" t="t" r="r" b="b"/>
              <a:pathLst>
                <a:path w="111775" h="133644" extrusionOk="0">
                  <a:moveTo>
                    <a:pt x="28107" y="1"/>
                  </a:moveTo>
                  <a:cubicBezTo>
                    <a:pt x="14328" y="1"/>
                    <a:pt x="3536" y="6853"/>
                    <a:pt x="0" y="9400"/>
                  </a:cubicBezTo>
                  <a:lnTo>
                    <a:pt x="0" y="122199"/>
                  </a:lnTo>
                  <a:cubicBezTo>
                    <a:pt x="0" y="128520"/>
                    <a:pt x="5125" y="133643"/>
                    <a:pt x="11446" y="133643"/>
                  </a:cubicBezTo>
                  <a:lnTo>
                    <a:pt x="100330" y="133643"/>
                  </a:lnTo>
                  <a:cubicBezTo>
                    <a:pt x="106651" y="133643"/>
                    <a:pt x="111774" y="128520"/>
                    <a:pt x="111774" y="122199"/>
                  </a:cubicBezTo>
                  <a:lnTo>
                    <a:pt x="111774" y="10340"/>
                  </a:lnTo>
                  <a:cubicBezTo>
                    <a:pt x="111774" y="10340"/>
                    <a:pt x="99907" y="20678"/>
                    <a:pt x="83348" y="20678"/>
                  </a:cubicBezTo>
                  <a:cubicBezTo>
                    <a:pt x="75068" y="20678"/>
                    <a:pt x="65616" y="18094"/>
                    <a:pt x="55888" y="10340"/>
                  </a:cubicBezTo>
                  <a:cubicBezTo>
                    <a:pt x="46159" y="2585"/>
                    <a:pt x="36570" y="1"/>
                    <a:pt x="28107" y="1"/>
                  </a:cubicBezTo>
                  <a:close/>
                </a:path>
              </a:pathLst>
            </a:cu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2062;p84">
            <a:extLst>
              <a:ext uri="{FF2B5EF4-FFF2-40B4-BE49-F238E27FC236}">
                <a16:creationId xmlns:a16="http://schemas.microsoft.com/office/drawing/2014/main" id="{0F5C84D2-725D-DBFD-E3C5-92E599E59ED8}"/>
              </a:ext>
            </a:extLst>
          </p:cNvPr>
          <p:cNvSpPr txBox="1">
            <a:spLocks/>
          </p:cNvSpPr>
          <p:nvPr/>
        </p:nvSpPr>
        <p:spPr>
          <a:xfrm>
            <a:off x="407768" y="1508106"/>
            <a:ext cx="15132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1pPr>
            <a:lvl2pPr marR="0" lvl="1"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2pPr>
            <a:lvl3pPr marR="0" lvl="2"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3pPr>
            <a:lvl4pPr marR="0" lvl="3"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4pPr>
            <a:lvl5pPr marR="0" lvl="4"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5pPr>
            <a:lvl6pPr marR="0" lvl="5"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6pPr>
            <a:lvl7pPr marR="0" lvl="6"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7pPr>
            <a:lvl8pPr marR="0" lvl="7"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8pPr>
            <a:lvl9pPr marR="0" lvl="8"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9pPr>
          </a:lstStyle>
          <a:p>
            <a:pPr algn="ctr"/>
            <a:r>
              <a:rPr lang="en-US" sz="1800" dirty="0">
                <a:solidFill>
                  <a:schemeClr val="lt1"/>
                </a:solidFill>
              </a:rPr>
              <a:t>Frontend &amp; Framework</a:t>
            </a:r>
          </a:p>
        </p:txBody>
      </p:sp>
      <p:sp>
        <p:nvSpPr>
          <p:cNvPr id="17" name="Google Shape;2063;p84">
            <a:extLst>
              <a:ext uri="{FF2B5EF4-FFF2-40B4-BE49-F238E27FC236}">
                <a16:creationId xmlns:a16="http://schemas.microsoft.com/office/drawing/2014/main" id="{ECBE3D05-DF89-7F5C-6D19-EFDF85981E50}"/>
              </a:ext>
            </a:extLst>
          </p:cNvPr>
          <p:cNvSpPr txBox="1">
            <a:spLocks/>
          </p:cNvSpPr>
          <p:nvPr/>
        </p:nvSpPr>
        <p:spPr>
          <a:xfrm>
            <a:off x="307168" y="2836070"/>
            <a:ext cx="1943505" cy="17669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Fira Sans Condensed"/>
              <a:buChar char="●"/>
              <a:defRPr sz="1800" b="0" i="0" u="none" strike="noStrike" cap="none">
                <a:solidFill>
                  <a:schemeClr val="dk2"/>
                </a:solidFill>
                <a:latin typeface="Fira Sans Condensed"/>
                <a:ea typeface="Fira Sans Condensed"/>
                <a:cs typeface="Fira Sans Condensed"/>
                <a:sym typeface="Fira Sans Condensed"/>
              </a:defRPr>
            </a:lvl1pPr>
            <a:lvl2pPr marL="914400" marR="0" lvl="1"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2pPr>
            <a:lvl3pPr marL="1371600" marR="0" lvl="2"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3pPr>
            <a:lvl4pPr marL="1828800" marR="0" lvl="3"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4pPr>
            <a:lvl5pPr marL="2286000" marR="0" lvl="4"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5pPr>
            <a:lvl6pPr marL="2743200" marR="0" lvl="5"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6pPr>
            <a:lvl7pPr marL="3200400" marR="0" lvl="6"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7pPr>
            <a:lvl8pPr marL="3657600" marR="0" lvl="7" indent="-317500" algn="l" rtl="0">
              <a:lnSpc>
                <a:spcPct val="100000"/>
              </a:lnSpc>
              <a:spcBef>
                <a:spcPts val="1600"/>
              </a:spcBef>
              <a:spcAft>
                <a:spcPts val="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8pPr>
            <a:lvl9pPr marL="4114800" marR="0" lvl="8" indent="-317500" algn="l" rtl="0">
              <a:lnSpc>
                <a:spcPct val="100000"/>
              </a:lnSpc>
              <a:spcBef>
                <a:spcPts val="1600"/>
              </a:spcBef>
              <a:spcAft>
                <a:spcPts val="1600"/>
              </a:spcAft>
              <a:buClr>
                <a:schemeClr val="dk2"/>
              </a:buClr>
              <a:buSzPts val="1400"/>
              <a:buFont typeface="Fira Sans Condensed"/>
              <a:buChar char="■"/>
              <a:defRPr sz="1400" b="0" i="0" u="none" strike="noStrike" cap="none">
                <a:solidFill>
                  <a:schemeClr val="dk2"/>
                </a:solidFill>
                <a:latin typeface="Fira Sans Condensed"/>
                <a:ea typeface="Fira Sans Condensed"/>
                <a:cs typeface="Fira Sans Condensed"/>
                <a:sym typeface="Fira Sans Condensed"/>
              </a:defRPr>
            </a:lvl9pPr>
          </a:lstStyle>
          <a:p>
            <a:pPr indent="-317500">
              <a:buSzPts val="1400"/>
            </a:pPr>
            <a:r>
              <a:rPr lang="en-US" sz="900" b="1" dirty="0"/>
              <a:t>Reflex </a:t>
            </a:r>
            <a:r>
              <a:rPr lang="en-US" sz="900" dirty="0"/>
              <a:t>- Python web framework</a:t>
            </a:r>
          </a:p>
          <a:p>
            <a:pPr indent="-317500">
              <a:buSzPts val="1400"/>
            </a:pPr>
            <a:endParaRPr lang="en-US" sz="900" dirty="0"/>
          </a:p>
          <a:p>
            <a:pPr indent="-317500">
              <a:buSzPts val="1400"/>
            </a:pPr>
            <a:r>
              <a:rPr lang="en-US" sz="900" dirty="0"/>
              <a:t>Built on React/Next.js</a:t>
            </a:r>
          </a:p>
          <a:p>
            <a:pPr indent="-317500">
              <a:buSzPts val="1400"/>
            </a:pPr>
            <a:endParaRPr lang="en-US" sz="900" dirty="0"/>
          </a:p>
          <a:p>
            <a:pPr indent="-317500">
              <a:buSzPts val="1400"/>
            </a:pPr>
            <a:r>
              <a:rPr lang="en-US" sz="900" dirty="0"/>
              <a:t>Component-based architecture</a:t>
            </a:r>
          </a:p>
          <a:p>
            <a:pPr indent="-317500">
              <a:buSzPts val="1400"/>
            </a:pPr>
            <a:endParaRPr lang="en-US" sz="900" dirty="0"/>
          </a:p>
          <a:p>
            <a:pPr indent="-317500">
              <a:buSzPts val="1400"/>
            </a:pPr>
            <a:r>
              <a:rPr lang="en-US" sz="900" dirty="0"/>
              <a:t>Reactive state management</a:t>
            </a:r>
          </a:p>
          <a:p>
            <a:pPr indent="-317500">
              <a:buSzPts val="1400"/>
            </a:pPr>
            <a:endParaRPr lang="en-US" sz="900" dirty="0"/>
          </a:p>
          <a:p>
            <a:pPr indent="-317500">
              <a:buSzPts val="1400"/>
            </a:pPr>
            <a:r>
              <a:rPr lang="en-US" sz="900" dirty="0"/>
              <a:t>Server-side rendering (SSR)</a:t>
            </a:r>
          </a:p>
        </p:txBody>
      </p:sp>
    </p:spTree>
    <p:extLst>
      <p:ext uri="{BB962C8B-B14F-4D97-AF65-F5344CB8AC3E}">
        <p14:creationId xmlns:p14="http://schemas.microsoft.com/office/powerpoint/2010/main" val="2263261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110"/>
                                        </p:tgtEl>
                                        <p:attrNameLst>
                                          <p:attrName>style.visibility</p:attrName>
                                        </p:attrNameLst>
                                      </p:cBhvr>
                                      <p:to>
                                        <p:strVal val="visible"/>
                                      </p:to>
                                    </p:set>
                                    <p:animEffect transition="in" filter="fade">
                                      <p:cBhvr>
                                        <p:cTn id="7" dur="500"/>
                                        <p:tgtEl>
                                          <p:spTgt spid="211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058"/>
                                        </p:tgtEl>
                                        <p:attrNameLst>
                                          <p:attrName>style.visibility</p:attrName>
                                        </p:attrNameLst>
                                      </p:cBhvr>
                                      <p:to>
                                        <p:strVal val="visible"/>
                                      </p:to>
                                    </p:set>
                                    <p:animEffect transition="in" filter="fade">
                                      <p:cBhvr>
                                        <p:cTn id="11" dur="1000"/>
                                        <p:tgtEl>
                                          <p:spTgt spid="2058"/>
                                        </p:tgtEl>
                                      </p:cBhvr>
                                    </p:animEffect>
                                  </p:childTnLst>
                                </p:cTn>
                              </p:par>
                              <p:par>
                                <p:cTn id="12" presetID="10" presetClass="entr" presetSubtype="0" fill="hold" nodeType="withEffect">
                                  <p:stCondLst>
                                    <p:cond delay="0"/>
                                  </p:stCondLst>
                                  <p:childTnLst>
                                    <p:set>
                                      <p:cBhvr>
                                        <p:cTn id="13" dur="1" fill="hold">
                                          <p:stCondLst>
                                            <p:cond delay="0"/>
                                          </p:stCondLst>
                                        </p:cTn>
                                        <p:tgtEl>
                                          <p:spTgt spid="2062"/>
                                        </p:tgtEl>
                                        <p:attrNameLst>
                                          <p:attrName>style.visibility</p:attrName>
                                        </p:attrNameLst>
                                      </p:cBhvr>
                                      <p:to>
                                        <p:strVal val="visible"/>
                                      </p:to>
                                    </p:set>
                                    <p:animEffect transition="in" filter="fade">
                                      <p:cBhvr>
                                        <p:cTn id="14" dur="1000"/>
                                        <p:tgtEl>
                                          <p:spTgt spid="2062"/>
                                        </p:tgtEl>
                                      </p:cBhvr>
                                    </p:animEffect>
                                  </p:childTnLst>
                                </p:cTn>
                              </p:par>
                              <p:par>
                                <p:cTn id="15" presetID="10" presetClass="entr" presetSubtype="0" fill="hold" nodeType="withEffect">
                                  <p:stCondLst>
                                    <p:cond delay="0"/>
                                  </p:stCondLst>
                                  <p:childTnLst>
                                    <p:set>
                                      <p:cBhvr>
                                        <p:cTn id="16" dur="1" fill="hold">
                                          <p:stCondLst>
                                            <p:cond delay="0"/>
                                          </p:stCondLst>
                                        </p:cTn>
                                        <p:tgtEl>
                                          <p:spTgt spid="2063"/>
                                        </p:tgtEl>
                                        <p:attrNameLst>
                                          <p:attrName>style.visibility</p:attrName>
                                        </p:attrNameLst>
                                      </p:cBhvr>
                                      <p:to>
                                        <p:strVal val="visible"/>
                                      </p:to>
                                    </p:set>
                                    <p:animEffect transition="in" filter="fade">
                                      <p:cBhvr>
                                        <p:cTn id="17" dur="1000"/>
                                        <p:tgtEl>
                                          <p:spTgt spid="2063"/>
                                        </p:tgtEl>
                                      </p:cBhvr>
                                    </p:animEffec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2050"/>
                                        </p:tgtEl>
                                        <p:attrNameLst>
                                          <p:attrName>style.visibility</p:attrName>
                                        </p:attrNameLst>
                                      </p:cBhvr>
                                      <p:to>
                                        <p:strVal val="visible"/>
                                      </p:to>
                                    </p:set>
                                    <p:animEffect transition="in" filter="fade">
                                      <p:cBhvr>
                                        <p:cTn id="21" dur="1000"/>
                                        <p:tgtEl>
                                          <p:spTgt spid="2050"/>
                                        </p:tgtEl>
                                      </p:cBhvr>
                                    </p:animEffect>
                                  </p:childTnLst>
                                </p:cTn>
                              </p:par>
                              <p:par>
                                <p:cTn id="22" presetID="10" presetClass="entr" presetSubtype="0" fill="hold" nodeType="withEffect">
                                  <p:stCondLst>
                                    <p:cond delay="0"/>
                                  </p:stCondLst>
                                  <p:childTnLst>
                                    <p:set>
                                      <p:cBhvr>
                                        <p:cTn id="23" dur="1" fill="hold">
                                          <p:stCondLst>
                                            <p:cond delay="0"/>
                                          </p:stCondLst>
                                        </p:cTn>
                                        <p:tgtEl>
                                          <p:spTgt spid="2064"/>
                                        </p:tgtEl>
                                        <p:attrNameLst>
                                          <p:attrName>style.visibility</p:attrName>
                                        </p:attrNameLst>
                                      </p:cBhvr>
                                      <p:to>
                                        <p:strVal val="visible"/>
                                      </p:to>
                                    </p:set>
                                    <p:animEffect transition="in" filter="fade">
                                      <p:cBhvr>
                                        <p:cTn id="24" dur="1000"/>
                                        <p:tgtEl>
                                          <p:spTgt spid="2064"/>
                                        </p:tgtEl>
                                      </p:cBhvr>
                                    </p:animEffect>
                                  </p:childTnLst>
                                </p:cTn>
                              </p:par>
                              <p:par>
                                <p:cTn id="25" presetID="10" presetClass="entr" presetSubtype="0" fill="hold" nodeType="withEffect">
                                  <p:stCondLst>
                                    <p:cond delay="0"/>
                                  </p:stCondLst>
                                  <p:childTnLst>
                                    <p:set>
                                      <p:cBhvr>
                                        <p:cTn id="26" dur="1" fill="hold">
                                          <p:stCondLst>
                                            <p:cond delay="0"/>
                                          </p:stCondLst>
                                        </p:cTn>
                                        <p:tgtEl>
                                          <p:spTgt spid="2066"/>
                                        </p:tgtEl>
                                        <p:attrNameLst>
                                          <p:attrName>style.visibility</p:attrName>
                                        </p:attrNameLst>
                                      </p:cBhvr>
                                      <p:to>
                                        <p:strVal val="visible"/>
                                      </p:to>
                                    </p:set>
                                    <p:animEffect transition="in" filter="fade">
                                      <p:cBhvr>
                                        <p:cTn id="27" dur="1000"/>
                                        <p:tgtEl>
                                          <p:spTgt spid="2066"/>
                                        </p:tgtEl>
                                      </p:cBhvr>
                                    </p:animEffect>
                                  </p:childTnLst>
                                </p:cTn>
                              </p:par>
                            </p:childTnLst>
                          </p:cTn>
                        </p:par>
                        <p:par>
                          <p:cTn id="28" fill="hold">
                            <p:stCondLst>
                              <p:cond delay="2500"/>
                            </p:stCondLst>
                            <p:childTnLst>
                              <p:par>
                                <p:cTn id="29" presetID="10" presetClass="entr" presetSubtype="0" fill="hold" nodeType="afterEffect">
                                  <p:stCondLst>
                                    <p:cond delay="0"/>
                                  </p:stCondLst>
                                  <p:childTnLst>
                                    <p:set>
                                      <p:cBhvr>
                                        <p:cTn id="30" dur="1" fill="hold">
                                          <p:stCondLst>
                                            <p:cond delay="0"/>
                                          </p:stCondLst>
                                        </p:cTn>
                                        <p:tgtEl>
                                          <p:spTgt spid="2054"/>
                                        </p:tgtEl>
                                        <p:attrNameLst>
                                          <p:attrName>style.visibility</p:attrName>
                                        </p:attrNameLst>
                                      </p:cBhvr>
                                      <p:to>
                                        <p:strVal val="visible"/>
                                      </p:to>
                                    </p:set>
                                    <p:animEffect transition="in" filter="fade">
                                      <p:cBhvr>
                                        <p:cTn id="31" dur="1000"/>
                                        <p:tgtEl>
                                          <p:spTgt spid="2054"/>
                                        </p:tgtEl>
                                      </p:cBhvr>
                                    </p:animEffect>
                                  </p:childTnLst>
                                </p:cTn>
                              </p:par>
                              <p:par>
                                <p:cTn id="32" presetID="10" presetClass="entr" presetSubtype="0" fill="hold" nodeType="withEffect">
                                  <p:stCondLst>
                                    <p:cond delay="0"/>
                                  </p:stCondLst>
                                  <p:childTnLst>
                                    <p:set>
                                      <p:cBhvr>
                                        <p:cTn id="33" dur="1" fill="hold">
                                          <p:stCondLst>
                                            <p:cond delay="0"/>
                                          </p:stCondLst>
                                        </p:cTn>
                                        <p:tgtEl>
                                          <p:spTgt spid="2065"/>
                                        </p:tgtEl>
                                        <p:attrNameLst>
                                          <p:attrName>style.visibility</p:attrName>
                                        </p:attrNameLst>
                                      </p:cBhvr>
                                      <p:to>
                                        <p:strVal val="visible"/>
                                      </p:to>
                                    </p:set>
                                    <p:animEffect transition="in" filter="fade">
                                      <p:cBhvr>
                                        <p:cTn id="34" dur="1000"/>
                                        <p:tgtEl>
                                          <p:spTgt spid="2065"/>
                                        </p:tgtEl>
                                      </p:cBhvr>
                                    </p:animEffect>
                                  </p:childTnLst>
                                </p:cTn>
                              </p:par>
                              <p:par>
                                <p:cTn id="35" presetID="10" presetClass="entr" presetSubtype="0" fill="hold" nodeType="withEffect">
                                  <p:stCondLst>
                                    <p:cond delay="0"/>
                                  </p:stCondLst>
                                  <p:childTnLst>
                                    <p:set>
                                      <p:cBhvr>
                                        <p:cTn id="36" dur="1" fill="hold">
                                          <p:stCondLst>
                                            <p:cond delay="0"/>
                                          </p:stCondLst>
                                        </p:cTn>
                                        <p:tgtEl>
                                          <p:spTgt spid="2067"/>
                                        </p:tgtEl>
                                        <p:attrNameLst>
                                          <p:attrName>style.visibility</p:attrName>
                                        </p:attrNameLst>
                                      </p:cBhvr>
                                      <p:to>
                                        <p:strVal val="visible"/>
                                      </p:to>
                                    </p:set>
                                    <p:animEffect transition="in" filter="fade">
                                      <p:cBhvr>
                                        <p:cTn id="37" dur="1000"/>
                                        <p:tgtEl>
                                          <p:spTgt spid="2067"/>
                                        </p:tgtEl>
                                      </p:cBhvr>
                                    </p:animEffect>
                                  </p:childTnLst>
                                </p:cTn>
                              </p:par>
                            </p:childTnLst>
                          </p:cTn>
                        </p:par>
                        <p:par>
                          <p:cTn id="38" fill="hold">
                            <p:stCondLst>
                              <p:cond delay="3500"/>
                            </p:stCondLst>
                            <p:childTnLst>
                              <p:par>
                                <p:cTn id="39" presetID="10" presetClass="entr" presetSubtype="0" fill="hold"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1000"/>
                                        <p:tgtEl>
                                          <p:spTgt spid="2"/>
                                        </p:tgtEl>
                                      </p:cBhvr>
                                    </p:animEffect>
                                  </p:childTnLst>
                                </p:cTn>
                              </p:par>
                              <p:par>
                                <p:cTn id="42" presetID="10" presetClass="entr" presetSubtype="0" fill="hold"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1000"/>
                                        <p:tgtEl>
                                          <p:spTgt spid="14"/>
                                        </p:tgtEl>
                                      </p:cBhvr>
                                    </p:animEffect>
                                  </p:childTnLst>
                                </p:cTn>
                              </p:par>
                              <p:par>
                                <p:cTn id="45" presetID="10"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4">
          <a:extLst>
            <a:ext uri="{FF2B5EF4-FFF2-40B4-BE49-F238E27FC236}">
              <a16:creationId xmlns:a16="http://schemas.microsoft.com/office/drawing/2014/main" id="{ECB175F5-9DB9-16D7-4F9C-548B508B192B}"/>
            </a:ext>
          </a:extLst>
        </p:cNvPr>
        <p:cNvGrpSpPr/>
        <p:nvPr/>
      </p:nvGrpSpPr>
      <p:grpSpPr>
        <a:xfrm>
          <a:off x="0" y="0"/>
          <a:ext cx="0" cy="0"/>
          <a:chOff x="0" y="0"/>
          <a:chExt cx="0" cy="0"/>
        </a:xfrm>
      </p:grpSpPr>
      <p:sp>
        <p:nvSpPr>
          <p:cNvPr id="48" name="Google Shape;2049;p84">
            <a:extLst>
              <a:ext uri="{FF2B5EF4-FFF2-40B4-BE49-F238E27FC236}">
                <a16:creationId xmlns:a16="http://schemas.microsoft.com/office/drawing/2014/main" id="{F45A1BFF-B031-CE19-DACE-B096F87CC181}"/>
              </a:ext>
            </a:extLst>
          </p:cNvPr>
          <p:cNvSpPr txBox="1">
            <a:spLocks noGrp="1"/>
          </p:cNvSpPr>
          <p:nvPr>
            <p:ph type="title"/>
          </p:nvPr>
        </p:nvSpPr>
        <p:spPr>
          <a:xfrm>
            <a:off x="5057775" y="-41629"/>
            <a:ext cx="3686215" cy="572700"/>
          </a:xfrm>
          <a:prstGeom prst="rect">
            <a:avLst/>
          </a:prstGeom>
        </p:spPr>
        <p:txBody>
          <a:bodyPr spcFirstLastPara="1" wrap="square" lIns="91425" tIns="91425" rIns="91425" bIns="91425" anchor="t" anchorCtr="0">
            <a:noAutofit/>
          </a:bodyPr>
          <a:lstStyle/>
          <a:p>
            <a:pPr lvl="0"/>
            <a:r>
              <a:rPr lang="en-US" dirty="0"/>
              <a:t>Project Structure</a:t>
            </a:r>
            <a:endParaRPr dirty="0"/>
          </a:p>
        </p:txBody>
      </p:sp>
      <p:grpSp>
        <p:nvGrpSpPr>
          <p:cNvPr id="6" name="Google Shape;4695;p112">
            <a:extLst>
              <a:ext uri="{FF2B5EF4-FFF2-40B4-BE49-F238E27FC236}">
                <a16:creationId xmlns:a16="http://schemas.microsoft.com/office/drawing/2014/main" id="{0EB3362C-3F00-985C-9603-DCE6B9DD9A72}"/>
              </a:ext>
            </a:extLst>
          </p:cNvPr>
          <p:cNvGrpSpPr/>
          <p:nvPr/>
        </p:nvGrpSpPr>
        <p:grpSpPr>
          <a:xfrm>
            <a:off x="5081863" y="626546"/>
            <a:ext cx="2952215" cy="2147993"/>
            <a:chOff x="3136517" y="2502002"/>
            <a:chExt cx="2870967" cy="2088878"/>
          </a:xfrm>
        </p:grpSpPr>
        <p:sp>
          <p:nvSpPr>
            <p:cNvPr id="7" name="Google Shape;4696;p112">
              <a:extLst>
                <a:ext uri="{FF2B5EF4-FFF2-40B4-BE49-F238E27FC236}">
                  <a16:creationId xmlns:a16="http://schemas.microsoft.com/office/drawing/2014/main" id="{C3236099-60C5-EA5B-7AB5-BC9C93511FA2}"/>
                </a:ext>
              </a:extLst>
            </p:cNvPr>
            <p:cNvSpPr/>
            <p:nvPr/>
          </p:nvSpPr>
          <p:spPr>
            <a:xfrm>
              <a:off x="3277936" y="2502002"/>
              <a:ext cx="2614425" cy="2052562"/>
            </a:xfrm>
            <a:custGeom>
              <a:avLst/>
              <a:gdLst/>
              <a:ahLst/>
              <a:cxnLst/>
              <a:rect l="l" t="t" r="r" b="b"/>
              <a:pathLst>
                <a:path w="160468" h="125982" extrusionOk="0">
                  <a:moveTo>
                    <a:pt x="48247" y="1"/>
                  </a:moveTo>
                  <a:cubicBezTo>
                    <a:pt x="48030" y="1"/>
                    <a:pt x="47851" y="176"/>
                    <a:pt x="47840" y="406"/>
                  </a:cubicBezTo>
                  <a:cubicBezTo>
                    <a:pt x="47828" y="632"/>
                    <a:pt x="48007" y="835"/>
                    <a:pt x="48245" y="835"/>
                  </a:cubicBezTo>
                  <a:cubicBezTo>
                    <a:pt x="48876" y="859"/>
                    <a:pt x="49507" y="918"/>
                    <a:pt x="50138" y="990"/>
                  </a:cubicBezTo>
                  <a:cubicBezTo>
                    <a:pt x="50459" y="1025"/>
                    <a:pt x="50793" y="1073"/>
                    <a:pt x="51114" y="1121"/>
                  </a:cubicBezTo>
                  <a:lnTo>
                    <a:pt x="51174" y="1121"/>
                  </a:lnTo>
                  <a:lnTo>
                    <a:pt x="51174" y="1109"/>
                  </a:lnTo>
                  <a:cubicBezTo>
                    <a:pt x="51686" y="1109"/>
                    <a:pt x="51745" y="359"/>
                    <a:pt x="51233" y="275"/>
                  </a:cubicBezTo>
                  <a:cubicBezTo>
                    <a:pt x="50900" y="228"/>
                    <a:pt x="50566" y="180"/>
                    <a:pt x="50233" y="144"/>
                  </a:cubicBezTo>
                  <a:cubicBezTo>
                    <a:pt x="49590" y="73"/>
                    <a:pt x="48923" y="25"/>
                    <a:pt x="48268" y="1"/>
                  </a:cubicBezTo>
                  <a:cubicBezTo>
                    <a:pt x="48261" y="1"/>
                    <a:pt x="48254" y="1"/>
                    <a:pt x="48247" y="1"/>
                  </a:cubicBezTo>
                  <a:close/>
                  <a:moveTo>
                    <a:pt x="45369" y="33"/>
                  </a:moveTo>
                  <a:cubicBezTo>
                    <a:pt x="45348" y="33"/>
                    <a:pt x="45326" y="34"/>
                    <a:pt x="45304" y="37"/>
                  </a:cubicBezTo>
                  <a:cubicBezTo>
                    <a:pt x="44316" y="97"/>
                    <a:pt x="43327" y="216"/>
                    <a:pt x="42351" y="382"/>
                  </a:cubicBezTo>
                  <a:cubicBezTo>
                    <a:pt x="41863" y="478"/>
                    <a:pt x="41922" y="1204"/>
                    <a:pt x="42423" y="1216"/>
                  </a:cubicBezTo>
                  <a:cubicBezTo>
                    <a:pt x="42446" y="1216"/>
                    <a:pt x="42470" y="1216"/>
                    <a:pt x="42494" y="1204"/>
                  </a:cubicBezTo>
                  <a:cubicBezTo>
                    <a:pt x="43446" y="1049"/>
                    <a:pt x="44399" y="930"/>
                    <a:pt x="45351" y="871"/>
                  </a:cubicBezTo>
                  <a:cubicBezTo>
                    <a:pt x="45924" y="859"/>
                    <a:pt x="45891" y="33"/>
                    <a:pt x="45369" y="33"/>
                  </a:cubicBezTo>
                  <a:close/>
                  <a:moveTo>
                    <a:pt x="54007" y="875"/>
                  </a:moveTo>
                  <a:cubicBezTo>
                    <a:pt x="53558" y="875"/>
                    <a:pt x="53412" y="1584"/>
                    <a:pt x="53924" y="1704"/>
                  </a:cubicBezTo>
                  <a:cubicBezTo>
                    <a:pt x="54841" y="1954"/>
                    <a:pt x="55769" y="2240"/>
                    <a:pt x="56674" y="2585"/>
                  </a:cubicBezTo>
                  <a:cubicBezTo>
                    <a:pt x="56720" y="2597"/>
                    <a:pt x="56777" y="2608"/>
                    <a:pt x="56824" y="2609"/>
                  </a:cubicBezTo>
                  <a:lnTo>
                    <a:pt x="56824" y="2609"/>
                  </a:lnTo>
                  <a:cubicBezTo>
                    <a:pt x="57295" y="2603"/>
                    <a:pt x="57410" y="1965"/>
                    <a:pt x="56972" y="1799"/>
                  </a:cubicBezTo>
                  <a:cubicBezTo>
                    <a:pt x="56031" y="1454"/>
                    <a:pt x="55079" y="1144"/>
                    <a:pt x="54138" y="894"/>
                  </a:cubicBezTo>
                  <a:cubicBezTo>
                    <a:pt x="54092" y="881"/>
                    <a:pt x="54048" y="875"/>
                    <a:pt x="54007" y="875"/>
                  </a:cubicBezTo>
                  <a:close/>
                  <a:moveTo>
                    <a:pt x="56824" y="2609"/>
                  </a:moveTo>
                  <a:lnTo>
                    <a:pt x="56824" y="2609"/>
                  </a:lnTo>
                  <a:cubicBezTo>
                    <a:pt x="56822" y="2609"/>
                    <a:pt x="56819" y="2609"/>
                    <a:pt x="56817" y="2609"/>
                  </a:cubicBezTo>
                  <a:lnTo>
                    <a:pt x="56829" y="2609"/>
                  </a:lnTo>
                  <a:cubicBezTo>
                    <a:pt x="56827" y="2609"/>
                    <a:pt x="56826" y="2609"/>
                    <a:pt x="56824" y="2609"/>
                  </a:cubicBezTo>
                  <a:close/>
                  <a:moveTo>
                    <a:pt x="39572" y="1008"/>
                  </a:moveTo>
                  <a:cubicBezTo>
                    <a:pt x="39532" y="1008"/>
                    <a:pt x="39490" y="1014"/>
                    <a:pt x="39446" y="1025"/>
                  </a:cubicBezTo>
                  <a:cubicBezTo>
                    <a:pt x="38517" y="1275"/>
                    <a:pt x="37565" y="1573"/>
                    <a:pt x="36624" y="1918"/>
                  </a:cubicBezTo>
                  <a:cubicBezTo>
                    <a:pt x="36188" y="2083"/>
                    <a:pt x="36301" y="2728"/>
                    <a:pt x="36755" y="2728"/>
                  </a:cubicBezTo>
                  <a:cubicBezTo>
                    <a:pt x="36759" y="2728"/>
                    <a:pt x="36763" y="2728"/>
                    <a:pt x="36767" y="2728"/>
                  </a:cubicBezTo>
                  <a:cubicBezTo>
                    <a:pt x="36815" y="2728"/>
                    <a:pt x="36862" y="2728"/>
                    <a:pt x="36910" y="2704"/>
                  </a:cubicBezTo>
                  <a:cubicBezTo>
                    <a:pt x="37839" y="2383"/>
                    <a:pt x="38755" y="2085"/>
                    <a:pt x="39672" y="1835"/>
                  </a:cubicBezTo>
                  <a:cubicBezTo>
                    <a:pt x="40165" y="1704"/>
                    <a:pt x="40023" y="1008"/>
                    <a:pt x="39572" y="1008"/>
                  </a:cubicBezTo>
                  <a:close/>
                  <a:moveTo>
                    <a:pt x="59507" y="2920"/>
                  </a:moveTo>
                  <a:cubicBezTo>
                    <a:pt x="59118" y="2920"/>
                    <a:pt x="58908" y="3510"/>
                    <a:pt x="59341" y="3716"/>
                  </a:cubicBezTo>
                  <a:cubicBezTo>
                    <a:pt x="60187" y="4109"/>
                    <a:pt x="61056" y="4573"/>
                    <a:pt x="61913" y="5062"/>
                  </a:cubicBezTo>
                  <a:cubicBezTo>
                    <a:pt x="61973" y="5097"/>
                    <a:pt x="62044" y="5109"/>
                    <a:pt x="62115" y="5109"/>
                  </a:cubicBezTo>
                  <a:cubicBezTo>
                    <a:pt x="62120" y="5109"/>
                    <a:pt x="62124" y="5109"/>
                    <a:pt x="62129" y="5109"/>
                  </a:cubicBezTo>
                  <a:cubicBezTo>
                    <a:pt x="62559" y="5109"/>
                    <a:pt x="62695" y="4547"/>
                    <a:pt x="62330" y="4335"/>
                  </a:cubicBezTo>
                  <a:cubicBezTo>
                    <a:pt x="61449" y="3835"/>
                    <a:pt x="60568" y="3371"/>
                    <a:pt x="59698" y="2966"/>
                  </a:cubicBezTo>
                  <a:cubicBezTo>
                    <a:pt x="59631" y="2934"/>
                    <a:pt x="59567" y="2920"/>
                    <a:pt x="59507" y="2920"/>
                  </a:cubicBezTo>
                  <a:close/>
                  <a:moveTo>
                    <a:pt x="34079" y="3004"/>
                  </a:moveTo>
                  <a:cubicBezTo>
                    <a:pt x="34018" y="3004"/>
                    <a:pt x="33954" y="3018"/>
                    <a:pt x="33886" y="3049"/>
                  </a:cubicBezTo>
                  <a:cubicBezTo>
                    <a:pt x="33017" y="3442"/>
                    <a:pt x="32124" y="3895"/>
                    <a:pt x="31243" y="4371"/>
                  </a:cubicBezTo>
                  <a:cubicBezTo>
                    <a:pt x="30862" y="4573"/>
                    <a:pt x="31004" y="5157"/>
                    <a:pt x="31445" y="5157"/>
                  </a:cubicBezTo>
                  <a:cubicBezTo>
                    <a:pt x="31504" y="5157"/>
                    <a:pt x="31576" y="5145"/>
                    <a:pt x="31635" y="5109"/>
                  </a:cubicBezTo>
                  <a:cubicBezTo>
                    <a:pt x="32505" y="4633"/>
                    <a:pt x="33374" y="4204"/>
                    <a:pt x="34231" y="3811"/>
                  </a:cubicBezTo>
                  <a:cubicBezTo>
                    <a:pt x="34675" y="3605"/>
                    <a:pt x="34474" y="3004"/>
                    <a:pt x="34079" y="3004"/>
                  </a:cubicBezTo>
                  <a:close/>
                  <a:moveTo>
                    <a:pt x="28917" y="5799"/>
                  </a:moveTo>
                  <a:cubicBezTo>
                    <a:pt x="28842" y="5799"/>
                    <a:pt x="28763" y="5821"/>
                    <a:pt x="28683" y="5871"/>
                  </a:cubicBezTo>
                  <a:cubicBezTo>
                    <a:pt x="27861" y="6371"/>
                    <a:pt x="27040" y="6931"/>
                    <a:pt x="26230" y="7502"/>
                  </a:cubicBezTo>
                  <a:cubicBezTo>
                    <a:pt x="25885" y="7740"/>
                    <a:pt x="26063" y="8264"/>
                    <a:pt x="26468" y="8264"/>
                  </a:cubicBezTo>
                  <a:cubicBezTo>
                    <a:pt x="26551" y="8264"/>
                    <a:pt x="26635" y="8240"/>
                    <a:pt x="26706" y="8193"/>
                  </a:cubicBezTo>
                  <a:cubicBezTo>
                    <a:pt x="27516" y="7621"/>
                    <a:pt x="28326" y="7086"/>
                    <a:pt x="29135" y="6574"/>
                  </a:cubicBezTo>
                  <a:cubicBezTo>
                    <a:pt x="29521" y="6326"/>
                    <a:pt x="29282" y="5799"/>
                    <a:pt x="28917" y="5799"/>
                  </a:cubicBezTo>
                  <a:close/>
                  <a:moveTo>
                    <a:pt x="64618" y="5818"/>
                  </a:moveTo>
                  <a:cubicBezTo>
                    <a:pt x="64262" y="5818"/>
                    <a:pt x="64030" y="6316"/>
                    <a:pt x="64378" y="6574"/>
                  </a:cubicBezTo>
                  <a:cubicBezTo>
                    <a:pt x="65163" y="7097"/>
                    <a:pt x="65961" y="7657"/>
                    <a:pt x="66759" y="8252"/>
                  </a:cubicBezTo>
                  <a:cubicBezTo>
                    <a:pt x="66830" y="8300"/>
                    <a:pt x="66914" y="8336"/>
                    <a:pt x="67009" y="8336"/>
                  </a:cubicBezTo>
                  <a:cubicBezTo>
                    <a:pt x="67414" y="8324"/>
                    <a:pt x="67580" y="7812"/>
                    <a:pt x="67259" y="7574"/>
                  </a:cubicBezTo>
                  <a:cubicBezTo>
                    <a:pt x="66449" y="6978"/>
                    <a:pt x="65640" y="6407"/>
                    <a:pt x="64842" y="5883"/>
                  </a:cubicBezTo>
                  <a:cubicBezTo>
                    <a:pt x="64765" y="5837"/>
                    <a:pt x="64689" y="5818"/>
                    <a:pt x="64618" y="5818"/>
                  </a:cubicBezTo>
                  <a:close/>
                  <a:moveTo>
                    <a:pt x="24114" y="9163"/>
                  </a:moveTo>
                  <a:cubicBezTo>
                    <a:pt x="24027" y="9163"/>
                    <a:pt x="23936" y="9194"/>
                    <a:pt x="23849" y="9264"/>
                  </a:cubicBezTo>
                  <a:cubicBezTo>
                    <a:pt x="23099" y="9872"/>
                    <a:pt x="22325" y="10503"/>
                    <a:pt x="21575" y="11146"/>
                  </a:cubicBezTo>
                  <a:cubicBezTo>
                    <a:pt x="21277" y="11396"/>
                    <a:pt x="21468" y="11884"/>
                    <a:pt x="21849" y="11884"/>
                  </a:cubicBezTo>
                  <a:lnTo>
                    <a:pt x="21860" y="11884"/>
                  </a:lnTo>
                  <a:cubicBezTo>
                    <a:pt x="21956" y="11884"/>
                    <a:pt x="22051" y="11848"/>
                    <a:pt x="22122" y="11777"/>
                  </a:cubicBezTo>
                  <a:cubicBezTo>
                    <a:pt x="22861" y="11146"/>
                    <a:pt x="23623" y="10526"/>
                    <a:pt x="24373" y="9931"/>
                  </a:cubicBezTo>
                  <a:cubicBezTo>
                    <a:pt x="24735" y="9654"/>
                    <a:pt x="24463" y="9163"/>
                    <a:pt x="24114" y="9163"/>
                  </a:cubicBezTo>
                  <a:close/>
                  <a:moveTo>
                    <a:pt x="69318" y="9285"/>
                  </a:moveTo>
                  <a:cubicBezTo>
                    <a:pt x="68976" y="9285"/>
                    <a:pt x="68702" y="9753"/>
                    <a:pt x="69045" y="10038"/>
                  </a:cubicBezTo>
                  <a:cubicBezTo>
                    <a:pt x="69783" y="10634"/>
                    <a:pt x="70521" y="11265"/>
                    <a:pt x="71271" y="11919"/>
                  </a:cubicBezTo>
                  <a:cubicBezTo>
                    <a:pt x="71343" y="11991"/>
                    <a:pt x="71450" y="12027"/>
                    <a:pt x="71545" y="12027"/>
                  </a:cubicBezTo>
                  <a:cubicBezTo>
                    <a:pt x="71938" y="12027"/>
                    <a:pt x="72117" y="11550"/>
                    <a:pt x="71819" y="11300"/>
                  </a:cubicBezTo>
                  <a:cubicBezTo>
                    <a:pt x="71069" y="10634"/>
                    <a:pt x="70319" y="9979"/>
                    <a:pt x="69581" y="9383"/>
                  </a:cubicBezTo>
                  <a:cubicBezTo>
                    <a:pt x="69495" y="9314"/>
                    <a:pt x="69404" y="9285"/>
                    <a:pt x="69318" y="9285"/>
                  </a:cubicBezTo>
                  <a:close/>
                  <a:moveTo>
                    <a:pt x="19670" y="12996"/>
                  </a:moveTo>
                  <a:cubicBezTo>
                    <a:pt x="19575" y="12996"/>
                    <a:pt x="19475" y="13033"/>
                    <a:pt x="19384" y="13122"/>
                  </a:cubicBezTo>
                  <a:cubicBezTo>
                    <a:pt x="18681" y="13777"/>
                    <a:pt x="17967" y="14467"/>
                    <a:pt x="17277" y="15170"/>
                  </a:cubicBezTo>
                  <a:cubicBezTo>
                    <a:pt x="17015" y="15432"/>
                    <a:pt x="17193" y="15884"/>
                    <a:pt x="17574" y="15884"/>
                  </a:cubicBezTo>
                  <a:cubicBezTo>
                    <a:pt x="17693" y="15884"/>
                    <a:pt x="17800" y="15837"/>
                    <a:pt x="17872" y="15765"/>
                  </a:cubicBezTo>
                  <a:cubicBezTo>
                    <a:pt x="18550" y="15063"/>
                    <a:pt x="19253" y="14384"/>
                    <a:pt x="19955" y="13729"/>
                  </a:cubicBezTo>
                  <a:cubicBezTo>
                    <a:pt x="20269" y="13434"/>
                    <a:pt x="19997" y="12996"/>
                    <a:pt x="19670" y="12996"/>
                  </a:cubicBezTo>
                  <a:close/>
                  <a:moveTo>
                    <a:pt x="73702" y="13138"/>
                  </a:moveTo>
                  <a:cubicBezTo>
                    <a:pt x="73366" y="13138"/>
                    <a:pt x="73077" y="13602"/>
                    <a:pt x="73426" y="13896"/>
                  </a:cubicBezTo>
                  <a:cubicBezTo>
                    <a:pt x="73593" y="14051"/>
                    <a:pt x="73760" y="14205"/>
                    <a:pt x="73926" y="14360"/>
                  </a:cubicBezTo>
                  <a:cubicBezTo>
                    <a:pt x="74462" y="14872"/>
                    <a:pt x="74998" y="15396"/>
                    <a:pt x="75534" y="15908"/>
                  </a:cubicBezTo>
                  <a:cubicBezTo>
                    <a:pt x="75598" y="15983"/>
                    <a:pt x="75691" y="16029"/>
                    <a:pt x="75795" y="16029"/>
                  </a:cubicBezTo>
                  <a:cubicBezTo>
                    <a:pt x="75807" y="16029"/>
                    <a:pt x="75818" y="16028"/>
                    <a:pt x="75829" y="16027"/>
                  </a:cubicBezTo>
                  <a:lnTo>
                    <a:pt x="75829" y="16027"/>
                  </a:lnTo>
                  <a:cubicBezTo>
                    <a:pt x="75831" y="16027"/>
                    <a:pt x="75832" y="16027"/>
                    <a:pt x="75834" y="16027"/>
                  </a:cubicBezTo>
                  <a:cubicBezTo>
                    <a:pt x="76205" y="16027"/>
                    <a:pt x="76388" y="15571"/>
                    <a:pt x="76117" y="15313"/>
                  </a:cubicBezTo>
                  <a:cubicBezTo>
                    <a:pt x="75581" y="14789"/>
                    <a:pt x="75046" y="14265"/>
                    <a:pt x="74498" y="13753"/>
                  </a:cubicBezTo>
                  <a:lnTo>
                    <a:pt x="73998" y="13277"/>
                  </a:lnTo>
                  <a:cubicBezTo>
                    <a:pt x="73905" y="13179"/>
                    <a:pt x="73802" y="13138"/>
                    <a:pt x="73702" y="13138"/>
                  </a:cubicBezTo>
                  <a:close/>
                  <a:moveTo>
                    <a:pt x="77923" y="17244"/>
                  </a:moveTo>
                  <a:cubicBezTo>
                    <a:pt x="77598" y="17244"/>
                    <a:pt x="77315" y="17666"/>
                    <a:pt x="77617" y="17968"/>
                  </a:cubicBezTo>
                  <a:lnTo>
                    <a:pt x="79701" y="20040"/>
                  </a:lnTo>
                  <a:cubicBezTo>
                    <a:pt x="79772" y="20111"/>
                    <a:pt x="79880" y="20159"/>
                    <a:pt x="79999" y="20159"/>
                  </a:cubicBezTo>
                  <a:cubicBezTo>
                    <a:pt x="80106" y="20159"/>
                    <a:pt x="80225" y="20123"/>
                    <a:pt x="80296" y="20040"/>
                  </a:cubicBezTo>
                  <a:cubicBezTo>
                    <a:pt x="80463" y="19873"/>
                    <a:pt x="80463" y="19611"/>
                    <a:pt x="80296" y="19444"/>
                  </a:cubicBezTo>
                  <a:lnTo>
                    <a:pt x="78213" y="17373"/>
                  </a:lnTo>
                  <a:cubicBezTo>
                    <a:pt x="78122" y="17282"/>
                    <a:pt x="78020" y="17244"/>
                    <a:pt x="77923" y="17244"/>
                  </a:cubicBezTo>
                  <a:close/>
                  <a:moveTo>
                    <a:pt x="15549" y="17161"/>
                  </a:moveTo>
                  <a:cubicBezTo>
                    <a:pt x="15448" y="17161"/>
                    <a:pt x="15343" y="17202"/>
                    <a:pt x="15252" y="17301"/>
                  </a:cubicBezTo>
                  <a:cubicBezTo>
                    <a:pt x="14562" y="18039"/>
                    <a:pt x="13907" y="18789"/>
                    <a:pt x="13288" y="19504"/>
                  </a:cubicBezTo>
                  <a:cubicBezTo>
                    <a:pt x="13062" y="19778"/>
                    <a:pt x="13252" y="20194"/>
                    <a:pt x="13609" y="20194"/>
                  </a:cubicBezTo>
                  <a:cubicBezTo>
                    <a:pt x="13728" y="20194"/>
                    <a:pt x="13848" y="20147"/>
                    <a:pt x="13931" y="20051"/>
                  </a:cubicBezTo>
                  <a:cubicBezTo>
                    <a:pt x="14538" y="19337"/>
                    <a:pt x="15193" y="18599"/>
                    <a:pt x="15860" y="17873"/>
                  </a:cubicBezTo>
                  <a:cubicBezTo>
                    <a:pt x="16148" y="17558"/>
                    <a:pt x="15864" y="17161"/>
                    <a:pt x="15549" y="17161"/>
                  </a:cubicBezTo>
                  <a:close/>
                  <a:moveTo>
                    <a:pt x="82069" y="21340"/>
                  </a:moveTo>
                  <a:cubicBezTo>
                    <a:pt x="81732" y="21340"/>
                    <a:pt x="81442" y="21797"/>
                    <a:pt x="81796" y="22087"/>
                  </a:cubicBezTo>
                  <a:cubicBezTo>
                    <a:pt x="82558" y="22849"/>
                    <a:pt x="83261" y="23504"/>
                    <a:pt x="83916" y="24123"/>
                  </a:cubicBezTo>
                  <a:cubicBezTo>
                    <a:pt x="83987" y="24195"/>
                    <a:pt x="84094" y="24242"/>
                    <a:pt x="84202" y="24242"/>
                  </a:cubicBezTo>
                  <a:cubicBezTo>
                    <a:pt x="84583" y="24242"/>
                    <a:pt x="84761" y="23778"/>
                    <a:pt x="84487" y="23516"/>
                  </a:cubicBezTo>
                  <a:cubicBezTo>
                    <a:pt x="83832" y="22909"/>
                    <a:pt x="83142" y="22242"/>
                    <a:pt x="82380" y="21492"/>
                  </a:cubicBezTo>
                  <a:cubicBezTo>
                    <a:pt x="82284" y="21385"/>
                    <a:pt x="82174" y="21340"/>
                    <a:pt x="82069" y="21340"/>
                  </a:cubicBezTo>
                  <a:close/>
                  <a:moveTo>
                    <a:pt x="11747" y="21616"/>
                  </a:moveTo>
                  <a:cubicBezTo>
                    <a:pt x="11636" y="21616"/>
                    <a:pt x="11522" y="21664"/>
                    <a:pt x="11431" y="21778"/>
                  </a:cubicBezTo>
                  <a:cubicBezTo>
                    <a:pt x="10811" y="22587"/>
                    <a:pt x="10228" y="23385"/>
                    <a:pt x="9680" y="24159"/>
                  </a:cubicBezTo>
                  <a:cubicBezTo>
                    <a:pt x="9491" y="24443"/>
                    <a:pt x="9678" y="24821"/>
                    <a:pt x="10020" y="24826"/>
                  </a:cubicBezTo>
                  <a:lnTo>
                    <a:pt x="10020" y="24826"/>
                  </a:lnTo>
                  <a:cubicBezTo>
                    <a:pt x="10160" y="24824"/>
                    <a:pt x="10289" y="24753"/>
                    <a:pt x="10371" y="24635"/>
                  </a:cubicBezTo>
                  <a:cubicBezTo>
                    <a:pt x="10907" y="23861"/>
                    <a:pt x="11490" y="23076"/>
                    <a:pt x="12097" y="22302"/>
                  </a:cubicBezTo>
                  <a:cubicBezTo>
                    <a:pt x="12342" y="21978"/>
                    <a:pt x="12054" y="21616"/>
                    <a:pt x="11747" y="21616"/>
                  </a:cubicBezTo>
                  <a:close/>
                  <a:moveTo>
                    <a:pt x="10020" y="24826"/>
                  </a:moveTo>
                  <a:lnTo>
                    <a:pt x="10020" y="24826"/>
                  </a:lnTo>
                  <a:cubicBezTo>
                    <a:pt x="10018" y="24826"/>
                    <a:pt x="10016" y="24826"/>
                    <a:pt x="10014" y="24826"/>
                  </a:cubicBezTo>
                  <a:lnTo>
                    <a:pt x="10026" y="24826"/>
                  </a:lnTo>
                  <a:cubicBezTo>
                    <a:pt x="10024" y="24826"/>
                    <a:pt x="10022" y="24826"/>
                    <a:pt x="10020" y="24826"/>
                  </a:cubicBezTo>
                  <a:close/>
                  <a:moveTo>
                    <a:pt x="86353" y="25365"/>
                  </a:moveTo>
                  <a:cubicBezTo>
                    <a:pt x="86017" y="25365"/>
                    <a:pt x="85743" y="25825"/>
                    <a:pt x="86095" y="26112"/>
                  </a:cubicBezTo>
                  <a:cubicBezTo>
                    <a:pt x="86845" y="26790"/>
                    <a:pt x="87595" y="27433"/>
                    <a:pt x="88321" y="28029"/>
                  </a:cubicBezTo>
                  <a:cubicBezTo>
                    <a:pt x="88393" y="28088"/>
                    <a:pt x="88488" y="28124"/>
                    <a:pt x="88595" y="28124"/>
                  </a:cubicBezTo>
                  <a:cubicBezTo>
                    <a:pt x="88988" y="28124"/>
                    <a:pt x="89166" y="27624"/>
                    <a:pt x="88857" y="27386"/>
                  </a:cubicBezTo>
                  <a:cubicBezTo>
                    <a:pt x="88143" y="26790"/>
                    <a:pt x="87404" y="26159"/>
                    <a:pt x="86642" y="25493"/>
                  </a:cubicBezTo>
                  <a:cubicBezTo>
                    <a:pt x="86550" y="25403"/>
                    <a:pt x="86449" y="25365"/>
                    <a:pt x="86353" y="25365"/>
                  </a:cubicBezTo>
                  <a:close/>
                  <a:moveTo>
                    <a:pt x="8401" y="26431"/>
                  </a:moveTo>
                  <a:cubicBezTo>
                    <a:pt x="8275" y="26431"/>
                    <a:pt x="8148" y="26491"/>
                    <a:pt x="8061" y="26636"/>
                  </a:cubicBezTo>
                  <a:cubicBezTo>
                    <a:pt x="7537" y="27493"/>
                    <a:pt x="7049" y="28362"/>
                    <a:pt x="6597" y="29219"/>
                  </a:cubicBezTo>
                  <a:cubicBezTo>
                    <a:pt x="6489" y="29422"/>
                    <a:pt x="6573" y="29672"/>
                    <a:pt x="6775" y="29779"/>
                  </a:cubicBezTo>
                  <a:cubicBezTo>
                    <a:pt x="6835" y="29815"/>
                    <a:pt x="6906" y="29826"/>
                    <a:pt x="6978" y="29826"/>
                  </a:cubicBezTo>
                  <a:cubicBezTo>
                    <a:pt x="7132" y="29826"/>
                    <a:pt x="7275" y="29743"/>
                    <a:pt x="7347" y="29612"/>
                  </a:cubicBezTo>
                  <a:cubicBezTo>
                    <a:pt x="7775" y="28767"/>
                    <a:pt x="8252" y="27921"/>
                    <a:pt x="8775" y="27076"/>
                  </a:cubicBezTo>
                  <a:cubicBezTo>
                    <a:pt x="8974" y="26745"/>
                    <a:pt x="8689" y="26431"/>
                    <a:pt x="8401" y="26431"/>
                  </a:cubicBezTo>
                  <a:close/>
                  <a:moveTo>
                    <a:pt x="90879" y="29093"/>
                  </a:moveTo>
                  <a:cubicBezTo>
                    <a:pt x="90534" y="29093"/>
                    <a:pt x="90275" y="29581"/>
                    <a:pt x="90631" y="29850"/>
                  </a:cubicBezTo>
                  <a:cubicBezTo>
                    <a:pt x="91441" y="30457"/>
                    <a:pt x="92262" y="31017"/>
                    <a:pt x="93060" y="31553"/>
                  </a:cubicBezTo>
                  <a:cubicBezTo>
                    <a:pt x="93118" y="31588"/>
                    <a:pt x="93199" y="31611"/>
                    <a:pt x="93292" y="31612"/>
                  </a:cubicBezTo>
                  <a:lnTo>
                    <a:pt x="93292" y="31612"/>
                  </a:lnTo>
                  <a:cubicBezTo>
                    <a:pt x="93704" y="31607"/>
                    <a:pt x="93868" y="31076"/>
                    <a:pt x="93512" y="30850"/>
                  </a:cubicBezTo>
                  <a:cubicBezTo>
                    <a:pt x="92726" y="30327"/>
                    <a:pt x="91929" y="29779"/>
                    <a:pt x="91131" y="29184"/>
                  </a:cubicBezTo>
                  <a:cubicBezTo>
                    <a:pt x="91047" y="29120"/>
                    <a:pt x="90961" y="29093"/>
                    <a:pt x="90879" y="29093"/>
                  </a:cubicBezTo>
                  <a:close/>
                  <a:moveTo>
                    <a:pt x="93292" y="31612"/>
                  </a:moveTo>
                  <a:lnTo>
                    <a:pt x="93292" y="31612"/>
                  </a:lnTo>
                  <a:cubicBezTo>
                    <a:pt x="93290" y="31612"/>
                    <a:pt x="93288" y="31612"/>
                    <a:pt x="93286" y="31612"/>
                  </a:cubicBezTo>
                  <a:lnTo>
                    <a:pt x="93298" y="31612"/>
                  </a:lnTo>
                  <a:cubicBezTo>
                    <a:pt x="93296" y="31612"/>
                    <a:pt x="93294" y="31612"/>
                    <a:pt x="93292" y="31612"/>
                  </a:cubicBezTo>
                  <a:close/>
                  <a:moveTo>
                    <a:pt x="95783" y="32302"/>
                  </a:moveTo>
                  <a:cubicBezTo>
                    <a:pt x="95405" y="32302"/>
                    <a:pt x="95171" y="32857"/>
                    <a:pt x="95584" y="33089"/>
                  </a:cubicBezTo>
                  <a:cubicBezTo>
                    <a:pt x="96429" y="33565"/>
                    <a:pt x="97310" y="34029"/>
                    <a:pt x="98203" y="34458"/>
                  </a:cubicBezTo>
                  <a:cubicBezTo>
                    <a:pt x="98261" y="34481"/>
                    <a:pt x="98319" y="34493"/>
                    <a:pt x="98388" y="34494"/>
                  </a:cubicBezTo>
                  <a:lnTo>
                    <a:pt x="98388" y="34494"/>
                  </a:lnTo>
                  <a:cubicBezTo>
                    <a:pt x="98835" y="34489"/>
                    <a:pt x="98964" y="33898"/>
                    <a:pt x="98572" y="33696"/>
                  </a:cubicBezTo>
                  <a:cubicBezTo>
                    <a:pt x="97691" y="33279"/>
                    <a:pt x="96834" y="32827"/>
                    <a:pt x="96001" y="32362"/>
                  </a:cubicBezTo>
                  <a:cubicBezTo>
                    <a:pt x="95925" y="32320"/>
                    <a:pt x="95852" y="32302"/>
                    <a:pt x="95783" y="32302"/>
                  </a:cubicBezTo>
                  <a:close/>
                  <a:moveTo>
                    <a:pt x="98388" y="34494"/>
                  </a:moveTo>
                  <a:lnTo>
                    <a:pt x="98388" y="34494"/>
                  </a:lnTo>
                  <a:cubicBezTo>
                    <a:pt x="98386" y="34494"/>
                    <a:pt x="98384" y="34494"/>
                    <a:pt x="98382" y="34494"/>
                  </a:cubicBezTo>
                  <a:lnTo>
                    <a:pt x="98394" y="34494"/>
                  </a:lnTo>
                  <a:cubicBezTo>
                    <a:pt x="98392" y="34494"/>
                    <a:pt x="98390" y="34494"/>
                    <a:pt x="98388" y="34494"/>
                  </a:cubicBezTo>
                  <a:close/>
                  <a:moveTo>
                    <a:pt x="5718" y="31639"/>
                  </a:moveTo>
                  <a:cubicBezTo>
                    <a:pt x="5570" y="31639"/>
                    <a:pt x="5423" y="31716"/>
                    <a:pt x="5346" y="31898"/>
                  </a:cubicBezTo>
                  <a:cubicBezTo>
                    <a:pt x="4954" y="32827"/>
                    <a:pt x="4620" y="33767"/>
                    <a:pt x="4323" y="34684"/>
                  </a:cubicBezTo>
                  <a:cubicBezTo>
                    <a:pt x="4263" y="34899"/>
                    <a:pt x="4382" y="35137"/>
                    <a:pt x="4596" y="35208"/>
                  </a:cubicBezTo>
                  <a:cubicBezTo>
                    <a:pt x="4644" y="35220"/>
                    <a:pt x="4680" y="35220"/>
                    <a:pt x="4727" y="35232"/>
                  </a:cubicBezTo>
                  <a:cubicBezTo>
                    <a:pt x="4906" y="35232"/>
                    <a:pt x="5073" y="35113"/>
                    <a:pt x="5120" y="34934"/>
                  </a:cubicBezTo>
                  <a:cubicBezTo>
                    <a:pt x="5406" y="34041"/>
                    <a:pt x="5739" y="33124"/>
                    <a:pt x="6120" y="32220"/>
                  </a:cubicBezTo>
                  <a:cubicBezTo>
                    <a:pt x="6258" y="31890"/>
                    <a:pt x="5987" y="31639"/>
                    <a:pt x="5718" y="31639"/>
                  </a:cubicBezTo>
                  <a:close/>
                  <a:moveTo>
                    <a:pt x="101051" y="34826"/>
                  </a:moveTo>
                  <a:cubicBezTo>
                    <a:pt x="100640" y="34826"/>
                    <a:pt x="100445" y="35458"/>
                    <a:pt x="100918" y="35637"/>
                  </a:cubicBezTo>
                  <a:cubicBezTo>
                    <a:pt x="101823" y="36006"/>
                    <a:pt x="102763" y="36351"/>
                    <a:pt x="103704" y="36649"/>
                  </a:cubicBezTo>
                  <a:cubicBezTo>
                    <a:pt x="103740" y="36661"/>
                    <a:pt x="103787" y="36661"/>
                    <a:pt x="103823" y="36673"/>
                  </a:cubicBezTo>
                  <a:cubicBezTo>
                    <a:pt x="104311" y="36673"/>
                    <a:pt x="104418" y="35994"/>
                    <a:pt x="103954" y="35851"/>
                  </a:cubicBezTo>
                  <a:cubicBezTo>
                    <a:pt x="103037" y="35553"/>
                    <a:pt x="102120" y="35220"/>
                    <a:pt x="101227" y="34863"/>
                  </a:cubicBezTo>
                  <a:cubicBezTo>
                    <a:pt x="101166" y="34837"/>
                    <a:pt x="101106" y="34826"/>
                    <a:pt x="101051" y="34826"/>
                  </a:cubicBezTo>
                  <a:close/>
                  <a:moveTo>
                    <a:pt x="106619" y="36644"/>
                  </a:moveTo>
                  <a:cubicBezTo>
                    <a:pt x="106175" y="36644"/>
                    <a:pt x="106034" y="37350"/>
                    <a:pt x="106538" y="37470"/>
                  </a:cubicBezTo>
                  <a:cubicBezTo>
                    <a:pt x="107478" y="37720"/>
                    <a:pt x="108455" y="37935"/>
                    <a:pt x="109419" y="38125"/>
                  </a:cubicBezTo>
                  <a:cubicBezTo>
                    <a:pt x="109441" y="38125"/>
                    <a:pt x="109463" y="38136"/>
                    <a:pt x="109495" y="38137"/>
                  </a:cubicBezTo>
                  <a:lnTo>
                    <a:pt x="109495" y="38137"/>
                  </a:lnTo>
                  <a:cubicBezTo>
                    <a:pt x="109991" y="38120"/>
                    <a:pt x="110060" y="37410"/>
                    <a:pt x="109574" y="37304"/>
                  </a:cubicBezTo>
                  <a:cubicBezTo>
                    <a:pt x="108621" y="37113"/>
                    <a:pt x="107669" y="36899"/>
                    <a:pt x="106740" y="36661"/>
                  </a:cubicBezTo>
                  <a:cubicBezTo>
                    <a:pt x="106697" y="36649"/>
                    <a:pt x="106657" y="36644"/>
                    <a:pt x="106619" y="36644"/>
                  </a:cubicBezTo>
                  <a:close/>
                  <a:moveTo>
                    <a:pt x="109495" y="38137"/>
                  </a:moveTo>
                  <a:cubicBezTo>
                    <a:pt x="109494" y="38137"/>
                    <a:pt x="109492" y="38137"/>
                    <a:pt x="109490" y="38137"/>
                  </a:cubicBezTo>
                  <a:lnTo>
                    <a:pt x="109502" y="38137"/>
                  </a:lnTo>
                  <a:cubicBezTo>
                    <a:pt x="109500" y="38137"/>
                    <a:pt x="109498" y="38137"/>
                    <a:pt x="109495" y="38137"/>
                  </a:cubicBezTo>
                  <a:close/>
                  <a:moveTo>
                    <a:pt x="112377" y="37775"/>
                  </a:moveTo>
                  <a:cubicBezTo>
                    <a:pt x="111887" y="37775"/>
                    <a:pt x="111800" y="38533"/>
                    <a:pt x="112336" y="38601"/>
                  </a:cubicBezTo>
                  <a:cubicBezTo>
                    <a:pt x="113038" y="38697"/>
                    <a:pt x="113753" y="38780"/>
                    <a:pt x="114455" y="38851"/>
                  </a:cubicBezTo>
                  <a:cubicBezTo>
                    <a:pt x="114717" y="38875"/>
                    <a:pt x="115003" y="38899"/>
                    <a:pt x="115265" y="38923"/>
                  </a:cubicBezTo>
                  <a:lnTo>
                    <a:pt x="115301" y="38923"/>
                  </a:lnTo>
                  <a:cubicBezTo>
                    <a:pt x="115308" y="38923"/>
                    <a:pt x="115316" y="38923"/>
                    <a:pt x="115324" y="38923"/>
                  </a:cubicBezTo>
                  <a:cubicBezTo>
                    <a:pt x="115861" y="38923"/>
                    <a:pt x="115888" y="38101"/>
                    <a:pt x="115336" y="38077"/>
                  </a:cubicBezTo>
                  <a:cubicBezTo>
                    <a:pt x="115063" y="38066"/>
                    <a:pt x="114801" y="38042"/>
                    <a:pt x="114527" y="38018"/>
                  </a:cubicBezTo>
                  <a:cubicBezTo>
                    <a:pt x="113836" y="37947"/>
                    <a:pt x="113134" y="37875"/>
                    <a:pt x="112443" y="37780"/>
                  </a:cubicBezTo>
                  <a:cubicBezTo>
                    <a:pt x="112420" y="37777"/>
                    <a:pt x="112398" y="37775"/>
                    <a:pt x="112377" y="37775"/>
                  </a:cubicBezTo>
                  <a:close/>
                  <a:moveTo>
                    <a:pt x="129957" y="38185"/>
                  </a:moveTo>
                  <a:cubicBezTo>
                    <a:pt x="129398" y="38185"/>
                    <a:pt x="129398" y="39018"/>
                    <a:pt x="129957" y="39018"/>
                  </a:cubicBezTo>
                  <a:lnTo>
                    <a:pt x="130481" y="39018"/>
                  </a:lnTo>
                  <a:cubicBezTo>
                    <a:pt x="131338" y="39018"/>
                    <a:pt x="132124" y="39030"/>
                    <a:pt x="132862" y="39042"/>
                  </a:cubicBezTo>
                  <a:lnTo>
                    <a:pt x="132886" y="39042"/>
                  </a:lnTo>
                  <a:cubicBezTo>
                    <a:pt x="132890" y="39042"/>
                    <a:pt x="132894" y="39042"/>
                    <a:pt x="132898" y="39042"/>
                  </a:cubicBezTo>
                  <a:cubicBezTo>
                    <a:pt x="133446" y="39042"/>
                    <a:pt x="133442" y="38220"/>
                    <a:pt x="132898" y="38208"/>
                  </a:cubicBezTo>
                  <a:cubicBezTo>
                    <a:pt x="132148" y="38197"/>
                    <a:pt x="131350" y="38185"/>
                    <a:pt x="130493" y="38185"/>
                  </a:cubicBezTo>
                  <a:close/>
                  <a:moveTo>
                    <a:pt x="127016" y="38220"/>
                  </a:moveTo>
                  <a:lnTo>
                    <a:pt x="125992" y="38232"/>
                  </a:lnTo>
                  <a:cubicBezTo>
                    <a:pt x="125361" y="38244"/>
                    <a:pt x="124719" y="38256"/>
                    <a:pt x="124087" y="38268"/>
                  </a:cubicBezTo>
                  <a:cubicBezTo>
                    <a:pt x="123528" y="38268"/>
                    <a:pt x="123528" y="39101"/>
                    <a:pt x="124087" y="39101"/>
                  </a:cubicBezTo>
                  <a:lnTo>
                    <a:pt x="125992" y="39066"/>
                  </a:lnTo>
                  <a:lnTo>
                    <a:pt x="127016" y="39054"/>
                  </a:lnTo>
                  <a:cubicBezTo>
                    <a:pt x="127576" y="39054"/>
                    <a:pt x="127576" y="38220"/>
                    <a:pt x="127016" y="38220"/>
                  </a:cubicBezTo>
                  <a:close/>
                  <a:moveTo>
                    <a:pt x="118218" y="38244"/>
                  </a:moveTo>
                  <a:cubicBezTo>
                    <a:pt x="117681" y="38244"/>
                    <a:pt x="117666" y="39054"/>
                    <a:pt x="118218" y="39078"/>
                  </a:cubicBezTo>
                  <a:cubicBezTo>
                    <a:pt x="119123" y="39101"/>
                    <a:pt x="120087" y="39125"/>
                    <a:pt x="121159" y="39125"/>
                  </a:cubicBezTo>
                  <a:cubicBezTo>
                    <a:pt x="121718" y="39125"/>
                    <a:pt x="121718" y="38292"/>
                    <a:pt x="121159" y="38292"/>
                  </a:cubicBezTo>
                  <a:cubicBezTo>
                    <a:pt x="120099" y="38280"/>
                    <a:pt x="119134" y="38268"/>
                    <a:pt x="118242" y="38244"/>
                  </a:cubicBezTo>
                  <a:cubicBezTo>
                    <a:pt x="118234" y="38244"/>
                    <a:pt x="118226" y="38244"/>
                    <a:pt x="118218" y="38244"/>
                  </a:cubicBezTo>
                  <a:close/>
                  <a:moveTo>
                    <a:pt x="135762" y="38335"/>
                  </a:moveTo>
                  <a:cubicBezTo>
                    <a:pt x="135240" y="38335"/>
                    <a:pt x="135207" y="39161"/>
                    <a:pt x="135779" y="39173"/>
                  </a:cubicBezTo>
                  <a:cubicBezTo>
                    <a:pt x="136791" y="39232"/>
                    <a:pt x="137744" y="39328"/>
                    <a:pt x="138673" y="39435"/>
                  </a:cubicBezTo>
                  <a:lnTo>
                    <a:pt x="138720" y="39435"/>
                  </a:lnTo>
                  <a:cubicBezTo>
                    <a:pt x="139232" y="39423"/>
                    <a:pt x="139280" y="38673"/>
                    <a:pt x="138768" y="38601"/>
                  </a:cubicBezTo>
                  <a:cubicBezTo>
                    <a:pt x="137827" y="38482"/>
                    <a:pt x="136863" y="38399"/>
                    <a:pt x="135827" y="38339"/>
                  </a:cubicBezTo>
                  <a:cubicBezTo>
                    <a:pt x="135805" y="38337"/>
                    <a:pt x="135783" y="38335"/>
                    <a:pt x="135762" y="38335"/>
                  </a:cubicBezTo>
                  <a:close/>
                  <a:moveTo>
                    <a:pt x="141628" y="39061"/>
                  </a:moveTo>
                  <a:cubicBezTo>
                    <a:pt x="141160" y="39061"/>
                    <a:pt x="141041" y="39751"/>
                    <a:pt x="141530" y="39887"/>
                  </a:cubicBezTo>
                  <a:cubicBezTo>
                    <a:pt x="142471" y="40078"/>
                    <a:pt x="143411" y="40304"/>
                    <a:pt x="144340" y="40590"/>
                  </a:cubicBezTo>
                  <a:cubicBezTo>
                    <a:pt x="144376" y="40602"/>
                    <a:pt x="144411" y="40602"/>
                    <a:pt x="144459" y="40602"/>
                  </a:cubicBezTo>
                  <a:cubicBezTo>
                    <a:pt x="144935" y="40602"/>
                    <a:pt x="145031" y="39923"/>
                    <a:pt x="144578" y="39780"/>
                  </a:cubicBezTo>
                  <a:cubicBezTo>
                    <a:pt x="143626" y="39494"/>
                    <a:pt x="142661" y="39256"/>
                    <a:pt x="141697" y="39066"/>
                  </a:cubicBezTo>
                  <a:cubicBezTo>
                    <a:pt x="141673" y="39062"/>
                    <a:pt x="141650" y="39061"/>
                    <a:pt x="141628" y="39061"/>
                  </a:cubicBezTo>
                  <a:close/>
                  <a:moveTo>
                    <a:pt x="3980" y="37251"/>
                  </a:moveTo>
                  <a:cubicBezTo>
                    <a:pt x="3809" y="37251"/>
                    <a:pt x="3640" y="37348"/>
                    <a:pt x="3584" y="37566"/>
                  </a:cubicBezTo>
                  <a:cubicBezTo>
                    <a:pt x="3382" y="38542"/>
                    <a:pt x="3251" y="39530"/>
                    <a:pt x="3168" y="40518"/>
                  </a:cubicBezTo>
                  <a:cubicBezTo>
                    <a:pt x="3156" y="40744"/>
                    <a:pt x="3322" y="40947"/>
                    <a:pt x="3549" y="40959"/>
                  </a:cubicBezTo>
                  <a:lnTo>
                    <a:pt x="3584" y="40959"/>
                  </a:lnTo>
                  <a:cubicBezTo>
                    <a:pt x="3799" y="40959"/>
                    <a:pt x="3977" y="40804"/>
                    <a:pt x="4001" y="40590"/>
                  </a:cubicBezTo>
                  <a:cubicBezTo>
                    <a:pt x="4084" y="39625"/>
                    <a:pt x="4215" y="38673"/>
                    <a:pt x="4406" y="37732"/>
                  </a:cubicBezTo>
                  <a:cubicBezTo>
                    <a:pt x="4447" y="37430"/>
                    <a:pt x="4212" y="37251"/>
                    <a:pt x="3980" y="37251"/>
                  </a:cubicBezTo>
                  <a:close/>
                  <a:moveTo>
                    <a:pt x="147200" y="40744"/>
                  </a:moveTo>
                  <a:cubicBezTo>
                    <a:pt x="146788" y="40744"/>
                    <a:pt x="146593" y="41377"/>
                    <a:pt x="147055" y="41566"/>
                  </a:cubicBezTo>
                  <a:cubicBezTo>
                    <a:pt x="147948" y="41923"/>
                    <a:pt x="148817" y="42340"/>
                    <a:pt x="149662" y="42792"/>
                  </a:cubicBezTo>
                  <a:cubicBezTo>
                    <a:pt x="149734" y="42828"/>
                    <a:pt x="149793" y="42840"/>
                    <a:pt x="149865" y="42840"/>
                  </a:cubicBezTo>
                  <a:lnTo>
                    <a:pt x="149865" y="42828"/>
                  </a:lnTo>
                  <a:cubicBezTo>
                    <a:pt x="150305" y="42828"/>
                    <a:pt x="150448" y="42245"/>
                    <a:pt x="150067" y="42042"/>
                  </a:cubicBezTo>
                  <a:cubicBezTo>
                    <a:pt x="149186" y="41578"/>
                    <a:pt x="148293" y="41149"/>
                    <a:pt x="147376" y="40780"/>
                  </a:cubicBezTo>
                  <a:cubicBezTo>
                    <a:pt x="147314" y="40755"/>
                    <a:pt x="147255" y="40744"/>
                    <a:pt x="147200" y="40744"/>
                  </a:cubicBezTo>
                  <a:close/>
                  <a:moveTo>
                    <a:pt x="152359" y="43531"/>
                  </a:moveTo>
                  <a:cubicBezTo>
                    <a:pt x="152005" y="43531"/>
                    <a:pt x="151747" y="44041"/>
                    <a:pt x="152127" y="44304"/>
                  </a:cubicBezTo>
                  <a:cubicBezTo>
                    <a:pt x="152913" y="44852"/>
                    <a:pt x="153663" y="45447"/>
                    <a:pt x="154365" y="46102"/>
                  </a:cubicBezTo>
                  <a:cubicBezTo>
                    <a:pt x="154448" y="46162"/>
                    <a:pt x="154544" y="46209"/>
                    <a:pt x="154651" y="46209"/>
                  </a:cubicBezTo>
                  <a:cubicBezTo>
                    <a:pt x="155032" y="46209"/>
                    <a:pt x="155210" y="45733"/>
                    <a:pt x="154937" y="45483"/>
                  </a:cubicBezTo>
                  <a:cubicBezTo>
                    <a:pt x="154198" y="44804"/>
                    <a:pt x="153424" y="44185"/>
                    <a:pt x="152603" y="43614"/>
                  </a:cubicBezTo>
                  <a:cubicBezTo>
                    <a:pt x="152521" y="43556"/>
                    <a:pt x="152438" y="43531"/>
                    <a:pt x="152359" y="43531"/>
                  </a:cubicBezTo>
                  <a:close/>
                  <a:moveTo>
                    <a:pt x="3520" y="43040"/>
                  </a:moveTo>
                  <a:cubicBezTo>
                    <a:pt x="3506" y="43040"/>
                    <a:pt x="3492" y="43041"/>
                    <a:pt x="3477" y="43042"/>
                  </a:cubicBezTo>
                  <a:cubicBezTo>
                    <a:pt x="3251" y="43066"/>
                    <a:pt x="3084" y="43269"/>
                    <a:pt x="3108" y="43495"/>
                  </a:cubicBezTo>
                  <a:cubicBezTo>
                    <a:pt x="3156" y="44483"/>
                    <a:pt x="3263" y="45471"/>
                    <a:pt x="3418" y="46448"/>
                  </a:cubicBezTo>
                  <a:cubicBezTo>
                    <a:pt x="3453" y="46650"/>
                    <a:pt x="3632" y="46805"/>
                    <a:pt x="3834" y="46805"/>
                  </a:cubicBezTo>
                  <a:lnTo>
                    <a:pt x="3894" y="46805"/>
                  </a:lnTo>
                  <a:cubicBezTo>
                    <a:pt x="4120" y="46757"/>
                    <a:pt x="4275" y="46543"/>
                    <a:pt x="4239" y="46317"/>
                  </a:cubicBezTo>
                  <a:cubicBezTo>
                    <a:pt x="4084" y="45376"/>
                    <a:pt x="3989" y="44435"/>
                    <a:pt x="3942" y="43483"/>
                  </a:cubicBezTo>
                  <a:cubicBezTo>
                    <a:pt x="3942" y="43459"/>
                    <a:pt x="3942" y="43447"/>
                    <a:pt x="3942" y="43423"/>
                  </a:cubicBezTo>
                  <a:cubicBezTo>
                    <a:pt x="3919" y="43200"/>
                    <a:pt x="3730" y="43040"/>
                    <a:pt x="3520" y="43040"/>
                  </a:cubicBezTo>
                  <a:close/>
                  <a:moveTo>
                    <a:pt x="156662" y="47501"/>
                  </a:moveTo>
                  <a:cubicBezTo>
                    <a:pt x="156357" y="47501"/>
                    <a:pt x="156080" y="47857"/>
                    <a:pt x="156318" y="48174"/>
                  </a:cubicBezTo>
                  <a:cubicBezTo>
                    <a:pt x="156913" y="48924"/>
                    <a:pt x="157437" y="49722"/>
                    <a:pt x="157889" y="50555"/>
                  </a:cubicBezTo>
                  <a:cubicBezTo>
                    <a:pt x="157961" y="50698"/>
                    <a:pt x="158104" y="50781"/>
                    <a:pt x="158258" y="50781"/>
                  </a:cubicBezTo>
                  <a:lnTo>
                    <a:pt x="158258" y="50770"/>
                  </a:lnTo>
                  <a:cubicBezTo>
                    <a:pt x="158568" y="50770"/>
                    <a:pt x="158770" y="50436"/>
                    <a:pt x="158628" y="50162"/>
                  </a:cubicBezTo>
                  <a:cubicBezTo>
                    <a:pt x="158151" y="49269"/>
                    <a:pt x="157592" y="48436"/>
                    <a:pt x="156973" y="47650"/>
                  </a:cubicBezTo>
                  <a:cubicBezTo>
                    <a:pt x="156880" y="47545"/>
                    <a:pt x="156769" y="47501"/>
                    <a:pt x="156662" y="47501"/>
                  </a:cubicBezTo>
                  <a:close/>
                  <a:moveTo>
                    <a:pt x="4468" y="48817"/>
                  </a:moveTo>
                  <a:cubicBezTo>
                    <a:pt x="4218" y="48817"/>
                    <a:pt x="3963" y="49025"/>
                    <a:pt x="4049" y="49353"/>
                  </a:cubicBezTo>
                  <a:cubicBezTo>
                    <a:pt x="4299" y="50269"/>
                    <a:pt x="4608" y="51222"/>
                    <a:pt x="4954" y="52174"/>
                  </a:cubicBezTo>
                  <a:cubicBezTo>
                    <a:pt x="5013" y="52341"/>
                    <a:pt x="5180" y="52448"/>
                    <a:pt x="5346" y="52448"/>
                  </a:cubicBezTo>
                  <a:lnTo>
                    <a:pt x="5358" y="52448"/>
                  </a:lnTo>
                  <a:cubicBezTo>
                    <a:pt x="5406" y="52448"/>
                    <a:pt x="5454" y="52436"/>
                    <a:pt x="5489" y="52424"/>
                  </a:cubicBezTo>
                  <a:cubicBezTo>
                    <a:pt x="5716" y="52341"/>
                    <a:pt x="5823" y="52103"/>
                    <a:pt x="5739" y="51889"/>
                  </a:cubicBezTo>
                  <a:cubicBezTo>
                    <a:pt x="5394" y="50948"/>
                    <a:pt x="5096" y="50019"/>
                    <a:pt x="4858" y="49126"/>
                  </a:cubicBezTo>
                  <a:cubicBezTo>
                    <a:pt x="4801" y="48911"/>
                    <a:pt x="4636" y="48817"/>
                    <a:pt x="4468" y="48817"/>
                  </a:cubicBezTo>
                  <a:close/>
                  <a:moveTo>
                    <a:pt x="159405" y="52657"/>
                  </a:moveTo>
                  <a:cubicBezTo>
                    <a:pt x="159160" y="52657"/>
                    <a:pt x="158917" y="52863"/>
                    <a:pt x="158997" y="53175"/>
                  </a:cubicBezTo>
                  <a:cubicBezTo>
                    <a:pt x="159116" y="53579"/>
                    <a:pt x="159223" y="53984"/>
                    <a:pt x="159318" y="54401"/>
                  </a:cubicBezTo>
                  <a:cubicBezTo>
                    <a:pt x="159425" y="54913"/>
                    <a:pt x="159509" y="55437"/>
                    <a:pt x="159568" y="55961"/>
                  </a:cubicBezTo>
                  <a:cubicBezTo>
                    <a:pt x="159592" y="56175"/>
                    <a:pt x="159771" y="56342"/>
                    <a:pt x="159985" y="56342"/>
                  </a:cubicBezTo>
                  <a:lnTo>
                    <a:pt x="160021" y="56342"/>
                  </a:lnTo>
                  <a:cubicBezTo>
                    <a:pt x="160259" y="56306"/>
                    <a:pt x="160425" y="56103"/>
                    <a:pt x="160402" y="55877"/>
                  </a:cubicBezTo>
                  <a:cubicBezTo>
                    <a:pt x="160342" y="55318"/>
                    <a:pt x="160247" y="54770"/>
                    <a:pt x="160128" y="54222"/>
                  </a:cubicBezTo>
                  <a:cubicBezTo>
                    <a:pt x="160044" y="53782"/>
                    <a:pt x="159925" y="53353"/>
                    <a:pt x="159794" y="52936"/>
                  </a:cubicBezTo>
                  <a:cubicBezTo>
                    <a:pt x="159720" y="52741"/>
                    <a:pt x="159562" y="52657"/>
                    <a:pt x="159405" y="52657"/>
                  </a:cubicBezTo>
                  <a:close/>
                  <a:moveTo>
                    <a:pt x="6467" y="54325"/>
                  </a:moveTo>
                  <a:cubicBezTo>
                    <a:pt x="6195" y="54325"/>
                    <a:pt x="5918" y="54592"/>
                    <a:pt x="6073" y="54925"/>
                  </a:cubicBezTo>
                  <a:cubicBezTo>
                    <a:pt x="6442" y="55770"/>
                    <a:pt x="6859" y="56639"/>
                    <a:pt x="7335" y="57592"/>
                  </a:cubicBezTo>
                  <a:cubicBezTo>
                    <a:pt x="7406" y="57735"/>
                    <a:pt x="7549" y="57818"/>
                    <a:pt x="7704" y="57818"/>
                  </a:cubicBezTo>
                  <a:cubicBezTo>
                    <a:pt x="7709" y="57818"/>
                    <a:pt x="7715" y="57818"/>
                    <a:pt x="7720" y="57818"/>
                  </a:cubicBezTo>
                  <a:cubicBezTo>
                    <a:pt x="8020" y="57818"/>
                    <a:pt x="8213" y="57492"/>
                    <a:pt x="8073" y="57223"/>
                  </a:cubicBezTo>
                  <a:cubicBezTo>
                    <a:pt x="7609" y="56282"/>
                    <a:pt x="7204" y="55425"/>
                    <a:pt x="6835" y="54591"/>
                  </a:cubicBezTo>
                  <a:cubicBezTo>
                    <a:pt x="6760" y="54403"/>
                    <a:pt x="6614" y="54325"/>
                    <a:pt x="6467" y="54325"/>
                  </a:cubicBezTo>
                  <a:close/>
                  <a:moveTo>
                    <a:pt x="160026" y="58427"/>
                  </a:moveTo>
                  <a:cubicBezTo>
                    <a:pt x="159828" y="58427"/>
                    <a:pt x="159633" y="58553"/>
                    <a:pt x="159616" y="58818"/>
                  </a:cubicBezTo>
                  <a:cubicBezTo>
                    <a:pt x="159544" y="59771"/>
                    <a:pt x="159401" y="60711"/>
                    <a:pt x="159187" y="61640"/>
                  </a:cubicBezTo>
                  <a:cubicBezTo>
                    <a:pt x="159139" y="61866"/>
                    <a:pt x="159270" y="62092"/>
                    <a:pt x="159497" y="62140"/>
                  </a:cubicBezTo>
                  <a:cubicBezTo>
                    <a:pt x="159532" y="62152"/>
                    <a:pt x="159568" y="62152"/>
                    <a:pt x="159592" y="62152"/>
                  </a:cubicBezTo>
                  <a:cubicBezTo>
                    <a:pt x="159794" y="62152"/>
                    <a:pt x="159961" y="62021"/>
                    <a:pt x="160009" y="61830"/>
                  </a:cubicBezTo>
                  <a:cubicBezTo>
                    <a:pt x="160223" y="60854"/>
                    <a:pt x="160378" y="59866"/>
                    <a:pt x="160449" y="58878"/>
                  </a:cubicBezTo>
                  <a:cubicBezTo>
                    <a:pt x="160468" y="58583"/>
                    <a:pt x="160246" y="58427"/>
                    <a:pt x="160026" y="58427"/>
                  </a:cubicBezTo>
                  <a:close/>
                  <a:moveTo>
                    <a:pt x="9070" y="59575"/>
                  </a:moveTo>
                  <a:cubicBezTo>
                    <a:pt x="8787" y="59575"/>
                    <a:pt x="8508" y="59863"/>
                    <a:pt x="8692" y="60199"/>
                  </a:cubicBezTo>
                  <a:cubicBezTo>
                    <a:pt x="9145" y="61056"/>
                    <a:pt x="9621" y="61914"/>
                    <a:pt x="10097" y="62771"/>
                  </a:cubicBezTo>
                  <a:cubicBezTo>
                    <a:pt x="10168" y="62902"/>
                    <a:pt x="10311" y="62985"/>
                    <a:pt x="10466" y="62985"/>
                  </a:cubicBezTo>
                  <a:cubicBezTo>
                    <a:pt x="10788" y="62985"/>
                    <a:pt x="10990" y="62652"/>
                    <a:pt x="10835" y="62366"/>
                  </a:cubicBezTo>
                  <a:cubicBezTo>
                    <a:pt x="10359" y="61521"/>
                    <a:pt x="9895" y="60664"/>
                    <a:pt x="9430" y="59806"/>
                  </a:cubicBezTo>
                  <a:cubicBezTo>
                    <a:pt x="9345" y="59643"/>
                    <a:pt x="9207" y="59575"/>
                    <a:pt x="9070" y="59575"/>
                  </a:cubicBezTo>
                  <a:close/>
                  <a:moveTo>
                    <a:pt x="158763" y="64132"/>
                  </a:moveTo>
                  <a:cubicBezTo>
                    <a:pt x="158606" y="64132"/>
                    <a:pt x="158449" y="64216"/>
                    <a:pt x="158377" y="64414"/>
                  </a:cubicBezTo>
                  <a:cubicBezTo>
                    <a:pt x="158080" y="65271"/>
                    <a:pt x="157723" y="66152"/>
                    <a:pt x="157306" y="67105"/>
                  </a:cubicBezTo>
                  <a:cubicBezTo>
                    <a:pt x="157211" y="67307"/>
                    <a:pt x="157306" y="67557"/>
                    <a:pt x="157520" y="67653"/>
                  </a:cubicBezTo>
                  <a:cubicBezTo>
                    <a:pt x="157568" y="67676"/>
                    <a:pt x="157627" y="67688"/>
                    <a:pt x="157687" y="67688"/>
                  </a:cubicBezTo>
                  <a:cubicBezTo>
                    <a:pt x="157854" y="67688"/>
                    <a:pt x="157996" y="67593"/>
                    <a:pt x="158068" y="67438"/>
                  </a:cubicBezTo>
                  <a:cubicBezTo>
                    <a:pt x="158497" y="66474"/>
                    <a:pt x="158866" y="65569"/>
                    <a:pt x="159163" y="64688"/>
                  </a:cubicBezTo>
                  <a:cubicBezTo>
                    <a:pt x="159282" y="64362"/>
                    <a:pt x="159022" y="64132"/>
                    <a:pt x="158763" y="64132"/>
                  </a:cubicBezTo>
                  <a:close/>
                  <a:moveTo>
                    <a:pt x="11888" y="64715"/>
                  </a:moveTo>
                  <a:cubicBezTo>
                    <a:pt x="11607" y="64715"/>
                    <a:pt x="11328" y="65004"/>
                    <a:pt x="11514" y="65343"/>
                  </a:cubicBezTo>
                  <a:cubicBezTo>
                    <a:pt x="11704" y="65676"/>
                    <a:pt x="11883" y="66021"/>
                    <a:pt x="12073" y="66367"/>
                  </a:cubicBezTo>
                  <a:cubicBezTo>
                    <a:pt x="12347" y="66879"/>
                    <a:pt x="12621" y="67391"/>
                    <a:pt x="12883" y="67914"/>
                  </a:cubicBezTo>
                  <a:cubicBezTo>
                    <a:pt x="12955" y="68045"/>
                    <a:pt x="13097" y="68141"/>
                    <a:pt x="13264" y="68141"/>
                  </a:cubicBezTo>
                  <a:cubicBezTo>
                    <a:pt x="13574" y="68141"/>
                    <a:pt x="13776" y="67807"/>
                    <a:pt x="13633" y="67533"/>
                  </a:cubicBezTo>
                  <a:cubicBezTo>
                    <a:pt x="13359" y="66998"/>
                    <a:pt x="13086" y="66486"/>
                    <a:pt x="12812" y="65962"/>
                  </a:cubicBezTo>
                  <a:cubicBezTo>
                    <a:pt x="12621" y="65628"/>
                    <a:pt x="12431" y="65283"/>
                    <a:pt x="12240" y="64938"/>
                  </a:cubicBezTo>
                  <a:cubicBezTo>
                    <a:pt x="12156" y="64780"/>
                    <a:pt x="12021" y="64715"/>
                    <a:pt x="11888" y="64715"/>
                  </a:cubicBezTo>
                  <a:close/>
                  <a:moveTo>
                    <a:pt x="156398" y="69513"/>
                  </a:moveTo>
                  <a:cubicBezTo>
                    <a:pt x="156267" y="69513"/>
                    <a:pt x="156134" y="69576"/>
                    <a:pt x="156044" y="69724"/>
                  </a:cubicBezTo>
                  <a:cubicBezTo>
                    <a:pt x="155675" y="70462"/>
                    <a:pt x="155258" y="71272"/>
                    <a:pt x="154698" y="72308"/>
                  </a:cubicBezTo>
                  <a:cubicBezTo>
                    <a:pt x="154544" y="72594"/>
                    <a:pt x="154746" y="72927"/>
                    <a:pt x="155068" y="72927"/>
                  </a:cubicBezTo>
                  <a:cubicBezTo>
                    <a:pt x="155222" y="72915"/>
                    <a:pt x="155353" y="72844"/>
                    <a:pt x="155425" y="72701"/>
                  </a:cubicBezTo>
                  <a:cubicBezTo>
                    <a:pt x="155996" y="71653"/>
                    <a:pt x="156413" y="70843"/>
                    <a:pt x="156794" y="70105"/>
                  </a:cubicBezTo>
                  <a:cubicBezTo>
                    <a:pt x="156930" y="69777"/>
                    <a:pt x="156668" y="69513"/>
                    <a:pt x="156398" y="69513"/>
                  </a:cubicBezTo>
                  <a:close/>
                  <a:moveTo>
                    <a:pt x="14563" y="69921"/>
                  </a:moveTo>
                  <a:cubicBezTo>
                    <a:pt x="14288" y="69921"/>
                    <a:pt x="14013" y="70186"/>
                    <a:pt x="14169" y="70522"/>
                  </a:cubicBezTo>
                  <a:cubicBezTo>
                    <a:pt x="14586" y="71439"/>
                    <a:pt x="14967" y="72332"/>
                    <a:pt x="15312" y="73201"/>
                  </a:cubicBezTo>
                  <a:cubicBezTo>
                    <a:pt x="15372" y="73356"/>
                    <a:pt x="15526" y="73463"/>
                    <a:pt x="15705" y="73463"/>
                  </a:cubicBezTo>
                  <a:cubicBezTo>
                    <a:pt x="15753" y="73463"/>
                    <a:pt x="15812" y="73451"/>
                    <a:pt x="15860" y="73427"/>
                  </a:cubicBezTo>
                  <a:cubicBezTo>
                    <a:pt x="16074" y="73344"/>
                    <a:pt x="16181" y="73094"/>
                    <a:pt x="16086" y="72879"/>
                  </a:cubicBezTo>
                  <a:cubicBezTo>
                    <a:pt x="15741" y="72010"/>
                    <a:pt x="15348" y="71093"/>
                    <a:pt x="14931" y="70165"/>
                  </a:cubicBezTo>
                  <a:cubicBezTo>
                    <a:pt x="14849" y="69993"/>
                    <a:pt x="14706" y="69921"/>
                    <a:pt x="14563" y="69921"/>
                  </a:cubicBezTo>
                  <a:close/>
                  <a:moveTo>
                    <a:pt x="153667" y="74660"/>
                  </a:moveTo>
                  <a:cubicBezTo>
                    <a:pt x="153529" y="74660"/>
                    <a:pt x="153391" y="74728"/>
                    <a:pt x="153305" y="74892"/>
                  </a:cubicBezTo>
                  <a:cubicBezTo>
                    <a:pt x="152924" y="75606"/>
                    <a:pt x="152424" y="76535"/>
                    <a:pt x="151948" y="77499"/>
                  </a:cubicBezTo>
                  <a:cubicBezTo>
                    <a:pt x="151841" y="77701"/>
                    <a:pt x="151924" y="77951"/>
                    <a:pt x="152127" y="78059"/>
                  </a:cubicBezTo>
                  <a:cubicBezTo>
                    <a:pt x="152186" y="78094"/>
                    <a:pt x="152246" y="78106"/>
                    <a:pt x="152317" y="78106"/>
                  </a:cubicBezTo>
                  <a:cubicBezTo>
                    <a:pt x="152472" y="78106"/>
                    <a:pt x="152627" y="78023"/>
                    <a:pt x="152698" y="77880"/>
                  </a:cubicBezTo>
                  <a:cubicBezTo>
                    <a:pt x="153174" y="76927"/>
                    <a:pt x="153675" y="75987"/>
                    <a:pt x="154056" y="75284"/>
                  </a:cubicBezTo>
                  <a:cubicBezTo>
                    <a:pt x="154232" y="74948"/>
                    <a:pt x="153950" y="74660"/>
                    <a:pt x="153667" y="74660"/>
                  </a:cubicBezTo>
                  <a:close/>
                  <a:moveTo>
                    <a:pt x="16703" y="75383"/>
                  </a:moveTo>
                  <a:cubicBezTo>
                    <a:pt x="16447" y="75383"/>
                    <a:pt x="16186" y="75606"/>
                    <a:pt x="16288" y="75927"/>
                  </a:cubicBezTo>
                  <a:cubicBezTo>
                    <a:pt x="16598" y="76880"/>
                    <a:pt x="16836" y="77820"/>
                    <a:pt x="17038" y="78725"/>
                  </a:cubicBezTo>
                  <a:cubicBezTo>
                    <a:pt x="17086" y="78916"/>
                    <a:pt x="17253" y="79047"/>
                    <a:pt x="17455" y="79047"/>
                  </a:cubicBezTo>
                  <a:lnTo>
                    <a:pt x="17538" y="79047"/>
                  </a:lnTo>
                  <a:cubicBezTo>
                    <a:pt x="17765" y="78987"/>
                    <a:pt x="17908" y="78773"/>
                    <a:pt x="17860" y="78547"/>
                  </a:cubicBezTo>
                  <a:cubicBezTo>
                    <a:pt x="17658" y="77618"/>
                    <a:pt x="17396" y="76654"/>
                    <a:pt x="17086" y="75677"/>
                  </a:cubicBezTo>
                  <a:cubicBezTo>
                    <a:pt x="17022" y="75471"/>
                    <a:pt x="16863" y="75383"/>
                    <a:pt x="16703" y="75383"/>
                  </a:cubicBezTo>
                  <a:close/>
                  <a:moveTo>
                    <a:pt x="151028" y="79902"/>
                  </a:moveTo>
                  <a:cubicBezTo>
                    <a:pt x="150884" y="79902"/>
                    <a:pt x="150741" y="79976"/>
                    <a:pt x="150662" y="80154"/>
                  </a:cubicBezTo>
                  <a:cubicBezTo>
                    <a:pt x="150222" y="81118"/>
                    <a:pt x="149853" y="82023"/>
                    <a:pt x="149531" y="82893"/>
                  </a:cubicBezTo>
                  <a:cubicBezTo>
                    <a:pt x="149460" y="83119"/>
                    <a:pt x="149567" y="83357"/>
                    <a:pt x="149781" y="83428"/>
                  </a:cubicBezTo>
                  <a:cubicBezTo>
                    <a:pt x="149829" y="83452"/>
                    <a:pt x="149888" y="83464"/>
                    <a:pt x="149936" y="83464"/>
                  </a:cubicBezTo>
                  <a:cubicBezTo>
                    <a:pt x="150115" y="83452"/>
                    <a:pt x="150269" y="83345"/>
                    <a:pt x="150329" y="83178"/>
                  </a:cubicBezTo>
                  <a:cubicBezTo>
                    <a:pt x="150638" y="82321"/>
                    <a:pt x="150996" y="81452"/>
                    <a:pt x="151424" y="80499"/>
                  </a:cubicBezTo>
                  <a:cubicBezTo>
                    <a:pt x="151572" y="80165"/>
                    <a:pt x="151298" y="79902"/>
                    <a:pt x="151028" y="79902"/>
                  </a:cubicBezTo>
                  <a:close/>
                  <a:moveTo>
                    <a:pt x="17928" y="81101"/>
                  </a:moveTo>
                  <a:cubicBezTo>
                    <a:pt x="17701" y="81101"/>
                    <a:pt x="17470" y="81267"/>
                    <a:pt x="17503" y="81571"/>
                  </a:cubicBezTo>
                  <a:cubicBezTo>
                    <a:pt x="17586" y="82369"/>
                    <a:pt x="17634" y="83166"/>
                    <a:pt x="17634" y="83976"/>
                  </a:cubicBezTo>
                  <a:lnTo>
                    <a:pt x="17634" y="84440"/>
                  </a:lnTo>
                  <a:cubicBezTo>
                    <a:pt x="17634" y="84667"/>
                    <a:pt x="17812" y="84857"/>
                    <a:pt x="18050" y="84869"/>
                  </a:cubicBezTo>
                  <a:lnTo>
                    <a:pt x="18062" y="84869"/>
                  </a:lnTo>
                  <a:cubicBezTo>
                    <a:pt x="18289" y="84857"/>
                    <a:pt x="18467" y="84678"/>
                    <a:pt x="18479" y="84452"/>
                  </a:cubicBezTo>
                  <a:lnTo>
                    <a:pt x="18479" y="83976"/>
                  </a:lnTo>
                  <a:cubicBezTo>
                    <a:pt x="18467" y="83143"/>
                    <a:pt x="18431" y="82309"/>
                    <a:pt x="18336" y="81476"/>
                  </a:cubicBezTo>
                  <a:cubicBezTo>
                    <a:pt x="18309" y="81220"/>
                    <a:pt x="18119" y="81101"/>
                    <a:pt x="17928" y="81101"/>
                  </a:cubicBezTo>
                  <a:close/>
                  <a:moveTo>
                    <a:pt x="149061" y="85423"/>
                  </a:moveTo>
                  <a:cubicBezTo>
                    <a:pt x="148890" y="85423"/>
                    <a:pt x="148720" y="85519"/>
                    <a:pt x="148662" y="85738"/>
                  </a:cubicBezTo>
                  <a:cubicBezTo>
                    <a:pt x="148424" y="86702"/>
                    <a:pt x="148233" y="87679"/>
                    <a:pt x="148126" y="88667"/>
                  </a:cubicBezTo>
                  <a:cubicBezTo>
                    <a:pt x="148102" y="88893"/>
                    <a:pt x="148257" y="89108"/>
                    <a:pt x="148495" y="89131"/>
                  </a:cubicBezTo>
                  <a:lnTo>
                    <a:pt x="148543" y="89131"/>
                  </a:lnTo>
                  <a:cubicBezTo>
                    <a:pt x="148745" y="89131"/>
                    <a:pt x="148936" y="88977"/>
                    <a:pt x="148960" y="88762"/>
                  </a:cubicBezTo>
                  <a:cubicBezTo>
                    <a:pt x="149067" y="87810"/>
                    <a:pt x="149245" y="86869"/>
                    <a:pt x="149472" y="85940"/>
                  </a:cubicBezTo>
                  <a:cubicBezTo>
                    <a:pt x="149556" y="85624"/>
                    <a:pt x="149308" y="85423"/>
                    <a:pt x="149061" y="85423"/>
                  </a:cubicBezTo>
                  <a:close/>
                  <a:moveTo>
                    <a:pt x="17772" y="86941"/>
                  </a:moveTo>
                  <a:cubicBezTo>
                    <a:pt x="17591" y="86941"/>
                    <a:pt x="17413" y="87048"/>
                    <a:pt x="17372" y="87286"/>
                  </a:cubicBezTo>
                  <a:cubicBezTo>
                    <a:pt x="17241" y="88036"/>
                    <a:pt x="17050" y="88774"/>
                    <a:pt x="16836" y="89500"/>
                  </a:cubicBezTo>
                  <a:cubicBezTo>
                    <a:pt x="16776" y="89679"/>
                    <a:pt x="16705" y="89870"/>
                    <a:pt x="16645" y="90048"/>
                  </a:cubicBezTo>
                  <a:cubicBezTo>
                    <a:pt x="16562" y="90274"/>
                    <a:pt x="16681" y="90512"/>
                    <a:pt x="16907" y="90584"/>
                  </a:cubicBezTo>
                  <a:cubicBezTo>
                    <a:pt x="16943" y="90596"/>
                    <a:pt x="16991" y="90608"/>
                    <a:pt x="17038" y="90608"/>
                  </a:cubicBezTo>
                  <a:cubicBezTo>
                    <a:pt x="17217" y="90608"/>
                    <a:pt x="17372" y="90489"/>
                    <a:pt x="17431" y="90322"/>
                  </a:cubicBezTo>
                  <a:cubicBezTo>
                    <a:pt x="17503" y="90131"/>
                    <a:pt x="17562" y="89941"/>
                    <a:pt x="17622" y="89739"/>
                  </a:cubicBezTo>
                  <a:cubicBezTo>
                    <a:pt x="17860" y="88988"/>
                    <a:pt x="18050" y="88215"/>
                    <a:pt x="18193" y="87441"/>
                  </a:cubicBezTo>
                  <a:cubicBezTo>
                    <a:pt x="18247" y="87124"/>
                    <a:pt x="18007" y="86941"/>
                    <a:pt x="17772" y="86941"/>
                  </a:cubicBezTo>
                  <a:close/>
                  <a:moveTo>
                    <a:pt x="148412" y="91215"/>
                  </a:moveTo>
                  <a:cubicBezTo>
                    <a:pt x="148186" y="91227"/>
                    <a:pt x="148007" y="91417"/>
                    <a:pt x="148007" y="91655"/>
                  </a:cubicBezTo>
                  <a:cubicBezTo>
                    <a:pt x="148055" y="92644"/>
                    <a:pt x="148162" y="93644"/>
                    <a:pt x="148341" y="94620"/>
                  </a:cubicBezTo>
                  <a:cubicBezTo>
                    <a:pt x="148376" y="94823"/>
                    <a:pt x="148555" y="94965"/>
                    <a:pt x="148757" y="94965"/>
                  </a:cubicBezTo>
                  <a:cubicBezTo>
                    <a:pt x="149019" y="94965"/>
                    <a:pt x="149210" y="94727"/>
                    <a:pt x="149162" y="94477"/>
                  </a:cubicBezTo>
                  <a:cubicBezTo>
                    <a:pt x="148995" y="93525"/>
                    <a:pt x="148888" y="92572"/>
                    <a:pt x="148852" y="91620"/>
                  </a:cubicBezTo>
                  <a:cubicBezTo>
                    <a:pt x="148841" y="91394"/>
                    <a:pt x="148638" y="91215"/>
                    <a:pt x="148412" y="91215"/>
                  </a:cubicBezTo>
                  <a:close/>
                  <a:moveTo>
                    <a:pt x="15845" y="92447"/>
                  </a:moveTo>
                  <a:cubicBezTo>
                    <a:pt x="15708" y="92447"/>
                    <a:pt x="15573" y="92515"/>
                    <a:pt x="15491" y="92679"/>
                  </a:cubicBezTo>
                  <a:cubicBezTo>
                    <a:pt x="15038" y="93525"/>
                    <a:pt x="14538" y="94346"/>
                    <a:pt x="14002" y="95132"/>
                  </a:cubicBezTo>
                  <a:cubicBezTo>
                    <a:pt x="13800" y="95418"/>
                    <a:pt x="14002" y="95787"/>
                    <a:pt x="14348" y="95787"/>
                  </a:cubicBezTo>
                  <a:cubicBezTo>
                    <a:pt x="14479" y="95787"/>
                    <a:pt x="14610" y="95727"/>
                    <a:pt x="14681" y="95608"/>
                  </a:cubicBezTo>
                  <a:cubicBezTo>
                    <a:pt x="15252" y="94787"/>
                    <a:pt x="15764" y="93941"/>
                    <a:pt x="16229" y="93060"/>
                  </a:cubicBezTo>
                  <a:cubicBezTo>
                    <a:pt x="16405" y="92732"/>
                    <a:pt x="16124" y="92447"/>
                    <a:pt x="15845" y="92447"/>
                  </a:cubicBezTo>
                  <a:close/>
                  <a:moveTo>
                    <a:pt x="12582" y="97287"/>
                  </a:moveTo>
                  <a:cubicBezTo>
                    <a:pt x="12471" y="97287"/>
                    <a:pt x="12356" y="97336"/>
                    <a:pt x="12264" y="97454"/>
                  </a:cubicBezTo>
                  <a:cubicBezTo>
                    <a:pt x="11728" y="98121"/>
                    <a:pt x="11133" y="98835"/>
                    <a:pt x="10395" y="99680"/>
                  </a:cubicBezTo>
                  <a:cubicBezTo>
                    <a:pt x="10240" y="99859"/>
                    <a:pt x="10252" y="100121"/>
                    <a:pt x="10430" y="100276"/>
                  </a:cubicBezTo>
                  <a:cubicBezTo>
                    <a:pt x="10502" y="100347"/>
                    <a:pt x="10597" y="100383"/>
                    <a:pt x="10704" y="100383"/>
                  </a:cubicBezTo>
                  <a:cubicBezTo>
                    <a:pt x="10823" y="100383"/>
                    <a:pt x="10942" y="100323"/>
                    <a:pt x="11026" y="100228"/>
                  </a:cubicBezTo>
                  <a:cubicBezTo>
                    <a:pt x="11764" y="99371"/>
                    <a:pt x="12371" y="98656"/>
                    <a:pt x="12919" y="97978"/>
                  </a:cubicBezTo>
                  <a:cubicBezTo>
                    <a:pt x="13172" y="97655"/>
                    <a:pt x="12888" y="97287"/>
                    <a:pt x="12582" y="97287"/>
                  </a:cubicBezTo>
                  <a:close/>
                  <a:moveTo>
                    <a:pt x="149419" y="96981"/>
                  </a:moveTo>
                  <a:cubicBezTo>
                    <a:pt x="149170" y="96981"/>
                    <a:pt x="148914" y="97191"/>
                    <a:pt x="149007" y="97513"/>
                  </a:cubicBezTo>
                  <a:cubicBezTo>
                    <a:pt x="149245" y="98371"/>
                    <a:pt x="149543" y="99287"/>
                    <a:pt x="149900" y="100335"/>
                  </a:cubicBezTo>
                  <a:cubicBezTo>
                    <a:pt x="149960" y="100502"/>
                    <a:pt x="150115" y="100609"/>
                    <a:pt x="150293" y="100609"/>
                  </a:cubicBezTo>
                  <a:cubicBezTo>
                    <a:pt x="150341" y="100609"/>
                    <a:pt x="150376" y="100609"/>
                    <a:pt x="150424" y="100585"/>
                  </a:cubicBezTo>
                  <a:cubicBezTo>
                    <a:pt x="150638" y="100514"/>
                    <a:pt x="150757" y="100276"/>
                    <a:pt x="150686" y="100061"/>
                  </a:cubicBezTo>
                  <a:cubicBezTo>
                    <a:pt x="150329" y="99037"/>
                    <a:pt x="150043" y="98132"/>
                    <a:pt x="149805" y="97287"/>
                  </a:cubicBezTo>
                  <a:cubicBezTo>
                    <a:pt x="149748" y="97073"/>
                    <a:pt x="149585" y="96981"/>
                    <a:pt x="149419" y="96981"/>
                  </a:cubicBezTo>
                  <a:close/>
                  <a:moveTo>
                    <a:pt x="8752" y="101724"/>
                  </a:moveTo>
                  <a:cubicBezTo>
                    <a:pt x="8647" y="101724"/>
                    <a:pt x="8537" y="101767"/>
                    <a:pt x="8442" y="101871"/>
                  </a:cubicBezTo>
                  <a:cubicBezTo>
                    <a:pt x="7847" y="102538"/>
                    <a:pt x="7180" y="103312"/>
                    <a:pt x="6513" y="104086"/>
                  </a:cubicBezTo>
                  <a:cubicBezTo>
                    <a:pt x="6287" y="104359"/>
                    <a:pt x="6478" y="104776"/>
                    <a:pt x="6835" y="104776"/>
                  </a:cubicBezTo>
                  <a:lnTo>
                    <a:pt x="6835" y="104788"/>
                  </a:lnTo>
                  <a:cubicBezTo>
                    <a:pt x="6954" y="104776"/>
                    <a:pt x="7073" y="104729"/>
                    <a:pt x="7144" y="104633"/>
                  </a:cubicBezTo>
                  <a:cubicBezTo>
                    <a:pt x="7811" y="103859"/>
                    <a:pt x="8490" y="103085"/>
                    <a:pt x="9073" y="102431"/>
                  </a:cubicBezTo>
                  <a:cubicBezTo>
                    <a:pt x="9350" y="102118"/>
                    <a:pt x="9070" y="101724"/>
                    <a:pt x="8752" y="101724"/>
                  </a:cubicBezTo>
                  <a:close/>
                  <a:moveTo>
                    <a:pt x="151304" y="102522"/>
                  </a:moveTo>
                  <a:cubicBezTo>
                    <a:pt x="151042" y="102522"/>
                    <a:pt x="150772" y="102760"/>
                    <a:pt x="150900" y="103085"/>
                  </a:cubicBezTo>
                  <a:lnTo>
                    <a:pt x="151174" y="103847"/>
                  </a:lnTo>
                  <a:cubicBezTo>
                    <a:pt x="151436" y="104514"/>
                    <a:pt x="151674" y="105169"/>
                    <a:pt x="151924" y="105836"/>
                  </a:cubicBezTo>
                  <a:cubicBezTo>
                    <a:pt x="151984" y="106002"/>
                    <a:pt x="152139" y="106110"/>
                    <a:pt x="152317" y="106110"/>
                  </a:cubicBezTo>
                  <a:cubicBezTo>
                    <a:pt x="152365" y="106110"/>
                    <a:pt x="152412" y="106098"/>
                    <a:pt x="152460" y="106086"/>
                  </a:cubicBezTo>
                  <a:cubicBezTo>
                    <a:pt x="152674" y="106002"/>
                    <a:pt x="152782" y="105764"/>
                    <a:pt x="152710" y="105550"/>
                  </a:cubicBezTo>
                  <a:cubicBezTo>
                    <a:pt x="152460" y="104883"/>
                    <a:pt x="152210" y="104217"/>
                    <a:pt x="151960" y="103550"/>
                  </a:cubicBezTo>
                  <a:lnTo>
                    <a:pt x="151674" y="102788"/>
                  </a:lnTo>
                  <a:cubicBezTo>
                    <a:pt x="151605" y="102601"/>
                    <a:pt x="151456" y="102522"/>
                    <a:pt x="151304" y="102522"/>
                  </a:cubicBezTo>
                  <a:close/>
                  <a:moveTo>
                    <a:pt x="4977" y="106213"/>
                  </a:moveTo>
                  <a:cubicBezTo>
                    <a:pt x="4863" y="106213"/>
                    <a:pt x="4747" y="106263"/>
                    <a:pt x="4656" y="106383"/>
                  </a:cubicBezTo>
                  <a:cubicBezTo>
                    <a:pt x="4049" y="107181"/>
                    <a:pt x="3501" y="108015"/>
                    <a:pt x="3001" y="108872"/>
                  </a:cubicBezTo>
                  <a:cubicBezTo>
                    <a:pt x="2834" y="109146"/>
                    <a:pt x="3037" y="109503"/>
                    <a:pt x="3370" y="109503"/>
                  </a:cubicBezTo>
                  <a:cubicBezTo>
                    <a:pt x="3513" y="109491"/>
                    <a:pt x="3644" y="109420"/>
                    <a:pt x="3727" y="109289"/>
                  </a:cubicBezTo>
                  <a:cubicBezTo>
                    <a:pt x="4203" y="108455"/>
                    <a:pt x="4739" y="107657"/>
                    <a:pt x="5323" y="106895"/>
                  </a:cubicBezTo>
                  <a:cubicBezTo>
                    <a:pt x="5565" y="106567"/>
                    <a:pt x="5279" y="106213"/>
                    <a:pt x="4977" y="106213"/>
                  </a:cubicBezTo>
                  <a:close/>
                  <a:moveTo>
                    <a:pt x="153290" y="108047"/>
                  </a:moveTo>
                  <a:cubicBezTo>
                    <a:pt x="153035" y="108047"/>
                    <a:pt x="152775" y="108265"/>
                    <a:pt x="152877" y="108586"/>
                  </a:cubicBezTo>
                  <a:cubicBezTo>
                    <a:pt x="153174" y="109551"/>
                    <a:pt x="153413" y="110491"/>
                    <a:pt x="153615" y="111384"/>
                  </a:cubicBezTo>
                  <a:cubicBezTo>
                    <a:pt x="153663" y="111575"/>
                    <a:pt x="153829" y="111717"/>
                    <a:pt x="154020" y="111717"/>
                  </a:cubicBezTo>
                  <a:cubicBezTo>
                    <a:pt x="154056" y="111717"/>
                    <a:pt x="154091" y="111706"/>
                    <a:pt x="154127" y="111706"/>
                  </a:cubicBezTo>
                  <a:cubicBezTo>
                    <a:pt x="154353" y="111658"/>
                    <a:pt x="154496" y="111432"/>
                    <a:pt x="154437" y="111206"/>
                  </a:cubicBezTo>
                  <a:cubicBezTo>
                    <a:pt x="154234" y="110277"/>
                    <a:pt x="153972" y="109324"/>
                    <a:pt x="153675" y="108336"/>
                  </a:cubicBezTo>
                  <a:cubicBezTo>
                    <a:pt x="153610" y="108133"/>
                    <a:pt x="153451" y="108047"/>
                    <a:pt x="153290" y="108047"/>
                  </a:cubicBezTo>
                  <a:close/>
                  <a:moveTo>
                    <a:pt x="2021" y="111271"/>
                  </a:moveTo>
                  <a:cubicBezTo>
                    <a:pt x="1875" y="111271"/>
                    <a:pt x="1731" y="111347"/>
                    <a:pt x="1656" y="111527"/>
                  </a:cubicBezTo>
                  <a:cubicBezTo>
                    <a:pt x="1251" y="112432"/>
                    <a:pt x="917" y="113372"/>
                    <a:pt x="643" y="114337"/>
                  </a:cubicBezTo>
                  <a:cubicBezTo>
                    <a:pt x="584" y="114563"/>
                    <a:pt x="715" y="114789"/>
                    <a:pt x="941" y="114849"/>
                  </a:cubicBezTo>
                  <a:cubicBezTo>
                    <a:pt x="977" y="114861"/>
                    <a:pt x="1013" y="114861"/>
                    <a:pt x="1048" y="114873"/>
                  </a:cubicBezTo>
                  <a:cubicBezTo>
                    <a:pt x="1239" y="114861"/>
                    <a:pt x="1405" y="114742"/>
                    <a:pt x="1453" y="114563"/>
                  </a:cubicBezTo>
                  <a:cubicBezTo>
                    <a:pt x="1715" y="113634"/>
                    <a:pt x="2037" y="112730"/>
                    <a:pt x="2418" y="111860"/>
                  </a:cubicBezTo>
                  <a:cubicBezTo>
                    <a:pt x="2564" y="111528"/>
                    <a:pt x="2290" y="111271"/>
                    <a:pt x="2021" y="111271"/>
                  </a:cubicBezTo>
                  <a:close/>
                  <a:moveTo>
                    <a:pt x="154513" y="113768"/>
                  </a:moveTo>
                  <a:cubicBezTo>
                    <a:pt x="154286" y="113768"/>
                    <a:pt x="154059" y="113932"/>
                    <a:pt x="154091" y="114230"/>
                  </a:cubicBezTo>
                  <a:cubicBezTo>
                    <a:pt x="154186" y="115027"/>
                    <a:pt x="154234" y="115837"/>
                    <a:pt x="154234" y="116635"/>
                  </a:cubicBezTo>
                  <a:lnTo>
                    <a:pt x="154234" y="117099"/>
                  </a:lnTo>
                  <a:cubicBezTo>
                    <a:pt x="154234" y="117325"/>
                    <a:pt x="154413" y="117516"/>
                    <a:pt x="154651" y="117528"/>
                  </a:cubicBezTo>
                  <a:lnTo>
                    <a:pt x="154663" y="117528"/>
                  </a:lnTo>
                  <a:cubicBezTo>
                    <a:pt x="154877" y="117528"/>
                    <a:pt x="155068" y="117337"/>
                    <a:pt x="155068" y="117123"/>
                  </a:cubicBezTo>
                  <a:lnTo>
                    <a:pt x="155068" y="116635"/>
                  </a:lnTo>
                  <a:cubicBezTo>
                    <a:pt x="155068" y="115801"/>
                    <a:pt x="155020" y="114968"/>
                    <a:pt x="154925" y="114134"/>
                  </a:cubicBezTo>
                  <a:cubicBezTo>
                    <a:pt x="154892" y="113884"/>
                    <a:pt x="154703" y="113768"/>
                    <a:pt x="154513" y="113768"/>
                  </a:cubicBezTo>
                  <a:close/>
                  <a:moveTo>
                    <a:pt x="486" y="116916"/>
                  </a:moveTo>
                  <a:cubicBezTo>
                    <a:pt x="297" y="116916"/>
                    <a:pt x="111" y="117032"/>
                    <a:pt x="84" y="117278"/>
                  </a:cubicBezTo>
                  <a:cubicBezTo>
                    <a:pt x="24" y="117778"/>
                    <a:pt x="1" y="118278"/>
                    <a:pt x="1" y="118766"/>
                  </a:cubicBezTo>
                  <a:cubicBezTo>
                    <a:pt x="1" y="119278"/>
                    <a:pt x="36" y="119790"/>
                    <a:pt x="96" y="120290"/>
                  </a:cubicBezTo>
                  <a:cubicBezTo>
                    <a:pt x="120" y="120504"/>
                    <a:pt x="298" y="120659"/>
                    <a:pt x="513" y="120659"/>
                  </a:cubicBezTo>
                  <a:lnTo>
                    <a:pt x="560" y="120671"/>
                  </a:lnTo>
                  <a:cubicBezTo>
                    <a:pt x="786" y="120635"/>
                    <a:pt x="953" y="120433"/>
                    <a:pt x="917" y="120195"/>
                  </a:cubicBezTo>
                  <a:cubicBezTo>
                    <a:pt x="870" y="119730"/>
                    <a:pt x="834" y="119254"/>
                    <a:pt x="834" y="118778"/>
                  </a:cubicBezTo>
                  <a:cubicBezTo>
                    <a:pt x="846" y="118302"/>
                    <a:pt x="870" y="117837"/>
                    <a:pt x="917" y="117373"/>
                  </a:cubicBezTo>
                  <a:cubicBezTo>
                    <a:pt x="937" y="117077"/>
                    <a:pt x="709" y="116916"/>
                    <a:pt x="486" y="116916"/>
                  </a:cubicBezTo>
                  <a:close/>
                  <a:moveTo>
                    <a:pt x="154320" y="119618"/>
                  </a:moveTo>
                  <a:cubicBezTo>
                    <a:pt x="154149" y="119618"/>
                    <a:pt x="153980" y="119716"/>
                    <a:pt x="153925" y="119933"/>
                  </a:cubicBezTo>
                  <a:cubicBezTo>
                    <a:pt x="153734" y="120850"/>
                    <a:pt x="153436" y="121754"/>
                    <a:pt x="153043" y="122624"/>
                  </a:cubicBezTo>
                  <a:cubicBezTo>
                    <a:pt x="152936" y="122826"/>
                    <a:pt x="153032" y="123076"/>
                    <a:pt x="153246" y="123171"/>
                  </a:cubicBezTo>
                  <a:cubicBezTo>
                    <a:pt x="153294" y="123195"/>
                    <a:pt x="153353" y="123207"/>
                    <a:pt x="153424" y="123207"/>
                  </a:cubicBezTo>
                  <a:cubicBezTo>
                    <a:pt x="153579" y="123207"/>
                    <a:pt x="153734" y="123112"/>
                    <a:pt x="153805" y="122969"/>
                  </a:cubicBezTo>
                  <a:cubicBezTo>
                    <a:pt x="154222" y="122052"/>
                    <a:pt x="154532" y="121088"/>
                    <a:pt x="154746" y="120099"/>
                  </a:cubicBezTo>
                  <a:cubicBezTo>
                    <a:pt x="154787" y="119798"/>
                    <a:pt x="154552" y="119618"/>
                    <a:pt x="154320" y="119618"/>
                  </a:cubicBezTo>
                  <a:close/>
                  <a:moveTo>
                    <a:pt x="1255" y="122650"/>
                  </a:moveTo>
                  <a:cubicBezTo>
                    <a:pt x="987" y="122650"/>
                    <a:pt x="720" y="122901"/>
                    <a:pt x="858" y="123231"/>
                  </a:cubicBezTo>
                  <a:cubicBezTo>
                    <a:pt x="1251" y="124171"/>
                    <a:pt x="1786" y="125052"/>
                    <a:pt x="2453" y="125826"/>
                  </a:cubicBezTo>
                  <a:cubicBezTo>
                    <a:pt x="2537" y="125922"/>
                    <a:pt x="2644" y="125981"/>
                    <a:pt x="2775" y="125981"/>
                  </a:cubicBezTo>
                  <a:cubicBezTo>
                    <a:pt x="2870" y="125981"/>
                    <a:pt x="2965" y="125945"/>
                    <a:pt x="3049" y="125886"/>
                  </a:cubicBezTo>
                  <a:cubicBezTo>
                    <a:pt x="3215" y="125731"/>
                    <a:pt x="3239" y="125469"/>
                    <a:pt x="3096" y="125291"/>
                  </a:cubicBezTo>
                  <a:cubicBezTo>
                    <a:pt x="2489" y="124576"/>
                    <a:pt x="1989" y="123767"/>
                    <a:pt x="1632" y="122909"/>
                  </a:cubicBezTo>
                  <a:cubicBezTo>
                    <a:pt x="1551" y="122727"/>
                    <a:pt x="1403" y="122650"/>
                    <a:pt x="1255" y="12265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697;p112">
              <a:extLst>
                <a:ext uri="{FF2B5EF4-FFF2-40B4-BE49-F238E27FC236}">
                  <a16:creationId xmlns:a16="http://schemas.microsoft.com/office/drawing/2014/main" id="{52A3AAE1-621F-147A-3028-98E4C73FAD6D}"/>
                </a:ext>
              </a:extLst>
            </p:cNvPr>
            <p:cNvSpPr/>
            <p:nvPr/>
          </p:nvSpPr>
          <p:spPr>
            <a:xfrm>
              <a:off x="5593898" y="2936784"/>
              <a:ext cx="120092" cy="109111"/>
            </a:xfrm>
            <a:custGeom>
              <a:avLst/>
              <a:gdLst/>
              <a:ahLst/>
              <a:cxnLst/>
              <a:rect l="l" t="t" r="r" b="b"/>
              <a:pathLst>
                <a:path w="7371" h="6697" extrusionOk="0">
                  <a:moveTo>
                    <a:pt x="3673" y="0"/>
                  </a:moveTo>
                  <a:cubicBezTo>
                    <a:pt x="2162" y="0"/>
                    <a:pt x="795" y="1032"/>
                    <a:pt x="429" y="2569"/>
                  </a:cubicBezTo>
                  <a:cubicBezTo>
                    <a:pt x="0" y="4367"/>
                    <a:pt x="1108" y="6177"/>
                    <a:pt x="2917" y="6605"/>
                  </a:cubicBezTo>
                  <a:cubicBezTo>
                    <a:pt x="3177" y="6667"/>
                    <a:pt x="3436" y="6697"/>
                    <a:pt x="3692" y="6697"/>
                  </a:cubicBezTo>
                  <a:cubicBezTo>
                    <a:pt x="5206" y="6697"/>
                    <a:pt x="6575" y="5655"/>
                    <a:pt x="6942" y="4117"/>
                  </a:cubicBezTo>
                  <a:cubicBezTo>
                    <a:pt x="7370" y="2319"/>
                    <a:pt x="6263" y="509"/>
                    <a:pt x="4453" y="92"/>
                  </a:cubicBezTo>
                  <a:cubicBezTo>
                    <a:pt x="4192" y="30"/>
                    <a:pt x="3931" y="0"/>
                    <a:pt x="36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698;p112">
              <a:extLst>
                <a:ext uri="{FF2B5EF4-FFF2-40B4-BE49-F238E27FC236}">
                  <a16:creationId xmlns:a16="http://schemas.microsoft.com/office/drawing/2014/main" id="{A2C08A87-9B2A-21F2-DEC7-5D533F74267C}"/>
                </a:ext>
              </a:extLst>
            </p:cNvPr>
            <p:cNvSpPr/>
            <p:nvPr/>
          </p:nvSpPr>
          <p:spPr>
            <a:xfrm>
              <a:off x="3234288" y="2841293"/>
              <a:ext cx="100883" cy="86448"/>
            </a:xfrm>
            <a:custGeom>
              <a:avLst/>
              <a:gdLst/>
              <a:ahLst/>
              <a:cxnLst/>
              <a:rect l="l" t="t" r="r" b="b"/>
              <a:pathLst>
                <a:path w="6192" h="5306" extrusionOk="0">
                  <a:moveTo>
                    <a:pt x="3549" y="0"/>
                  </a:moveTo>
                  <a:cubicBezTo>
                    <a:pt x="1179" y="0"/>
                    <a:pt x="1" y="2846"/>
                    <a:pt x="1668" y="4525"/>
                  </a:cubicBezTo>
                  <a:cubicBezTo>
                    <a:pt x="2207" y="5064"/>
                    <a:pt x="2871" y="5305"/>
                    <a:pt x="3522" y="5305"/>
                  </a:cubicBezTo>
                  <a:cubicBezTo>
                    <a:pt x="4884" y="5305"/>
                    <a:pt x="6192" y="4250"/>
                    <a:pt x="6192" y="2655"/>
                  </a:cubicBezTo>
                  <a:cubicBezTo>
                    <a:pt x="6192" y="1179"/>
                    <a:pt x="5013" y="0"/>
                    <a:pt x="35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699;p112">
              <a:extLst>
                <a:ext uri="{FF2B5EF4-FFF2-40B4-BE49-F238E27FC236}">
                  <a16:creationId xmlns:a16="http://schemas.microsoft.com/office/drawing/2014/main" id="{85EB5EC0-B19C-8F5C-3334-96A84813FC6B}"/>
                </a:ext>
              </a:extLst>
            </p:cNvPr>
            <p:cNvSpPr/>
            <p:nvPr/>
          </p:nvSpPr>
          <p:spPr>
            <a:xfrm>
              <a:off x="3136517" y="3641662"/>
              <a:ext cx="84982" cy="72779"/>
            </a:xfrm>
            <a:custGeom>
              <a:avLst/>
              <a:gdLst/>
              <a:ahLst/>
              <a:cxnLst/>
              <a:rect l="l" t="t" r="r" b="b"/>
              <a:pathLst>
                <a:path w="5216" h="4467" extrusionOk="0">
                  <a:moveTo>
                    <a:pt x="2989" y="0"/>
                  </a:moveTo>
                  <a:cubicBezTo>
                    <a:pt x="1001" y="0"/>
                    <a:pt x="1" y="2394"/>
                    <a:pt x="1406" y="3810"/>
                  </a:cubicBezTo>
                  <a:cubicBezTo>
                    <a:pt x="1859" y="4264"/>
                    <a:pt x="2417" y="4467"/>
                    <a:pt x="2964" y="4467"/>
                  </a:cubicBezTo>
                  <a:cubicBezTo>
                    <a:pt x="4113" y="4467"/>
                    <a:pt x="5216" y="3573"/>
                    <a:pt x="5216" y="2227"/>
                  </a:cubicBezTo>
                  <a:cubicBezTo>
                    <a:pt x="5216" y="989"/>
                    <a:pt x="4216" y="0"/>
                    <a:pt x="29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700;p112">
              <a:extLst>
                <a:ext uri="{FF2B5EF4-FFF2-40B4-BE49-F238E27FC236}">
                  <a16:creationId xmlns:a16="http://schemas.microsoft.com/office/drawing/2014/main" id="{2888C433-BA3A-D378-BB9B-1ECB6225901E}"/>
                </a:ext>
              </a:extLst>
            </p:cNvPr>
            <p:cNvSpPr/>
            <p:nvPr/>
          </p:nvSpPr>
          <p:spPr>
            <a:xfrm>
              <a:off x="5601458" y="2855859"/>
              <a:ext cx="151325" cy="129770"/>
            </a:xfrm>
            <a:custGeom>
              <a:avLst/>
              <a:gdLst/>
              <a:ahLst/>
              <a:cxnLst/>
              <a:rect l="l" t="t" r="r" b="b"/>
              <a:pathLst>
                <a:path w="9288" h="7965" extrusionOk="0">
                  <a:moveTo>
                    <a:pt x="5311" y="428"/>
                  </a:moveTo>
                  <a:cubicBezTo>
                    <a:pt x="7275" y="428"/>
                    <a:pt x="8871" y="2023"/>
                    <a:pt x="8871" y="3988"/>
                  </a:cubicBezTo>
                  <a:cubicBezTo>
                    <a:pt x="8871" y="6130"/>
                    <a:pt x="7116" y="7554"/>
                    <a:pt x="5288" y="7554"/>
                  </a:cubicBezTo>
                  <a:cubicBezTo>
                    <a:pt x="4414" y="7554"/>
                    <a:pt x="3523" y="7228"/>
                    <a:pt x="2799" y="6500"/>
                  </a:cubicBezTo>
                  <a:cubicBezTo>
                    <a:pt x="560" y="4262"/>
                    <a:pt x="2144" y="428"/>
                    <a:pt x="5311" y="428"/>
                  </a:cubicBezTo>
                  <a:close/>
                  <a:moveTo>
                    <a:pt x="5290" y="1"/>
                  </a:moveTo>
                  <a:cubicBezTo>
                    <a:pt x="4312" y="1"/>
                    <a:pt x="3314" y="365"/>
                    <a:pt x="2501" y="1178"/>
                  </a:cubicBezTo>
                  <a:cubicBezTo>
                    <a:pt x="1" y="3678"/>
                    <a:pt x="1775" y="7965"/>
                    <a:pt x="5311" y="7965"/>
                  </a:cubicBezTo>
                  <a:cubicBezTo>
                    <a:pt x="7513" y="7965"/>
                    <a:pt x="9287" y="6179"/>
                    <a:pt x="9287" y="3988"/>
                  </a:cubicBezTo>
                  <a:cubicBezTo>
                    <a:pt x="9287" y="1589"/>
                    <a:pt x="7333" y="1"/>
                    <a:pt x="52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701;p112">
              <a:extLst>
                <a:ext uri="{FF2B5EF4-FFF2-40B4-BE49-F238E27FC236}">
                  <a16:creationId xmlns:a16="http://schemas.microsoft.com/office/drawing/2014/main" id="{D3281142-CA70-09A2-184C-D8CF069C71EA}"/>
                </a:ext>
              </a:extLst>
            </p:cNvPr>
            <p:cNvSpPr/>
            <p:nvPr/>
          </p:nvSpPr>
          <p:spPr>
            <a:xfrm>
              <a:off x="3248642" y="2787675"/>
              <a:ext cx="103604" cy="88745"/>
            </a:xfrm>
            <a:custGeom>
              <a:avLst/>
              <a:gdLst/>
              <a:ahLst/>
              <a:cxnLst/>
              <a:rect l="l" t="t" r="r" b="b"/>
              <a:pathLst>
                <a:path w="6359" h="5447" extrusionOk="0">
                  <a:moveTo>
                    <a:pt x="3644" y="434"/>
                  </a:moveTo>
                  <a:cubicBezTo>
                    <a:pt x="4906" y="434"/>
                    <a:pt x="5942" y="1458"/>
                    <a:pt x="5942" y="2732"/>
                  </a:cubicBezTo>
                  <a:cubicBezTo>
                    <a:pt x="5942" y="4119"/>
                    <a:pt x="4806" y="5036"/>
                    <a:pt x="3621" y="5036"/>
                  </a:cubicBezTo>
                  <a:cubicBezTo>
                    <a:pt x="3057" y="5036"/>
                    <a:pt x="2482" y="4828"/>
                    <a:pt x="2013" y="4363"/>
                  </a:cubicBezTo>
                  <a:cubicBezTo>
                    <a:pt x="560" y="2910"/>
                    <a:pt x="1584" y="434"/>
                    <a:pt x="3644" y="434"/>
                  </a:cubicBezTo>
                  <a:close/>
                  <a:moveTo>
                    <a:pt x="3619" y="1"/>
                  </a:moveTo>
                  <a:cubicBezTo>
                    <a:pt x="2951" y="1"/>
                    <a:pt x="2269" y="249"/>
                    <a:pt x="1715" y="803"/>
                  </a:cubicBezTo>
                  <a:cubicBezTo>
                    <a:pt x="1" y="2517"/>
                    <a:pt x="1215" y="5446"/>
                    <a:pt x="3644" y="5446"/>
                  </a:cubicBezTo>
                  <a:cubicBezTo>
                    <a:pt x="5144" y="5446"/>
                    <a:pt x="6359" y="4232"/>
                    <a:pt x="6359" y="2732"/>
                  </a:cubicBezTo>
                  <a:cubicBezTo>
                    <a:pt x="6359" y="1088"/>
                    <a:pt x="5017" y="1"/>
                    <a:pt x="36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702;p112">
              <a:extLst>
                <a:ext uri="{FF2B5EF4-FFF2-40B4-BE49-F238E27FC236}">
                  <a16:creationId xmlns:a16="http://schemas.microsoft.com/office/drawing/2014/main" id="{241FC60B-7FA3-AA2F-E069-85F7D920DC0B}"/>
                </a:ext>
              </a:extLst>
            </p:cNvPr>
            <p:cNvSpPr/>
            <p:nvPr/>
          </p:nvSpPr>
          <p:spPr>
            <a:xfrm>
              <a:off x="5861388" y="3651568"/>
              <a:ext cx="146095" cy="125126"/>
            </a:xfrm>
            <a:custGeom>
              <a:avLst/>
              <a:gdLst/>
              <a:ahLst/>
              <a:cxnLst/>
              <a:rect l="l" t="t" r="r" b="b"/>
              <a:pathLst>
                <a:path w="8967" h="7680" extrusionOk="0">
                  <a:moveTo>
                    <a:pt x="5133" y="428"/>
                  </a:moveTo>
                  <a:cubicBezTo>
                    <a:pt x="7014" y="428"/>
                    <a:pt x="8550" y="1964"/>
                    <a:pt x="8550" y="3845"/>
                  </a:cubicBezTo>
                  <a:cubicBezTo>
                    <a:pt x="8550" y="5910"/>
                    <a:pt x="6856" y="7281"/>
                    <a:pt x="5094" y="7281"/>
                  </a:cubicBezTo>
                  <a:cubicBezTo>
                    <a:pt x="4254" y="7281"/>
                    <a:pt x="3399" y="6970"/>
                    <a:pt x="2704" y="6274"/>
                  </a:cubicBezTo>
                  <a:cubicBezTo>
                    <a:pt x="549" y="4107"/>
                    <a:pt x="2073" y="428"/>
                    <a:pt x="5133" y="428"/>
                  </a:cubicBezTo>
                  <a:close/>
                  <a:moveTo>
                    <a:pt x="5100" y="0"/>
                  </a:moveTo>
                  <a:cubicBezTo>
                    <a:pt x="4158" y="0"/>
                    <a:pt x="3199" y="350"/>
                    <a:pt x="2418" y="1131"/>
                  </a:cubicBezTo>
                  <a:cubicBezTo>
                    <a:pt x="1" y="3548"/>
                    <a:pt x="1704" y="7679"/>
                    <a:pt x="5133" y="7679"/>
                  </a:cubicBezTo>
                  <a:cubicBezTo>
                    <a:pt x="7240" y="7679"/>
                    <a:pt x="8954" y="5965"/>
                    <a:pt x="8966" y="3857"/>
                  </a:cubicBezTo>
                  <a:cubicBezTo>
                    <a:pt x="8966" y="1536"/>
                    <a:pt x="7073" y="0"/>
                    <a:pt x="51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4703;p112">
              <a:extLst>
                <a:ext uri="{FF2B5EF4-FFF2-40B4-BE49-F238E27FC236}">
                  <a16:creationId xmlns:a16="http://schemas.microsoft.com/office/drawing/2014/main" id="{30B1B7D5-EFDA-550E-1F4D-B90EBF464911}"/>
                </a:ext>
              </a:extLst>
            </p:cNvPr>
            <p:cNvGrpSpPr/>
            <p:nvPr/>
          </p:nvGrpSpPr>
          <p:grpSpPr>
            <a:xfrm>
              <a:off x="3386949" y="3070447"/>
              <a:ext cx="241911" cy="232918"/>
              <a:chOff x="3386949" y="3070447"/>
              <a:chExt cx="241911" cy="232918"/>
            </a:xfrm>
          </p:grpSpPr>
          <p:sp>
            <p:nvSpPr>
              <p:cNvPr id="448" name="Google Shape;4704;p112">
                <a:extLst>
                  <a:ext uri="{FF2B5EF4-FFF2-40B4-BE49-F238E27FC236}">
                    <a16:creationId xmlns:a16="http://schemas.microsoft.com/office/drawing/2014/main" id="{2D489E2C-74DA-3F9A-6338-73CDB7F8DDCC}"/>
                  </a:ext>
                </a:extLst>
              </p:cNvPr>
              <p:cNvSpPr/>
              <p:nvPr/>
            </p:nvSpPr>
            <p:spPr>
              <a:xfrm>
                <a:off x="3386949" y="3070447"/>
                <a:ext cx="241911" cy="232918"/>
              </a:xfrm>
              <a:custGeom>
                <a:avLst/>
                <a:gdLst/>
                <a:ahLst/>
                <a:cxnLst/>
                <a:rect l="l" t="t" r="r" b="b"/>
                <a:pathLst>
                  <a:path w="14848" h="14296" extrusionOk="0">
                    <a:moveTo>
                      <a:pt x="7675" y="568"/>
                    </a:moveTo>
                    <a:cubicBezTo>
                      <a:pt x="7685" y="568"/>
                      <a:pt x="7694" y="568"/>
                      <a:pt x="7704" y="568"/>
                    </a:cubicBezTo>
                    <a:cubicBezTo>
                      <a:pt x="11336" y="568"/>
                      <a:pt x="14276" y="3509"/>
                      <a:pt x="14288" y="7140"/>
                    </a:cubicBezTo>
                    <a:cubicBezTo>
                      <a:pt x="14288" y="9807"/>
                      <a:pt x="12681" y="12200"/>
                      <a:pt x="10228" y="13224"/>
                    </a:cubicBezTo>
                    <a:cubicBezTo>
                      <a:pt x="9413" y="13559"/>
                      <a:pt x="8558" y="13722"/>
                      <a:pt x="7710" y="13722"/>
                    </a:cubicBezTo>
                    <a:cubicBezTo>
                      <a:pt x="5994" y="13722"/>
                      <a:pt x="4308" y="13055"/>
                      <a:pt x="3049" y="11796"/>
                    </a:cubicBezTo>
                    <a:cubicBezTo>
                      <a:pt x="1168" y="9914"/>
                      <a:pt x="608" y="7081"/>
                      <a:pt x="1632" y="4628"/>
                    </a:cubicBezTo>
                    <a:cubicBezTo>
                      <a:pt x="2640" y="2173"/>
                      <a:pt x="5031" y="568"/>
                      <a:pt x="7675" y="568"/>
                    </a:cubicBezTo>
                    <a:close/>
                    <a:moveTo>
                      <a:pt x="7717" y="1"/>
                    </a:moveTo>
                    <a:cubicBezTo>
                      <a:pt x="5857" y="1"/>
                      <a:pt x="4027" y="729"/>
                      <a:pt x="2656" y="2092"/>
                    </a:cubicBezTo>
                    <a:cubicBezTo>
                      <a:pt x="608" y="4140"/>
                      <a:pt x="1" y="7212"/>
                      <a:pt x="1108" y="9879"/>
                    </a:cubicBezTo>
                    <a:cubicBezTo>
                      <a:pt x="2215" y="12546"/>
                      <a:pt x="4823" y="14296"/>
                      <a:pt x="7704" y="14296"/>
                    </a:cubicBezTo>
                    <a:cubicBezTo>
                      <a:pt x="11645" y="14284"/>
                      <a:pt x="14848" y="11093"/>
                      <a:pt x="14848" y="7152"/>
                    </a:cubicBezTo>
                    <a:cubicBezTo>
                      <a:pt x="14848" y="4259"/>
                      <a:pt x="13110" y="1652"/>
                      <a:pt x="10443" y="544"/>
                    </a:cubicBezTo>
                    <a:cubicBezTo>
                      <a:pt x="9561" y="178"/>
                      <a:pt x="8636" y="1"/>
                      <a:pt x="77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705;p112">
                <a:extLst>
                  <a:ext uri="{FF2B5EF4-FFF2-40B4-BE49-F238E27FC236}">
                    <a16:creationId xmlns:a16="http://schemas.microsoft.com/office/drawing/2014/main" id="{AC0BB6B7-E203-1C6A-F658-06A4292BF527}"/>
                  </a:ext>
                </a:extLst>
              </p:cNvPr>
              <p:cNvSpPr/>
              <p:nvPr/>
            </p:nvSpPr>
            <p:spPr>
              <a:xfrm>
                <a:off x="3420120" y="3076981"/>
                <a:ext cx="63264" cy="219411"/>
              </a:xfrm>
              <a:custGeom>
                <a:avLst/>
                <a:gdLst/>
                <a:ahLst/>
                <a:cxnLst/>
                <a:rect l="l" t="t" r="r" b="b"/>
                <a:pathLst>
                  <a:path w="3883" h="13467" extrusionOk="0">
                    <a:moveTo>
                      <a:pt x="3358" y="0"/>
                    </a:moveTo>
                    <a:lnTo>
                      <a:pt x="3358" y="0"/>
                    </a:lnTo>
                    <a:cubicBezTo>
                      <a:pt x="3227" y="310"/>
                      <a:pt x="1" y="7632"/>
                      <a:pt x="3370" y="13466"/>
                    </a:cubicBezTo>
                    <a:lnTo>
                      <a:pt x="3870" y="13181"/>
                    </a:lnTo>
                    <a:cubicBezTo>
                      <a:pt x="644" y="7608"/>
                      <a:pt x="3847" y="310"/>
                      <a:pt x="3882" y="227"/>
                    </a:cubicBezTo>
                    <a:lnTo>
                      <a:pt x="335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706;p112">
                <a:extLst>
                  <a:ext uri="{FF2B5EF4-FFF2-40B4-BE49-F238E27FC236}">
                    <a16:creationId xmlns:a16="http://schemas.microsoft.com/office/drawing/2014/main" id="{8C24C2E8-D1CB-B154-6834-590021542228}"/>
                  </a:ext>
                </a:extLst>
              </p:cNvPr>
              <p:cNvSpPr/>
              <p:nvPr/>
            </p:nvSpPr>
            <p:spPr>
              <a:xfrm>
                <a:off x="3542330" y="3076981"/>
                <a:ext cx="63264" cy="219411"/>
              </a:xfrm>
              <a:custGeom>
                <a:avLst/>
                <a:gdLst/>
                <a:ahLst/>
                <a:cxnLst/>
                <a:rect l="l" t="t" r="r" b="b"/>
                <a:pathLst>
                  <a:path w="3883" h="13467" extrusionOk="0">
                    <a:moveTo>
                      <a:pt x="525" y="0"/>
                    </a:moveTo>
                    <a:lnTo>
                      <a:pt x="1" y="227"/>
                    </a:lnTo>
                    <a:cubicBezTo>
                      <a:pt x="36" y="310"/>
                      <a:pt x="3239" y="7608"/>
                      <a:pt x="13" y="13181"/>
                    </a:cubicBezTo>
                    <a:lnTo>
                      <a:pt x="513" y="13466"/>
                    </a:lnTo>
                    <a:cubicBezTo>
                      <a:pt x="3882" y="7632"/>
                      <a:pt x="668" y="310"/>
                      <a:pt x="5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707;p112">
                <a:extLst>
                  <a:ext uri="{FF2B5EF4-FFF2-40B4-BE49-F238E27FC236}">
                    <a16:creationId xmlns:a16="http://schemas.microsoft.com/office/drawing/2014/main" id="{4D798CDE-3E1E-E8E4-BC0F-C744AD800539}"/>
                  </a:ext>
                </a:extLst>
              </p:cNvPr>
              <p:cNvSpPr/>
              <p:nvPr/>
            </p:nvSpPr>
            <p:spPr>
              <a:xfrm>
                <a:off x="3406158" y="3147983"/>
                <a:ext cx="212813" cy="9319"/>
              </a:xfrm>
              <a:custGeom>
                <a:avLst/>
                <a:gdLst/>
                <a:ahLst/>
                <a:cxnLst/>
                <a:rect l="l" t="t" r="r" b="b"/>
                <a:pathLst>
                  <a:path w="13062" h="572" extrusionOk="0">
                    <a:moveTo>
                      <a:pt x="1" y="0"/>
                    </a:moveTo>
                    <a:lnTo>
                      <a:pt x="1" y="572"/>
                    </a:lnTo>
                    <a:lnTo>
                      <a:pt x="13062" y="572"/>
                    </a:lnTo>
                    <a:lnTo>
                      <a:pt x="130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708;p112">
                <a:extLst>
                  <a:ext uri="{FF2B5EF4-FFF2-40B4-BE49-F238E27FC236}">
                    <a16:creationId xmlns:a16="http://schemas.microsoft.com/office/drawing/2014/main" id="{A82407C1-089B-7BBE-43B8-4552BB9186E7}"/>
                  </a:ext>
                </a:extLst>
              </p:cNvPr>
              <p:cNvSpPr/>
              <p:nvPr/>
            </p:nvSpPr>
            <p:spPr>
              <a:xfrm>
                <a:off x="3406158" y="3221691"/>
                <a:ext cx="212813" cy="9319"/>
              </a:xfrm>
              <a:custGeom>
                <a:avLst/>
                <a:gdLst/>
                <a:ahLst/>
                <a:cxnLst/>
                <a:rect l="l" t="t" r="r" b="b"/>
                <a:pathLst>
                  <a:path w="13062" h="572" extrusionOk="0">
                    <a:moveTo>
                      <a:pt x="1" y="0"/>
                    </a:moveTo>
                    <a:lnTo>
                      <a:pt x="1" y="572"/>
                    </a:lnTo>
                    <a:lnTo>
                      <a:pt x="13062" y="572"/>
                    </a:lnTo>
                    <a:lnTo>
                      <a:pt x="130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709;p112">
                <a:extLst>
                  <a:ext uri="{FF2B5EF4-FFF2-40B4-BE49-F238E27FC236}">
                    <a16:creationId xmlns:a16="http://schemas.microsoft.com/office/drawing/2014/main" id="{2CC2E006-1BC6-CABE-D894-3AB99BD00204}"/>
                  </a:ext>
                </a:extLst>
              </p:cNvPr>
              <p:cNvSpPr/>
              <p:nvPr/>
            </p:nvSpPr>
            <p:spPr>
              <a:xfrm>
                <a:off x="3507806" y="3075042"/>
                <a:ext cx="9319" cy="223680"/>
              </a:xfrm>
              <a:custGeom>
                <a:avLst/>
                <a:gdLst/>
                <a:ahLst/>
                <a:cxnLst/>
                <a:rect l="l" t="t" r="r" b="b"/>
                <a:pathLst>
                  <a:path w="572" h="13729" extrusionOk="0">
                    <a:moveTo>
                      <a:pt x="0" y="0"/>
                    </a:moveTo>
                    <a:lnTo>
                      <a:pt x="0" y="13728"/>
                    </a:lnTo>
                    <a:lnTo>
                      <a:pt x="572" y="13728"/>
                    </a:lnTo>
                    <a:lnTo>
                      <a:pt x="5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4710;p112">
              <a:extLst>
                <a:ext uri="{FF2B5EF4-FFF2-40B4-BE49-F238E27FC236}">
                  <a16:creationId xmlns:a16="http://schemas.microsoft.com/office/drawing/2014/main" id="{486BDA99-8A26-ECD2-823D-D9ABFFE35B52}"/>
                </a:ext>
              </a:extLst>
            </p:cNvPr>
            <p:cNvSpPr/>
            <p:nvPr/>
          </p:nvSpPr>
          <p:spPr>
            <a:xfrm>
              <a:off x="5684484" y="3250593"/>
              <a:ext cx="252192" cy="252387"/>
            </a:xfrm>
            <a:custGeom>
              <a:avLst/>
              <a:gdLst/>
              <a:ahLst/>
              <a:cxnLst/>
              <a:rect l="l" t="t" r="r" b="b"/>
              <a:pathLst>
                <a:path w="15479" h="15491" extrusionOk="0">
                  <a:moveTo>
                    <a:pt x="667" y="0"/>
                  </a:moveTo>
                  <a:cubicBezTo>
                    <a:pt x="298" y="0"/>
                    <a:pt x="0" y="298"/>
                    <a:pt x="0" y="679"/>
                  </a:cubicBezTo>
                  <a:lnTo>
                    <a:pt x="0" y="14812"/>
                  </a:lnTo>
                  <a:cubicBezTo>
                    <a:pt x="0" y="15193"/>
                    <a:pt x="298" y="15490"/>
                    <a:pt x="667" y="15490"/>
                  </a:cubicBezTo>
                  <a:lnTo>
                    <a:pt x="14812" y="15490"/>
                  </a:lnTo>
                  <a:cubicBezTo>
                    <a:pt x="15181" y="15490"/>
                    <a:pt x="15479" y="15193"/>
                    <a:pt x="15479" y="14812"/>
                  </a:cubicBezTo>
                  <a:lnTo>
                    <a:pt x="15479" y="679"/>
                  </a:lnTo>
                  <a:cubicBezTo>
                    <a:pt x="15479" y="298"/>
                    <a:pt x="15181" y="0"/>
                    <a:pt x="148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711;p112">
              <a:extLst>
                <a:ext uri="{FF2B5EF4-FFF2-40B4-BE49-F238E27FC236}">
                  <a16:creationId xmlns:a16="http://schemas.microsoft.com/office/drawing/2014/main" id="{8E9DD348-64B1-0763-A530-31E799CD1A7E}"/>
                </a:ext>
              </a:extLst>
            </p:cNvPr>
            <p:cNvSpPr/>
            <p:nvPr/>
          </p:nvSpPr>
          <p:spPr>
            <a:xfrm>
              <a:off x="5732205" y="3302746"/>
              <a:ext cx="153655" cy="148490"/>
            </a:xfrm>
            <a:custGeom>
              <a:avLst/>
              <a:gdLst/>
              <a:ahLst/>
              <a:cxnLst/>
              <a:rect l="l" t="t" r="r" b="b"/>
              <a:pathLst>
                <a:path w="9431" h="9114" extrusionOk="0">
                  <a:moveTo>
                    <a:pt x="1821" y="0"/>
                  </a:moveTo>
                  <a:cubicBezTo>
                    <a:pt x="1724" y="0"/>
                    <a:pt x="1626" y="24"/>
                    <a:pt x="1536" y="74"/>
                  </a:cubicBezTo>
                  <a:cubicBezTo>
                    <a:pt x="489" y="621"/>
                    <a:pt x="0" y="1729"/>
                    <a:pt x="417" y="2872"/>
                  </a:cubicBezTo>
                  <a:cubicBezTo>
                    <a:pt x="1548" y="5979"/>
                    <a:pt x="3775" y="8003"/>
                    <a:pt x="6906" y="9003"/>
                  </a:cubicBezTo>
                  <a:cubicBezTo>
                    <a:pt x="7108" y="9069"/>
                    <a:pt x="7323" y="9113"/>
                    <a:pt x="7538" y="9113"/>
                  </a:cubicBezTo>
                  <a:cubicBezTo>
                    <a:pt x="7828" y="9113"/>
                    <a:pt x="8117" y="9032"/>
                    <a:pt x="8371" y="8813"/>
                  </a:cubicBezTo>
                  <a:cubicBezTo>
                    <a:pt x="8656" y="8563"/>
                    <a:pt x="8918" y="8289"/>
                    <a:pt x="9168" y="8015"/>
                  </a:cubicBezTo>
                  <a:cubicBezTo>
                    <a:pt x="9430" y="7777"/>
                    <a:pt x="9418" y="7348"/>
                    <a:pt x="9156" y="7122"/>
                  </a:cubicBezTo>
                  <a:cubicBezTo>
                    <a:pt x="8763" y="6717"/>
                    <a:pt x="8382" y="6324"/>
                    <a:pt x="7978" y="5943"/>
                  </a:cubicBezTo>
                  <a:cubicBezTo>
                    <a:pt x="7809" y="5781"/>
                    <a:pt x="7656" y="5701"/>
                    <a:pt x="7501" y="5701"/>
                  </a:cubicBezTo>
                  <a:cubicBezTo>
                    <a:pt x="7350" y="5701"/>
                    <a:pt x="7196" y="5778"/>
                    <a:pt x="7025" y="5932"/>
                  </a:cubicBezTo>
                  <a:cubicBezTo>
                    <a:pt x="6716" y="6205"/>
                    <a:pt x="6430" y="6515"/>
                    <a:pt x="6108" y="6825"/>
                  </a:cubicBezTo>
                  <a:cubicBezTo>
                    <a:pt x="4703" y="6039"/>
                    <a:pt x="3513" y="4908"/>
                    <a:pt x="2632" y="3562"/>
                  </a:cubicBezTo>
                  <a:cubicBezTo>
                    <a:pt x="2513" y="3419"/>
                    <a:pt x="2536" y="3193"/>
                    <a:pt x="2691" y="3086"/>
                  </a:cubicBezTo>
                  <a:cubicBezTo>
                    <a:pt x="2965" y="2848"/>
                    <a:pt x="3203" y="2610"/>
                    <a:pt x="3465" y="2324"/>
                  </a:cubicBezTo>
                  <a:cubicBezTo>
                    <a:pt x="3727" y="2050"/>
                    <a:pt x="3739" y="1705"/>
                    <a:pt x="3489" y="1431"/>
                  </a:cubicBezTo>
                  <a:cubicBezTo>
                    <a:pt x="3096" y="1002"/>
                    <a:pt x="2679" y="598"/>
                    <a:pt x="2263" y="193"/>
                  </a:cubicBezTo>
                  <a:cubicBezTo>
                    <a:pt x="2144" y="66"/>
                    <a:pt x="1983" y="0"/>
                    <a:pt x="18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712;p112">
              <a:extLst>
                <a:ext uri="{FF2B5EF4-FFF2-40B4-BE49-F238E27FC236}">
                  <a16:creationId xmlns:a16="http://schemas.microsoft.com/office/drawing/2014/main" id="{A4A5FDCE-1D02-B35A-287E-B6A7F2C5BB97}"/>
                </a:ext>
              </a:extLst>
            </p:cNvPr>
            <p:cNvSpPr/>
            <p:nvPr/>
          </p:nvSpPr>
          <p:spPr>
            <a:xfrm>
              <a:off x="4655988" y="2575334"/>
              <a:ext cx="309232" cy="200219"/>
            </a:xfrm>
            <a:custGeom>
              <a:avLst/>
              <a:gdLst/>
              <a:ahLst/>
              <a:cxnLst/>
              <a:rect l="l" t="t" r="r" b="b"/>
              <a:pathLst>
                <a:path w="18980" h="12289" extrusionOk="0">
                  <a:moveTo>
                    <a:pt x="298" y="1"/>
                  </a:moveTo>
                  <a:cubicBezTo>
                    <a:pt x="132" y="1"/>
                    <a:pt x="1" y="132"/>
                    <a:pt x="1" y="299"/>
                  </a:cubicBezTo>
                  <a:lnTo>
                    <a:pt x="1" y="11990"/>
                  </a:lnTo>
                  <a:cubicBezTo>
                    <a:pt x="1" y="12145"/>
                    <a:pt x="132" y="12288"/>
                    <a:pt x="298" y="12288"/>
                  </a:cubicBezTo>
                  <a:lnTo>
                    <a:pt x="18681" y="12288"/>
                  </a:lnTo>
                  <a:cubicBezTo>
                    <a:pt x="18848" y="12288"/>
                    <a:pt x="18979" y="12145"/>
                    <a:pt x="18979" y="11990"/>
                  </a:cubicBezTo>
                  <a:lnTo>
                    <a:pt x="18979" y="299"/>
                  </a:lnTo>
                  <a:cubicBezTo>
                    <a:pt x="18979" y="132"/>
                    <a:pt x="18848" y="1"/>
                    <a:pt x="186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713;p112">
              <a:extLst>
                <a:ext uri="{FF2B5EF4-FFF2-40B4-BE49-F238E27FC236}">
                  <a16:creationId xmlns:a16="http://schemas.microsoft.com/office/drawing/2014/main" id="{C7E8A153-46D6-FCFF-19FF-84CC5D500EC3}"/>
                </a:ext>
              </a:extLst>
            </p:cNvPr>
            <p:cNvSpPr/>
            <p:nvPr/>
          </p:nvSpPr>
          <p:spPr>
            <a:xfrm>
              <a:off x="4657699" y="2582096"/>
              <a:ext cx="305957" cy="129623"/>
            </a:xfrm>
            <a:custGeom>
              <a:avLst/>
              <a:gdLst/>
              <a:ahLst/>
              <a:cxnLst/>
              <a:rect l="l" t="t" r="r" b="b"/>
              <a:pathLst>
                <a:path w="18779" h="7956" extrusionOk="0">
                  <a:moveTo>
                    <a:pt x="18594" y="0"/>
                  </a:moveTo>
                  <a:cubicBezTo>
                    <a:pt x="18559" y="0"/>
                    <a:pt x="18524" y="13"/>
                    <a:pt x="18493" y="38"/>
                  </a:cubicBezTo>
                  <a:lnTo>
                    <a:pt x="9373" y="7599"/>
                  </a:lnTo>
                  <a:lnTo>
                    <a:pt x="336" y="193"/>
                  </a:lnTo>
                  <a:cubicBezTo>
                    <a:pt x="302" y="166"/>
                    <a:pt x="267" y="155"/>
                    <a:pt x="233" y="155"/>
                  </a:cubicBezTo>
                  <a:cubicBezTo>
                    <a:pt x="102" y="155"/>
                    <a:pt x="1" y="329"/>
                    <a:pt x="134" y="443"/>
                  </a:cubicBezTo>
                  <a:lnTo>
                    <a:pt x="9278" y="7920"/>
                  </a:lnTo>
                  <a:cubicBezTo>
                    <a:pt x="9301" y="7944"/>
                    <a:pt x="9337" y="7956"/>
                    <a:pt x="9373" y="7956"/>
                  </a:cubicBezTo>
                  <a:cubicBezTo>
                    <a:pt x="9409" y="7956"/>
                    <a:pt x="9444" y="7944"/>
                    <a:pt x="9468" y="7920"/>
                  </a:cubicBezTo>
                  <a:lnTo>
                    <a:pt x="18696" y="276"/>
                  </a:lnTo>
                  <a:cubicBezTo>
                    <a:pt x="18767" y="229"/>
                    <a:pt x="18779" y="122"/>
                    <a:pt x="18719" y="62"/>
                  </a:cubicBezTo>
                  <a:cubicBezTo>
                    <a:pt x="18686" y="22"/>
                    <a:pt x="18640" y="0"/>
                    <a:pt x="185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714;p112">
              <a:extLst>
                <a:ext uri="{FF2B5EF4-FFF2-40B4-BE49-F238E27FC236}">
                  <a16:creationId xmlns:a16="http://schemas.microsoft.com/office/drawing/2014/main" id="{00573C3D-BDA0-14B3-CF4A-98A2880F743A}"/>
                </a:ext>
              </a:extLst>
            </p:cNvPr>
            <p:cNvSpPr/>
            <p:nvPr/>
          </p:nvSpPr>
          <p:spPr>
            <a:xfrm>
              <a:off x="4657731" y="2661375"/>
              <a:ext cx="100329" cy="107384"/>
            </a:xfrm>
            <a:custGeom>
              <a:avLst/>
              <a:gdLst/>
              <a:ahLst/>
              <a:cxnLst/>
              <a:rect l="l" t="t" r="r" b="b"/>
              <a:pathLst>
                <a:path w="6158" h="6591" extrusionOk="0">
                  <a:moveTo>
                    <a:pt x="5936" y="0"/>
                  </a:moveTo>
                  <a:cubicBezTo>
                    <a:pt x="5898" y="0"/>
                    <a:pt x="5858" y="16"/>
                    <a:pt x="5823" y="54"/>
                  </a:cubicBezTo>
                  <a:lnTo>
                    <a:pt x="60" y="6328"/>
                  </a:lnTo>
                  <a:cubicBezTo>
                    <a:pt x="1" y="6388"/>
                    <a:pt x="1" y="6495"/>
                    <a:pt x="72" y="6555"/>
                  </a:cubicBezTo>
                  <a:cubicBezTo>
                    <a:pt x="108" y="6579"/>
                    <a:pt x="144" y="6590"/>
                    <a:pt x="179" y="6590"/>
                  </a:cubicBezTo>
                  <a:cubicBezTo>
                    <a:pt x="227" y="6590"/>
                    <a:pt x="263" y="6579"/>
                    <a:pt x="298" y="6543"/>
                  </a:cubicBezTo>
                  <a:lnTo>
                    <a:pt x="6049" y="268"/>
                  </a:lnTo>
                  <a:cubicBezTo>
                    <a:pt x="6157" y="151"/>
                    <a:pt x="6054" y="0"/>
                    <a:pt x="59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715;p112">
              <a:extLst>
                <a:ext uri="{FF2B5EF4-FFF2-40B4-BE49-F238E27FC236}">
                  <a16:creationId xmlns:a16="http://schemas.microsoft.com/office/drawing/2014/main" id="{644AA469-6DE4-636A-3CC4-CF126B2107DE}"/>
                </a:ext>
              </a:extLst>
            </p:cNvPr>
            <p:cNvSpPr/>
            <p:nvPr/>
          </p:nvSpPr>
          <p:spPr>
            <a:xfrm>
              <a:off x="4862658" y="2661457"/>
              <a:ext cx="100036" cy="107302"/>
            </a:xfrm>
            <a:custGeom>
              <a:avLst/>
              <a:gdLst/>
              <a:ahLst/>
              <a:cxnLst/>
              <a:rect l="l" t="t" r="r" b="b"/>
              <a:pathLst>
                <a:path w="6140" h="6586" extrusionOk="0">
                  <a:moveTo>
                    <a:pt x="220" y="0"/>
                  </a:moveTo>
                  <a:cubicBezTo>
                    <a:pt x="103" y="0"/>
                    <a:pt x="0" y="146"/>
                    <a:pt x="91" y="263"/>
                  </a:cubicBezTo>
                  <a:lnTo>
                    <a:pt x="5854" y="6538"/>
                  </a:lnTo>
                  <a:cubicBezTo>
                    <a:pt x="5877" y="6574"/>
                    <a:pt x="5925" y="6585"/>
                    <a:pt x="5961" y="6585"/>
                  </a:cubicBezTo>
                  <a:cubicBezTo>
                    <a:pt x="6008" y="6585"/>
                    <a:pt x="6044" y="6574"/>
                    <a:pt x="6068" y="6550"/>
                  </a:cubicBezTo>
                  <a:cubicBezTo>
                    <a:pt x="6139" y="6490"/>
                    <a:pt x="6139" y="6383"/>
                    <a:pt x="6080" y="6323"/>
                  </a:cubicBezTo>
                  <a:lnTo>
                    <a:pt x="329" y="49"/>
                  </a:lnTo>
                  <a:cubicBezTo>
                    <a:pt x="295" y="15"/>
                    <a:pt x="257" y="0"/>
                    <a:pt x="2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716;p112">
              <a:extLst>
                <a:ext uri="{FF2B5EF4-FFF2-40B4-BE49-F238E27FC236}">
                  <a16:creationId xmlns:a16="http://schemas.microsoft.com/office/drawing/2014/main" id="{3CB17446-5000-D91F-0163-38C2160BEE25}"/>
                </a:ext>
              </a:extLst>
            </p:cNvPr>
            <p:cNvSpPr/>
            <p:nvPr/>
          </p:nvSpPr>
          <p:spPr>
            <a:xfrm>
              <a:off x="4858308" y="4107612"/>
              <a:ext cx="850240" cy="418228"/>
            </a:xfrm>
            <a:custGeom>
              <a:avLst/>
              <a:gdLst/>
              <a:ahLst/>
              <a:cxnLst/>
              <a:rect l="l" t="t" r="r" b="b"/>
              <a:pathLst>
                <a:path w="52186" h="25670" extrusionOk="0">
                  <a:moveTo>
                    <a:pt x="45209" y="0"/>
                  </a:moveTo>
                  <a:lnTo>
                    <a:pt x="5716" y="524"/>
                  </a:lnTo>
                  <a:cubicBezTo>
                    <a:pt x="5716" y="524"/>
                    <a:pt x="1" y="12549"/>
                    <a:pt x="275" y="25670"/>
                  </a:cubicBezTo>
                  <a:lnTo>
                    <a:pt x="52186" y="25670"/>
                  </a:lnTo>
                  <a:cubicBezTo>
                    <a:pt x="52186" y="25670"/>
                    <a:pt x="51626" y="10609"/>
                    <a:pt x="4520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717;p112">
              <a:extLst>
                <a:ext uri="{FF2B5EF4-FFF2-40B4-BE49-F238E27FC236}">
                  <a16:creationId xmlns:a16="http://schemas.microsoft.com/office/drawing/2014/main" id="{E203AF0E-E203-EC28-9B5C-DED060F24253}"/>
                </a:ext>
              </a:extLst>
            </p:cNvPr>
            <p:cNvSpPr/>
            <p:nvPr/>
          </p:nvSpPr>
          <p:spPr>
            <a:xfrm>
              <a:off x="5175670" y="4176464"/>
              <a:ext cx="441510" cy="5262"/>
            </a:xfrm>
            <a:custGeom>
              <a:avLst/>
              <a:gdLst/>
              <a:ahLst/>
              <a:cxnLst/>
              <a:rect l="l" t="t" r="r" b="b"/>
              <a:pathLst>
                <a:path w="27099" h="323" extrusionOk="0">
                  <a:moveTo>
                    <a:pt x="191" y="1"/>
                  </a:moveTo>
                  <a:cubicBezTo>
                    <a:pt x="0" y="25"/>
                    <a:pt x="0" y="299"/>
                    <a:pt x="191" y="322"/>
                  </a:cubicBezTo>
                  <a:lnTo>
                    <a:pt x="26920" y="322"/>
                  </a:lnTo>
                  <a:cubicBezTo>
                    <a:pt x="27099" y="299"/>
                    <a:pt x="27099" y="25"/>
                    <a:pt x="26920" y="1"/>
                  </a:cubicBezTo>
                  <a:close/>
                </a:path>
              </a:pathLst>
            </a:custGeom>
            <a:solidFill>
              <a:srgbClr val="0B3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718;p112">
              <a:extLst>
                <a:ext uri="{FF2B5EF4-FFF2-40B4-BE49-F238E27FC236}">
                  <a16:creationId xmlns:a16="http://schemas.microsoft.com/office/drawing/2014/main" id="{78B14303-3D77-5DEF-E34A-13C15AE8FCE1}"/>
                </a:ext>
              </a:extLst>
            </p:cNvPr>
            <p:cNvSpPr/>
            <p:nvPr/>
          </p:nvSpPr>
          <p:spPr>
            <a:xfrm>
              <a:off x="5537836" y="4115367"/>
              <a:ext cx="5246" cy="66359"/>
            </a:xfrm>
            <a:custGeom>
              <a:avLst/>
              <a:gdLst/>
              <a:ahLst/>
              <a:cxnLst/>
              <a:rect l="l" t="t" r="r" b="b"/>
              <a:pathLst>
                <a:path w="322" h="4073" extrusionOk="0">
                  <a:moveTo>
                    <a:pt x="161" y="0"/>
                  </a:moveTo>
                  <a:cubicBezTo>
                    <a:pt x="87" y="0"/>
                    <a:pt x="12" y="48"/>
                    <a:pt x="0" y="143"/>
                  </a:cubicBezTo>
                  <a:lnTo>
                    <a:pt x="0" y="3918"/>
                  </a:lnTo>
                  <a:cubicBezTo>
                    <a:pt x="0" y="4001"/>
                    <a:pt x="60" y="4072"/>
                    <a:pt x="155" y="4072"/>
                  </a:cubicBezTo>
                  <a:cubicBezTo>
                    <a:pt x="238" y="4072"/>
                    <a:pt x="310" y="4001"/>
                    <a:pt x="322" y="3918"/>
                  </a:cubicBezTo>
                  <a:lnTo>
                    <a:pt x="322" y="143"/>
                  </a:lnTo>
                  <a:cubicBezTo>
                    <a:pt x="310" y="48"/>
                    <a:pt x="236" y="0"/>
                    <a:pt x="161" y="0"/>
                  </a:cubicBezTo>
                  <a:close/>
                </a:path>
              </a:pathLst>
            </a:custGeom>
            <a:solidFill>
              <a:srgbClr val="0B3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719;p112">
              <a:extLst>
                <a:ext uri="{FF2B5EF4-FFF2-40B4-BE49-F238E27FC236}">
                  <a16:creationId xmlns:a16="http://schemas.microsoft.com/office/drawing/2014/main" id="{F94AA549-30EC-68BD-FF44-A0537105689F}"/>
                </a:ext>
              </a:extLst>
            </p:cNvPr>
            <p:cNvSpPr/>
            <p:nvPr/>
          </p:nvSpPr>
          <p:spPr>
            <a:xfrm>
              <a:off x="5435405" y="4115367"/>
              <a:ext cx="5262" cy="66359"/>
            </a:xfrm>
            <a:custGeom>
              <a:avLst/>
              <a:gdLst/>
              <a:ahLst/>
              <a:cxnLst/>
              <a:rect l="l" t="t" r="r" b="b"/>
              <a:pathLst>
                <a:path w="323" h="4073" extrusionOk="0">
                  <a:moveTo>
                    <a:pt x="168" y="0"/>
                  </a:moveTo>
                  <a:cubicBezTo>
                    <a:pt x="93" y="0"/>
                    <a:pt x="19" y="48"/>
                    <a:pt x="13" y="143"/>
                  </a:cubicBezTo>
                  <a:lnTo>
                    <a:pt x="13" y="3918"/>
                  </a:lnTo>
                  <a:cubicBezTo>
                    <a:pt x="1" y="4001"/>
                    <a:pt x="72" y="4072"/>
                    <a:pt x="156" y="4072"/>
                  </a:cubicBezTo>
                  <a:cubicBezTo>
                    <a:pt x="251" y="4072"/>
                    <a:pt x="322" y="4001"/>
                    <a:pt x="322" y="3918"/>
                  </a:cubicBezTo>
                  <a:lnTo>
                    <a:pt x="322" y="143"/>
                  </a:lnTo>
                  <a:cubicBezTo>
                    <a:pt x="316" y="48"/>
                    <a:pt x="242" y="0"/>
                    <a:pt x="168" y="0"/>
                  </a:cubicBezTo>
                  <a:close/>
                </a:path>
              </a:pathLst>
            </a:custGeom>
            <a:solidFill>
              <a:srgbClr val="0B3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720;p112">
              <a:extLst>
                <a:ext uri="{FF2B5EF4-FFF2-40B4-BE49-F238E27FC236}">
                  <a16:creationId xmlns:a16="http://schemas.microsoft.com/office/drawing/2014/main" id="{73CEEE94-6645-EF72-F308-E4181FC74925}"/>
                </a:ext>
              </a:extLst>
            </p:cNvPr>
            <p:cNvSpPr/>
            <p:nvPr/>
          </p:nvSpPr>
          <p:spPr>
            <a:xfrm>
              <a:off x="5332990" y="4115367"/>
              <a:ext cx="5246" cy="66359"/>
            </a:xfrm>
            <a:custGeom>
              <a:avLst/>
              <a:gdLst/>
              <a:ahLst/>
              <a:cxnLst/>
              <a:rect l="l" t="t" r="r" b="b"/>
              <a:pathLst>
                <a:path w="322" h="4073" extrusionOk="0">
                  <a:moveTo>
                    <a:pt x="167" y="0"/>
                  </a:moveTo>
                  <a:cubicBezTo>
                    <a:pt x="93" y="0"/>
                    <a:pt x="18" y="48"/>
                    <a:pt x="12" y="143"/>
                  </a:cubicBezTo>
                  <a:lnTo>
                    <a:pt x="12" y="3918"/>
                  </a:lnTo>
                  <a:cubicBezTo>
                    <a:pt x="0" y="4001"/>
                    <a:pt x="72" y="4072"/>
                    <a:pt x="167" y="4072"/>
                  </a:cubicBezTo>
                  <a:cubicBezTo>
                    <a:pt x="250" y="4072"/>
                    <a:pt x="322" y="4001"/>
                    <a:pt x="322" y="3918"/>
                  </a:cubicBezTo>
                  <a:lnTo>
                    <a:pt x="322" y="143"/>
                  </a:lnTo>
                  <a:cubicBezTo>
                    <a:pt x="316" y="48"/>
                    <a:pt x="241" y="0"/>
                    <a:pt x="167" y="0"/>
                  </a:cubicBezTo>
                  <a:close/>
                </a:path>
              </a:pathLst>
            </a:custGeom>
            <a:solidFill>
              <a:srgbClr val="0B3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721;p112">
              <a:extLst>
                <a:ext uri="{FF2B5EF4-FFF2-40B4-BE49-F238E27FC236}">
                  <a16:creationId xmlns:a16="http://schemas.microsoft.com/office/drawing/2014/main" id="{B3E44A04-A1CD-2295-2788-951A530925CA}"/>
                </a:ext>
              </a:extLst>
            </p:cNvPr>
            <p:cNvSpPr/>
            <p:nvPr/>
          </p:nvSpPr>
          <p:spPr>
            <a:xfrm>
              <a:off x="5230950" y="4115367"/>
              <a:ext cx="5067" cy="66359"/>
            </a:xfrm>
            <a:custGeom>
              <a:avLst/>
              <a:gdLst/>
              <a:ahLst/>
              <a:cxnLst/>
              <a:rect l="l" t="t" r="r" b="b"/>
              <a:pathLst>
                <a:path w="311" h="4073" extrusionOk="0">
                  <a:moveTo>
                    <a:pt x="160" y="0"/>
                  </a:moveTo>
                  <a:cubicBezTo>
                    <a:pt x="87" y="0"/>
                    <a:pt x="13" y="48"/>
                    <a:pt x="1" y="143"/>
                  </a:cubicBezTo>
                  <a:lnTo>
                    <a:pt x="1" y="3918"/>
                  </a:lnTo>
                  <a:cubicBezTo>
                    <a:pt x="1" y="4001"/>
                    <a:pt x="60" y="4072"/>
                    <a:pt x="155" y="4072"/>
                  </a:cubicBezTo>
                  <a:cubicBezTo>
                    <a:pt x="239" y="4072"/>
                    <a:pt x="310" y="4001"/>
                    <a:pt x="310" y="3918"/>
                  </a:cubicBezTo>
                  <a:lnTo>
                    <a:pt x="310" y="143"/>
                  </a:lnTo>
                  <a:cubicBezTo>
                    <a:pt x="304" y="48"/>
                    <a:pt x="233" y="0"/>
                    <a:pt x="160" y="0"/>
                  </a:cubicBezTo>
                  <a:close/>
                </a:path>
              </a:pathLst>
            </a:custGeom>
            <a:solidFill>
              <a:srgbClr val="0B3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722;p112">
              <a:extLst>
                <a:ext uri="{FF2B5EF4-FFF2-40B4-BE49-F238E27FC236}">
                  <a16:creationId xmlns:a16="http://schemas.microsoft.com/office/drawing/2014/main" id="{F4376560-8DFA-E952-B31A-F08D7C679663}"/>
                </a:ext>
              </a:extLst>
            </p:cNvPr>
            <p:cNvSpPr/>
            <p:nvPr/>
          </p:nvSpPr>
          <p:spPr>
            <a:xfrm>
              <a:off x="5570225" y="4178793"/>
              <a:ext cx="81495" cy="351902"/>
            </a:xfrm>
            <a:custGeom>
              <a:avLst/>
              <a:gdLst/>
              <a:ahLst/>
              <a:cxnLst/>
              <a:rect l="l" t="t" r="r" b="b"/>
              <a:pathLst>
                <a:path w="5002" h="21599" extrusionOk="0">
                  <a:moveTo>
                    <a:pt x="188" y="1"/>
                  </a:moveTo>
                  <a:cubicBezTo>
                    <a:pt x="170" y="1"/>
                    <a:pt x="151" y="4"/>
                    <a:pt x="132" y="13"/>
                  </a:cubicBezTo>
                  <a:cubicBezTo>
                    <a:pt x="48" y="36"/>
                    <a:pt x="1" y="120"/>
                    <a:pt x="36" y="203"/>
                  </a:cubicBezTo>
                  <a:cubicBezTo>
                    <a:pt x="84" y="346"/>
                    <a:pt x="4692" y="14217"/>
                    <a:pt x="4073" y="21420"/>
                  </a:cubicBezTo>
                  <a:cubicBezTo>
                    <a:pt x="4061" y="21515"/>
                    <a:pt x="4132" y="21587"/>
                    <a:pt x="4216" y="21599"/>
                  </a:cubicBezTo>
                  <a:lnTo>
                    <a:pt x="4227" y="21599"/>
                  </a:lnTo>
                  <a:cubicBezTo>
                    <a:pt x="4311" y="21599"/>
                    <a:pt x="4382" y="21527"/>
                    <a:pt x="4382" y="21456"/>
                  </a:cubicBezTo>
                  <a:cubicBezTo>
                    <a:pt x="5001" y="14181"/>
                    <a:pt x="382" y="251"/>
                    <a:pt x="334" y="108"/>
                  </a:cubicBezTo>
                  <a:cubicBezTo>
                    <a:pt x="307" y="44"/>
                    <a:pt x="251" y="1"/>
                    <a:pt x="188" y="1"/>
                  </a:cubicBezTo>
                  <a:close/>
                </a:path>
              </a:pathLst>
            </a:custGeom>
            <a:solidFill>
              <a:srgbClr val="0B3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723;p112">
              <a:extLst>
                <a:ext uri="{FF2B5EF4-FFF2-40B4-BE49-F238E27FC236}">
                  <a16:creationId xmlns:a16="http://schemas.microsoft.com/office/drawing/2014/main" id="{3A903608-865F-0402-53A8-4A69C73AE686}"/>
                </a:ext>
              </a:extLst>
            </p:cNvPr>
            <p:cNvSpPr/>
            <p:nvPr/>
          </p:nvSpPr>
          <p:spPr>
            <a:xfrm>
              <a:off x="5128731" y="3187167"/>
              <a:ext cx="255483" cy="253528"/>
            </a:xfrm>
            <a:custGeom>
              <a:avLst/>
              <a:gdLst/>
              <a:ahLst/>
              <a:cxnLst/>
              <a:rect l="l" t="t" r="r" b="b"/>
              <a:pathLst>
                <a:path w="15681" h="15561" extrusionOk="0">
                  <a:moveTo>
                    <a:pt x="2774" y="0"/>
                  </a:moveTo>
                  <a:lnTo>
                    <a:pt x="2774" y="6941"/>
                  </a:lnTo>
                  <a:cubicBezTo>
                    <a:pt x="2786" y="8489"/>
                    <a:pt x="1536" y="9739"/>
                    <a:pt x="0" y="9739"/>
                  </a:cubicBezTo>
                  <a:cubicBezTo>
                    <a:pt x="2945" y="14105"/>
                    <a:pt x="5669" y="15560"/>
                    <a:pt x="7992" y="15560"/>
                  </a:cubicBezTo>
                  <a:cubicBezTo>
                    <a:pt x="12638" y="15560"/>
                    <a:pt x="15681" y="9739"/>
                    <a:pt x="15681" y="9739"/>
                  </a:cubicBezTo>
                  <a:lnTo>
                    <a:pt x="15585" y="9739"/>
                  </a:lnTo>
                  <a:cubicBezTo>
                    <a:pt x="14049" y="9728"/>
                    <a:pt x="12799" y="8477"/>
                    <a:pt x="12811" y="6941"/>
                  </a:cubicBezTo>
                  <a:lnTo>
                    <a:pt x="128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724;p112">
              <a:extLst>
                <a:ext uri="{FF2B5EF4-FFF2-40B4-BE49-F238E27FC236}">
                  <a16:creationId xmlns:a16="http://schemas.microsoft.com/office/drawing/2014/main" id="{082EE6D4-A47D-D98E-AC0A-65E71C68BE4D}"/>
                </a:ext>
              </a:extLst>
            </p:cNvPr>
            <p:cNvSpPr/>
            <p:nvPr/>
          </p:nvSpPr>
          <p:spPr>
            <a:xfrm>
              <a:off x="4887015" y="3263823"/>
              <a:ext cx="769364" cy="977876"/>
            </a:xfrm>
            <a:custGeom>
              <a:avLst/>
              <a:gdLst/>
              <a:ahLst/>
              <a:cxnLst/>
              <a:rect l="l" t="t" r="r" b="b"/>
              <a:pathLst>
                <a:path w="47222" h="60020" extrusionOk="0">
                  <a:moveTo>
                    <a:pt x="16872" y="1"/>
                  </a:moveTo>
                  <a:cubicBezTo>
                    <a:pt x="16834" y="1"/>
                    <a:pt x="16802" y="4"/>
                    <a:pt x="16777" y="10"/>
                  </a:cubicBezTo>
                  <a:cubicBezTo>
                    <a:pt x="16253" y="141"/>
                    <a:pt x="16289" y="3118"/>
                    <a:pt x="16324" y="4439"/>
                  </a:cubicBezTo>
                  <a:cubicBezTo>
                    <a:pt x="15884" y="4749"/>
                    <a:pt x="15372" y="4939"/>
                    <a:pt x="14836" y="5023"/>
                  </a:cubicBezTo>
                  <a:cubicBezTo>
                    <a:pt x="14683" y="5022"/>
                    <a:pt x="14532" y="5021"/>
                    <a:pt x="14384" y="5021"/>
                  </a:cubicBezTo>
                  <a:cubicBezTo>
                    <a:pt x="10589" y="5021"/>
                    <a:pt x="8055" y="5352"/>
                    <a:pt x="5775" y="7975"/>
                  </a:cubicBezTo>
                  <a:cubicBezTo>
                    <a:pt x="3406" y="10690"/>
                    <a:pt x="1" y="58708"/>
                    <a:pt x="1" y="58708"/>
                  </a:cubicBezTo>
                  <a:cubicBezTo>
                    <a:pt x="760" y="59609"/>
                    <a:pt x="6498" y="60019"/>
                    <a:pt x="14693" y="60019"/>
                  </a:cubicBezTo>
                  <a:cubicBezTo>
                    <a:pt x="16134" y="60019"/>
                    <a:pt x="17651" y="60007"/>
                    <a:pt x="19229" y="59982"/>
                  </a:cubicBezTo>
                  <a:cubicBezTo>
                    <a:pt x="19956" y="59970"/>
                    <a:pt x="22206" y="53576"/>
                    <a:pt x="22932" y="53564"/>
                  </a:cubicBezTo>
                  <a:cubicBezTo>
                    <a:pt x="22933" y="53564"/>
                    <a:pt x="22934" y="53564"/>
                    <a:pt x="22935" y="53564"/>
                  </a:cubicBezTo>
                  <a:cubicBezTo>
                    <a:pt x="23782" y="53564"/>
                    <a:pt x="26886" y="59553"/>
                    <a:pt x="27737" y="59553"/>
                  </a:cubicBezTo>
                  <a:cubicBezTo>
                    <a:pt x="27739" y="59553"/>
                    <a:pt x="27741" y="59553"/>
                    <a:pt x="27742" y="59553"/>
                  </a:cubicBezTo>
                  <a:cubicBezTo>
                    <a:pt x="38649" y="59291"/>
                    <a:pt x="47221" y="58874"/>
                    <a:pt x="47221" y="58874"/>
                  </a:cubicBezTo>
                  <a:cubicBezTo>
                    <a:pt x="47221" y="58874"/>
                    <a:pt x="41149" y="13619"/>
                    <a:pt x="40030" y="9154"/>
                  </a:cubicBezTo>
                  <a:cubicBezTo>
                    <a:pt x="38911" y="4689"/>
                    <a:pt x="31791" y="4832"/>
                    <a:pt x="30326" y="4689"/>
                  </a:cubicBezTo>
                  <a:cubicBezTo>
                    <a:pt x="30017" y="4642"/>
                    <a:pt x="29755" y="4463"/>
                    <a:pt x="29612" y="4189"/>
                  </a:cubicBezTo>
                  <a:cubicBezTo>
                    <a:pt x="29624" y="2879"/>
                    <a:pt x="29576" y="272"/>
                    <a:pt x="29005" y="272"/>
                  </a:cubicBezTo>
                  <a:cubicBezTo>
                    <a:pt x="28243" y="272"/>
                    <a:pt x="23432" y="1784"/>
                    <a:pt x="23432" y="1784"/>
                  </a:cubicBezTo>
                  <a:lnTo>
                    <a:pt x="22932" y="3725"/>
                  </a:lnTo>
                  <a:lnTo>
                    <a:pt x="22587" y="1951"/>
                  </a:lnTo>
                  <a:cubicBezTo>
                    <a:pt x="22587" y="1951"/>
                    <a:pt x="17827" y="1"/>
                    <a:pt x="168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725;p112">
              <a:extLst>
                <a:ext uri="{FF2B5EF4-FFF2-40B4-BE49-F238E27FC236}">
                  <a16:creationId xmlns:a16="http://schemas.microsoft.com/office/drawing/2014/main" id="{5F38A99C-8399-ADA4-5DA7-1BB8DB23B227}"/>
                </a:ext>
              </a:extLst>
            </p:cNvPr>
            <p:cNvSpPr/>
            <p:nvPr/>
          </p:nvSpPr>
          <p:spPr>
            <a:xfrm>
              <a:off x="5256757" y="3359216"/>
              <a:ext cx="5051" cy="771678"/>
            </a:xfrm>
            <a:custGeom>
              <a:avLst/>
              <a:gdLst/>
              <a:ahLst/>
              <a:cxnLst/>
              <a:rect l="l" t="t" r="r" b="b"/>
              <a:pathLst>
                <a:path w="310" h="47364" extrusionOk="0">
                  <a:moveTo>
                    <a:pt x="151" y="1"/>
                  </a:moveTo>
                  <a:cubicBezTo>
                    <a:pt x="78" y="1"/>
                    <a:pt x="6" y="49"/>
                    <a:pt x="0" y="144"/>
                  </a:cubicBezTo>
                  <a:lnTo>
                    <a:pt x="0" y="47209"/>
                  </a:lnTo>
                  <a:cubicBezTo>
                    <a:pt x="0" y="47293"/>
                    <a:pt x="72" y="47364"/>
                    <a:pt x="155" y="47364"/>
                  </a:cubicBezTo>
                  <a:cubicBezTo>
                    <a:pt x="238" y="47364"/>
                    <a:pt x="310" y="47293"/>
                    <a:pt x="310" y="47209"/>
                  </a:cubicBezTo>
                  <a:lnTo>
                    <a:pt x="310" y="144"/>
                  </a:lnTo>
                  <a:cubicBezTo>
                    <a:pt x="298" y="49"/>
                    <a:pt x="223" y="1"/>
                    <a:pt x="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726;p112">
              <a:extLst>
                <a:ext uri="{FF2B5EF4-FFF2-40B4-BE49-F238E27FC236}">
                  <a16:creationId xmlns:a16="http://schemas.microsoft.com/office/drawing/2014/main" id="{821DF0A2-9DD2-F7F7-D65F-1BA68F9022B2}"/>
                </a:ext>
              </a:extLst>
            </p:cNvPr>
            <p:cNvSpPr/>
            <p:nvPr/>
          </p:nvSpPr>
          <p:spPr>
            <a:xfrm>
              <a:off x="5046275" y="3773713"/>
              <a:ext cx="189938" cy="190753"/>
            </a:xfrm>
            <a:custGeom>
              <a:avLst/>
              <a:gdLst/>
              <a:ahLst/>
              <a:cxnLst/>
              <a:rect l="l" t="t" r="r" b="b"/>
              <a:pathLst>
                <a:path w="11658" h="11708" extrusionOk="0">
                  <a:moveTo>
                    <a:pt x="4216" y="1"/>
                  </a:moveTo>
                  <a:cubicBezTo>
                    <a:pt x="3747" y="1"/>
                    <a:pt x="2871" y="1109"/>
                    <a:pt x="3537" y="2373"/>
                  </a:cubicBezTo>
                  <a:cubicBezTo>
                    <a:pt x="4371" y="3933"/>
                    <a:pt x="4513" y="4587"/>
                    <a:pt x="4513" y="4587"/>
                  </a:cubicBezTo>
                  <a:cubicBezTo>
                    <a:pt x="4513" y="4587"/>
                    <a:pt x="3603" y="4333"/>
                    <a:pt x="2655" y="4333"/>
                  </a:cubicBezTo>
                  <a:cubicBezTo>
                    <a:pt x="1747" y="4333"/>
                    <a:pt x="806" y="4566"/>
                    <a:pt x="596" y="5480"/>
                  </a:cubicBezTo>
                  <a:cubicBezTo>
                    <a:pt x="596" y="5480"/>
                    <a:pt x="596" y="6076"/>
                    <a:pt x="1108" y="6231"/>
                  </a:cubicBezTo>
                  <a:cubicBezTo>
                    <a:pt x="1108" y="6231"/>
                    <a:pt x="60" y="6671"/>
                    <a:pt x="120" y="7243"/>
                  </a:cubicBezTo>
                  <a:cubicBezTo>
                    <a:pt x="191" y="7814"/>
                    <a:pt x="894" y="8302"/>
                    <a:pt x="894" y="8302"/>
                  </a:cubicBezTo>
                  <a:cubicBezTo>
                    <a:pt x="894" y="8302"/>
                    <a:pt x="1" y="8683"/>
                    <a:pt x="49" y="9279"/>
                  </a:cubicBezTo>
                  <a:cubicBezTo>
                    <a:pt x="84" y="9886"/>
                    <a:pt x="894" y="10267"/>
                    <a:pt x="894" y="10267"/>
                  </a:cubicBezTo>
                  <a:cubicBezTo>
                    <a:pt x="894" y="10267"/>
                    <a:pt x="537" y="10660"/>
                    <a:pt x="751" y="11029"/>
                  </a:cubicBezTo>
                  <a:cubicBezTo>
                    <a:pt x="945" y="11352"/>
                    <a:pt x="1461" y="11695"/>
                    <a:pt x="2114" y="11695"/>
                  </a:cubicBezTo>
                  <a:cubicBezTo>
                    <a:pt x="2182" y="11695"/>
                    <a:pt x="2252" y="11691"/>
                    <a:pt x="2323" y="11684"/>
                  </a:cubicBezTo>
                  <a:cubicBezTo>
                    <a:pt x="3085" y="11600"/>
                    <a:pt x="4311" y="11707"/>
                    <a:pt x="4537" y="11005"/>
                  </a:cubicBezTo>
                  <a:cubicBezTo>
                    <a:pt x="4537" y="11005"/>
                    <a:pt x="5315" y="11066"/>
                    <a:pt x="6216" y="11066"/>
                  </a:cubicBezTo>
                  <a:cubicBezTo>
                    <a:pt x="7047" y="11066"/>
                    <a:pt x="7983" y="11014"/>
                    <a:pt x="8514" y="10814"/>
                  </a:cubicBezTo>
                  <a:cubicBezTo>
                    <a:pt x="9562" y="10910"/>
                    <a:pt x="10609" y="10993"/>
                    <a:pt x="11657" y="11064"/>
                  </a:cubicBezTo>
                  <a:lnTo>
                    <a:pt x="11657" y="4028"/>
                  </a:lnTo>
                  <a:cubicBezTo>
                    <a:pt x="10324" y="4123"/>
                    <a:pt x="8990" y="4218"/>
                    <a:pt x="7669" y="4314"/>
                  </a:cubicBezTo>
                  <a:cubicBezTo>
                    <a:pt x="7288" y="3849"/>
                    <a:pt x="6835" y="3349"/>
                    <a:pt x="6406" y="2921"/>
                  </a:cubicBezTo>
                  <a:cubicBezTo>
                    <a:pt x="5240" y="1754"/>
                    <a:pt x="4680" y="897"/>
                    <a:pt x="4454" y="194"/>
                  </a:cubicBezTo>
                  <a:cubicBezTo>
                    <a:pt x="4413" y="61"/>
                    <a:pt x="4326" y="1"/>
                    <a:pt x="42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27;p112">
              <a:extLst>
                <a:ext uri="{FF2B5EF4-FFF2-40B4-BE49-F238E27FC236}">
                  <a16:creationId xmlns:a16="http://schemas.microsoft.com/office/drawing/2014/main" id="{7426C4FB-A038-6444-4556-8011DE5046D4}"/>
                </a:ext>
              </a:extLst>
            </p:cNvPr>
            <p:cNvSpPr/>
            <p:nvPr/>
          </p:nvSpPr>
          <p:spPr>
            <a:xfrm>
              <a:off x="5200304" y="3343070"/>
              <a:ext cx="716968" cy="625420"/>
            </a:xfrm>
            <a:custGeom>
              <a:avLst/>
              <a:gdLst/>
              <a:ahLst/>
              <a:cxnLst/>
              <a:rect l="l" t="t" r="r" b="b"/>
              <a:pathLst>
                <a:path w="44006" h="38387" extrusionOk="0">
                  <a:moveTo>
                    <a:pt x="14094" y="0"/>
                  </a:moveTo>
                  <a:cubicBezTo>
                    <a:pt x="13717" y="0"/>
                    <a:pt x="13364" y="11"/>
                    <a:pt x="13050" y="28"/>
                  </a:cubicBezTo>
                  <a:cubicBezTo>
                    <a:pt x="11931" y="75"/>
                    <a:pt x="10859" y="504"/>
                    <a:pt x="10014" y="1242"/>
                  </a:cubicBezTo>
                  <a:cubicBezTo>
                    <a:pt x="8918" y="2230"/>
                    <a:pt x="8156" y="3540"/>
                    <a:pt x="7847" y="4992"/>
                  </a:cubicBezTo>
                  <a:cubicBezTo>
                    <a:pt x="7228" y="7695"/>
                    <a:pt x="7978" y="10541"/>
                    <a:pt x="9740" y="12684"/>
                  </a:cubicBezTo>
                  <a:lnTo>
                    <a:pt x="21872" y="27483"/>
                  </a:lnTo>
                  <a:cubicBezTo>
                    <a:pt x="21872" y="27483"/>
                    <a:pt x="1048" y="29996"/>
                    <a:pt x="524" y="30103"/>
                  </a:cubicBezTo>
                  <a:cubicBezTo>
                    <a:pt x="0" y="30198"/>
                    <a:pt x="739" y="38366"/>
                    <a:pt x="739" y="38366"/>
                  </a:cubicBezTo>
                  <a:cubicBezTo>
                    <a:pt x="739" y="38366"/>
                    <a:pt x="3056" y="38386"/>
                    <a:pt x="6519" y="38386"/>
                  </a:cubicBezTo>
                  <a:cubicBezTo>
                    <a:pt x="14213" y="38386"/>
                    <a:pt x="27561" y="38284"/>
                    <a:pt x="33695" y="37627"/>
                  </a:cubicBezTo>
                  <a:cubicBezTo>
                    <a:pt x="34743" y="37532"/>
                    <a:pt x="35779" y="37330"/>
                    <a:pt x="36791" y="37032"/>
                  </a:cubicBezTo>
                  <a:cubicBezTo>
                    <a:pt x="41958" y="35508"/>
                    <a:pt x="44006" y="29234"/>
                    <a:pt x="40767" y="24900"/>
                  </a:cubicBezTo>
                  <a:cubicBezTo>
                    <a:pt x="34410" y="16375"/>
                    <a:pt x="21837" y="3076"/>
                    <a:pt x="19789" y="1433"/>
                  </a:cubicBezTo>
                  <a:cubicBezTo>
                    <a:pt x="18319" y="259"/>
                    <a:pt x="15918" y="0"/>
                    <a:pt x="140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728;p112">
              <a:extLst>
                <a:ext uri="{FF2B5EF4-FFF2-40B4-BE49-F238E27FC236}">
                  <a16:creationId xmlns:a16="http://schemas.microsoft.com/office/drawing/2014/main" id="{DEC25BF4-B3DE-1790-E967-B5748CDAA81A}"/>
                </a:ext>
              </a:extLst>
            </p:cNvPr>
            <p:cNvSpPr/>
            <p:nvPr/>
          </p:nvSpPr>
          <p:spPr>
            <a:xfrm>
              <a:off x="5386706" y="3579735"/>
              <a:ext cx="251621" cy="216560"/>
            </a:xfrm>
            <a:custGeom>
              <a:avLst/>
              <a:gdLst/>
              <a:ahLst/>
              <a:cxnLst/>
              <a:rect l="l" t="t" r="r" b="b"/>
              <a:pathLst>
                <a:path w="15444" h="13292" extrusionOk="0">
                  <a:moveTo>
                    <a:pt x="226" y="0"/>
                  </a:moveTo>
                  <a:cubicBezTo>
                    <a:pt x="110" y="0"/>
                    <a:pt x="0" y="140"/>
                    <a:pt x="97" y="253"/>
                  </a:cubicBezTo>
                  <a:lnTo>
                    <a:pt x="10276" y="13029"/>
                  </a:lnTo>
                  <a:cubicBezTo>
                    <a:pt x="10312" y="13064"/>
                    <a:pt x="10348" y="13088"/>
                    <a:pt x="10396" y="13088"/>
                  </a:cubicBezTo>
                  <a:lnTo>
                    <a:pt x="15277" y="13291"/>
                  </a:lnTo>
                  <a:lnTo>
                    <a:pt x="15289" y="13291"/>
                  </a:lnTo>
                  <a:cubicBezTo>
                    <a:pt x="15295" y="13292"/>
                    <a:pt x="15301" y="13292"/>
                    <a:pt x="15307" y="13292"/>
                  </a:cubicBezTo>
                  <a:cubicBezTo>
                    <a:pt x="15383" y="13292"/>
                    <a:pt x="15444" y="13225"/>
                    <a:pt x="15444" y="13148"/>
                  </a:cubicBezTo>
                  <a:cubicBezTo>
                    <a:pt x="15444" y="13053"/>
                    <a:pt x="15384" y="12981"/>
                    <a:pt x="15289" y="12981"/>
                  </a:cubicBezTo>
                  <a:lnTo>
                    <a:pt x="10479" y="12779"/>
                  </a:lnTo>
                  <a:lnTo>
                    <a:pt x="347" y="63"/>
                  </a:lnTo>
                  <a:cubicBezTo>
                    <a:pt x="312" y="19"/>
                    <a:pt x="269" y="0"/>
                    <a:pt x="2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4729;p112">
              <a:extLst>
                <a:ext uri="{FF2B5EF4-FFF2-40B4-BE49-F238E27FC236}">
                  <a16:creationId xmlns:a16="http://schemas.microsoft.com/office/drawing/2014/main" id="{7FECE794-12D5-5C9B-86DE-EBCF669371E3}"/>
                </a:ext>
              </a:extLst>
            </p:cNvPr>
            <p:cNvSpPr/>
            <p:nvPr/>
          </p:nvSpPr>
          <p:spPr>
            <a:xfrm>
              <a:off x="5204768" y="3761689"/>
              <a:ext cx="413194" cy="73381"/>
            </a:xfrm>
            <a:custGeom>
              <a:avLst/>
              <a:gdLst/>
              <a:ahLst/>
              <a:cxnLst/>
              <a:rect l="l" t="t" r="r" b="b"/>
              <a:pathLst>
                <a:path w="25361" h="4504" extrusionOk="0">
                  <a:moveTo>
                    <a:pt x="25131" y="0"/>
                  </a:moveTo>
                  <a:cubicBezTo>
                    <a:pt x="25110" y="0"/>
                    <a:pt x="25087" y="5"/>
                    <a:pt x="25063" y="15"/>
                  </a:cubicBezTo>
                  <a:lnTo>
                    <a:pt x="21527" y="1611"/>
                  </a:lnTo>
                  <a:lnTo>
                    <a:pt x="203" y="4182"/>
                  </a:lnTo>
                  <a:cubicBezTo>
                    <a:pt x="0" y="4194"/>
                    <a:pt x="12" y="4504"/>
                    <a:pt x="227" y="4504"/>
                  </a:cubicBezTo>
                  <a:lnTo>
                    <a:pt x="238" y="4492"/>
                  </a:lnTo>
                  <a:lnTo>
                    <a:pt x="21586" y="1920"/>
                  </a:lnTo>
                  <a:cubicBezTo>
                    <a:pt x="21610" y="1908"/>
                    <a:pt x="21622" y="1908"/>
                    <a:pt x="21634" y="1896"/>
                  </a:cubicBezTo>
                  <a:lnTo>
                    <a:pt x="25194" y="301"/>
                  </a:lnTo>
                  <a:cubicBezTo>
                    <a:pt x="25361" y="228"/>
                    <a:pt x="25281" y="0"/>
                    <a:pt x="251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4730;p112">
              <a:extLst>
                <a:ext uri="{FF2B5EF4-FFF2-40B4-BE49-F238E27FC236}">
                  <a16:creationId xmlns:a16="http://schemas.microsoft.com/office/drawing/2014/main" id="{8C9DDAE1-B94B-A936-303D-4C9636CA7DEA}"/>
                </a:ext>
              </a:extLst>
            </p:cNvPr>
            <p:cNvSpPr/>
            <p:nvPr/>
          </p:nvSpPr>
          <p:spPr>
            <a:xfrm>
              <a:off x="5208255" y="3950340"/>
              <a:ext cx="393415" cy="21115"/>
            </a:xfrm>
            <a:custGeom>
              <a:avLst/>
              <a:gdLst/>
              <a:ahLst/>
              <a:cxnLst/>
              <a:rect l="l" t="t" r="r" b="b"/>
              <a:pathLst>
                <a:path w="24147" h="1296" extrusionOk="0">
                  <a:moveTo>
                    <a:pt x="155" y="0"/>
                  </a:moveTo>
                  <a:cubicBezTo>
                    <a:pt x="78" y="0"/>
                    <a:pt x="1" y="51"/>
                    <a:pt x="1" y="152"/>
                  </a:cubicBezTo>
                  <a:lnTo>
                    <a:pt x="1" y="1128"/>
                  </a:lnTo>
                  <a:cubicBezTo>
                    <a:pt x="1" y="1212"/>
                    <a:pt x="60" y="1283"/>
                    <a:pt x="144" y="1295"/>
                  </a:cubicBezTo>
                  <a:cubicBezTo>
                    <a:pt x="1072" y="1283"/>
                    <a:pt x="22646" y="1152"/>
                    <a:pt x="23968" y="1009"/>
                  </a:cubicBezTo>
                  <a:cubicBezTo>
                    <a:pt x="24147" y="974"/>
                    <a:pt x="24123" y="700"/>
                    <a:pt x="23932" y="700"/>
                  </a:cubicBezTo>
                  <a:cubicBezTo>
                    <a:pt x="22682" y="831"/>
                    <a:pt x="2322" y="962"/>
                    <a:pt x="310" y="974"/>
                  </a:cubicBezTo>
                  <a:lnTo>
                    <a:pt x="310" y="152"/>
                  </a:lnTo>
                  <a:cubicBezTo>
                    <a:pt x="310" y="51"/>
                    <a:pt x="233" y="0"/>
                    <a:pt x="1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4731;p112">
              <a:extLst>
                <a:ext uri="{FF2B5EF4-FFF2-40B4-BE49-F238E27FC236}">
                  <a16:creationId xmlns:a16="http://schemas.microsoft.com/office/drawing/2014/main" id="{BDCEABDE-2677-ED80-806A-C9CAAF4592BD}"/>
                </a:ext>
              </a:extLst>
            </p:cNvPr>
            <p:cNvSpPr/>
            <p:nvPr/>
          </p:nvSpPr>
          <p:spPr>
            <a:xfrm>
              <a:off x="4687025" y="3346996"/>
              <a:ext cx="544137" cy="1243883"/>
            </a:xfrm>
            <a:custGeom>
              <a:avLst/>
              <a:gdLst/>
              <a:ahLst/>
              <a:cxnLst/>
              <a:rect l="l" t="t" r="r" b="b"/>
              <a:pathLst>
                <a:path w="33398" h="76347" extrusionOk="0">
                  <a:moveTo>
                    <a:pt x="24090" y="1"/>
                  </a:moveTo>
                  <a:cubicBezTo>
                    <a:pt x="21945" y="1"/>
                    <a:pt x="18906" y="504"/>
                    <a:pt x="17074" y="3013"/>
                  </a:cubicBezTo>
                  <a:cubicBezTo>
                    <a:pt x="14002" y="7204"/>
                    <a:pt x="1108" y="36279"/>
                    <a:pt x="548" y="52603"/>
                  </a:cubicBezTo>
                  <a:cubicBezTo>
                    <a:pt x="1" y="68926"/>
                    <a:pt x="3965" y="75320"/>
                    <a:pt x="4096" y="75748"/>
                  </a:cubicBezTo>
                  <a:cubicBezTo>
                    <a:pt x="4182" y="75998"/>
                    <a:pt x="7077" y="76347"/>
                    <a:pt x="9622" y="76347"/>
                  </a:cubicBezTo>
                  <a:cubicBezTo>
                    <a:pt x="11321" y="76347"/>
                    <a:pt x="12864" y="76191"/>
                    <a:pt x="13312" y="75748"/>
                  </a:cubicBezTo>
                  <a:cubicBezTo>
                    <a:pt x="14431" y="74629"/>
                    <a:pt x="11216" y="52543"/>
                    <a:pt x="20979" y="33434"/>
                  </a:cubicBezTo>
                  <a:cubicBezTo>
                    <a:pt x="30754" y="14312"/>
                    <a:pt x="33398" y="3144"/>
                    <a:pt x="26563" y="227"/>
                  </a:cubicBezTo>
                  <a:cubicBezTo>
                    <a:pt x="26563" y="227"/>
                    <a:pt x="25528" y="1"/>
                    <a:pt x="240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4732;p112">
              <a:extLst>
                <a:ext uri="{FF2B5EF4-FFF2-40B4-BE49-F238E27FC236}">
                  <a16:creationId xmlns:a16="http://schemas.microsoft.com/office/drawing/2014/main" id="{2381B005-F35C-B062-7FBA-4D4C5C1041E5}"/>
                </a:ext>
              </a:extLst>
            </p:cNvPr>
            <p:cNvSpPr/>
            <p:nvPr/>
          </p:nvSpPr>
          <p:spPr>
            <a:xfrm>
              <a:off x="4985178" y="3562693"/>
              <a:ext cx="70041" cy="420004"/>
            </a:xfrm>
            <a:custGeom>
              <a:avLst/>
              <a:gdLst/>
              <a:ahLst/>
              <a:cxnLst/>
              <a:rect l="l" t="t" r="r" b="b"/>
              <a:pathLst>
                <a:path w="4299" h="25779" extrusionOk="0">
                  <a:moveTo>
                    <a:pt x="4137" y="0"/>
                  </a:moveTo>
                  <a:cubicBezTo>
                    <a:pt x="4061" y="0"/>
                    <a:pt x="3989" y="68"/>
                    <a:pt x="3989" y="156"/>
                  </a:cubicBezTo>
                  <a:cubicBezTo>
                    <a:pt x="3965" y="490"/>
                    <a:pt x="1382" y="16944"/>
                    <a:pt x="12" y="25600"/>
                  </a:cubicBezTo>
                  <a:cubicBezTo>
                    <a:pt x="0" y="25683"/>
                    <a:pt x="60" y="25767"/>
                    <a:pt x="143" y="25779"/>
                  </a:cubicBezTo>
                  <a:lnTo>
                    <a:pt x="179" y="25779"/>
                  </a:lnTo>
                  <a:cubicBezTo>
                    <a:pt x="250" y="25779"/>
                    <a:pt x="322" y="25719"/>
                    <a:pt x="322" y="25636"/>
                  </a:cubicBezTo>
                  <a:cubicBezTo>
                    <a:pt x="989" y="21421"/>
                    <a:pt x="4299" y="359"/>
                    <a:pt x="4299" y="156"/>
                  </a:cubicBezTo>
                  <a:cubicBezTo>
                    <a:pt x="4299" y="73"/>
                    <a:pt x="4239" y="2"/>
                    <a:pt x="4156" y="2"/>
                  </a:cubicBezTo>
                  <a:cubicBezTo>
                    <a:pt x="4150" y="1"/>
                    <a:pt x="4144" y="0"/>
                    <a:pt x="41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4733;p112">
              <a:extLst>
                <a:ext uri="{FF2B5EF4-FFF2-40B4-BE49-F238E27FC236}">
                  <a16:creationId xmlns:a16="http://schemas.microsoft.com/office/drawing/2014/main" id="{8EB49EE5-A21E-DB44-E5A9-452B589C300C}"/>
                </a:ext>
              </a:extLst>
            </p:cNvPr>
            <p:cNvSpPr/>
            <p:nvPr/>
          </p:nvSpPr>
          <p:spPr>
            <a:xfrm>
              <a:off x="5025762" y="2809670"/>
              <a:ext cx="458161" cy="428525"/>
            </a:xfrm>
            <a:custGeom>
              <a:avLst/>
              <a:gdLst/>
              <a:ahLst/>
              <a:cxnLst/>
              <a:rect l="l" t="t" r="r" b="b"/>
              <a:pathLst>
                <a:path w="28121" h="26302" extrusionOk="0">
                  <a:moveTo>
                    <a:pt x="14176" y="1"/>
                  </a:moveTo>
                  <a:cubicBezTo>
                    <a:pt x="14169" y="1"/>
                    <a:pt x="14162" y="1"/>
                    <a:pt x="14154" y="1"/>
                  </a:cubicBezTo>
                  <a:cubicBezTo>
                    <a:pt x="8725" y="1"/>
                    <a:pt x="4332" y="4406"/>
                    <a:pt x="4344" y="9835"/>
                  </a:cubicBezTo>
                  <a:cubicBezTo>
                    <a:pt x="4344" y="10061"/>
                    <a:pt x="4356" y="10288"/>
                    <a:pt x="4367" y="10514"/>
                  </a:cubicBezTo>
                  <a:cubicBezTo>
                    <a:pt x="4009" y="10366"/>
                    <a:pt x="3651" y="10298"/>
                    <a:pt x="3305" y="10298"/>
                  </a:cubicBezTo>
                  <a:cubicBezTo>
                    <a:pt x="1477" y="10298"/>
                    <a:pt x="1" y="12184"/>
                    <a:pt x="772" y="14086"/>
                  </a:cubicBezTo>
                  <a:cubicBezTo>
                    <a:pt x="1268" y="15296"/>
                    <a:pt x="2969" y="16686"/>
                    <a:pt x="4329" y="16686"/>
                  </a:cubicBezTo>
                  <a:cubicBezTo>
                    <a:pt x="4534" y="16686"/>
                    <a:pt x="4731" y="16655"/>
                    <a:pt x="4915" y="16586"/>
                  </a:cubicBezTo>
                  <a:cubicBezTo>
                    <a:pt x="5153" y="18110"/>
                    <a:pt x="5451" y="19408"/>
                    <a:pt x="5856" y="20301"/>
                  </a:cubicBezTo>
                  <a:cubicBezTo>
                    <a:pt x="7106" y="23063"/>
                    <a:pt x="9832" y="24813"/>
                    <a:pt x="11833" y="25766"/>
                  </a:cubicBezTo>
                  <a:cubicBezTo>
                    <a:pt x="12577" y="26123"/>
                    <a:pt x="13380" y="26301"/>
                    <a:pt x="14184" y="26301"/>
                  </a:cubicBezTo>
                  <a:cubicBezTo>
                    <a:pt x="14988" y="26301"/>
                    <a:pt x="15791" y="26123"/>
                    <a:pt x="16536" y="25766"/>
                  </a:cubicBezTo>
                  <a:cubicBezTo>
                    <a:pt x="18524" y="24813"/>
                    <a:pt x="21239" y="23063"/>
                    <a:pt x="22489" y="20289"/>
                  </a:cubicBezTo>
                  <a:cubicBezTo>
                    <a:pt x="22882" y="19396"/>
                    <a:pt x="23191" y="18110"/>
                    <a:pt x="23417" y="16598"/>
                  </a:cubicBezTo>
                  <a:cubicBezTo>
                    <a:pt x="23596" y="16661"/>
                    <a:pt x="23786" y="16691"/>
                    <a:pt x="23984" y="16691"/>
                  </a:cubicBezTo>
                  <a:cubicBezTo>
                    <a:pt x="25347" y="16691"/>
                    <a:pt x="27060" y="15303"/>
                    <a:pt x="27549" y="14098"/>
                  </a:cubicBezTo>
                  <a:cubicBezTo>
                    <a:pt x="28120" y="12693"/>
                    <a:pt x="27454" y="11085"/>
                    <a:pt x="26049" y="10514"/>
                  </a:cubicBezTo>
                  <a:cubicBezTo>
                    <a:pt x="25715" y="10377"/>
                    <a:pt x="25358" y="10308"/>
                    <a:pt x="25001" y="10308"/>
                  </a:cubicBezTo>
                  <a:cubicBezTo>
                    <a:pt x="24644" y="10308"/>
                    <a:pt x="24287" y="10377"/>
                    <a:pt x="23953" y="10514"/>
                  </a:cubicBezTo>
                  <a:cubicBezTo>
                    <a:pt x="23965" y="10288"/>
                    <a:pt x="23977" y="10049"/>
                    <a:pt x="23989" y="9811"/>
                  </a:cubicBezTo>
                  <a:cubicBezTo>
                    <a:pt x="23977" y="4389"/>
                    <a:pt x="19584" y="1"/>
                    <a:pt x="141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4734;p112">
              <a:extLst>
                <a:ext uri="{FF2B5EF4-FFF2-40B4-BE49-F238E27FC236}">
                  <a16:creationId xmlns:a16="http://schemas.microsoft.com/office/drawing/2014/main" id="{860B4010-98DF-2094-70CD-A1635FD2E3F9}"/>
                </a:ext>
              </a:extLst>
            </p:cNvPr>
            <p:cNvSpPr/>
            <p:nvPr/>
          </p:nvSpPr>
          <p:spPr>
            <a:xfrm>
              <a:off x="5066689" y="2748654"/>
              <a:ext cx="363502" cy="269804"/>
            </a:xfrm>
            <a:custGeom>
              <a:avLst/>
              <a:gdLst/>
              <a:ahLst/>
              <a:cxnLst/>
              <a:rect l="l" t="t" r="r" b="b"/>
              <a:pathLst>
                <a:path w="22311" h="16560" extrusionOk="0">
                  <a:moveTo>
                    <a:pt x="7994" y="0"/>
                  </a:moveTo>
                  <a:cubicBezTo>
                    <a:pt x="7252" y="0"/>
                    <a:pt x="6503" y="213"/>
                    <a:pt x="5832" y="567"/>
                  </a:cubicBezTo>
                  <a:cubicBezTo>
                    <a:pt x="4261" y="1412"/>
                    <a:pt x="2689" y="3234"/>
                    <a:pt x="3070" y="5103"/>
                  </a:cubicBezTo>
                  <a:lnTo>
                    <a:pt x="2987" y="5091"/>
                  </a:lnTo>
                  <a:cubicBezTo>
                    <a:pt x="2893" y="5081"/>
                    <a:pt x="2800" y="5077"/>
                    <a:pt x="2708" y="5077"/>
                  </a:cubicBezTo>
                  <a:cubicBezTo>
                    <a:pt x="1223" y="5077"/>
                    <a:pt x="1" y="6316"/>
                    <a:pt x="46" y="7841"/>
                  </a:cubicBezTo>
                  <a:cubicBezTo>
                    <a:pt x="58" y="8437"/>
                    <a:pt x="81" y="9032"/>
                    <a:pt x="129" y="9639"/>
                  </a:cubicBezTo>
                  <a:cubicBezTo>
                    <a:pt x="224" y="10699"/>
                    <a:pt x="355" y="12532"/>
                    <a:pt x="593" y="13675"/>
                  </a:cubicBezTo>
                  <a:cubicBezTo>
                    <a:pt x="701" y="14223"/>
                    <a:pt x="2665" y="15878"/>
                    <a:pt x="3022" y="16331"/>
                  </a:cubicBezTo>
                  <a:cubicBezTo>
                    <a:pt x="3132" y="16485"/>
                    <a:pt x="3298" y="16560"/>
                    <a:pt x="3464" y="16560"/>
                  </a:cubicBezTo>
                  <a:cubicBezTo>
                    <a:pt x="3656" y="16560"/>
                    <a:pt x="3848" y="16458"/>
                    <a:pt x="3951" y="16259"/>
                  </a:cubicBezTo>
                  <a:cubicBezTo>
                    <a:pt x="4261" y="15640"/>
                    <a:pt x="4201" y="14747"/>
                    <a:pt x="4356" y="13937"/>
                  </a:cubicBezTo>
                  <a:cubicBezTo>
                    <a:pt x="4522" y="12961"/>
                    <a:pt x="5308" y="10330"/>
                    <a:pt x="6499" y="9699"/>
                  </a:cubicBezTo>
                  <a:cubicBezTo>
                    <a:pt x="6677" y="9605"/>
                    <a:pt x="6861" y="9565"/>
                    <a:pt x="7048" y="9565"/>
                  </a:cubicBezTo>
                  <a:cubicBezTo>
                    <a:pt x="7787" y="9565"/>
                    <a:pt x="8575" y="10193"/>
                    <a:pt x="9249" y="10639"/>
                  </a:cubicBezTo>
                  <a:cubicBezTo>
                    <a:pt x="10083" y="11187"/>
                    <a:pt x="10368" y="11544"/>
                    <a:pt x="11285" y="11901"/>
                  </a:cubicBezTo>
                  <a:cubicBezTo>
                    <a:pt x="11774" y="12090"/>
                    <a:pt x="12285" y="12180"/>
                    <a:pt x="12796" y="12180"/>
                  </a:cubicBezTo>
                  <a:cubicBezTo>
                    <a:pt x="13768" y="12180"/>
                    <a:pt x="14740" y="11856"/>
                    <a:pt x="15560" y="11270"/>
                  </a:cubicBezTo>
                  <a:cubicBezTo>
                    <a:pt x="15952" y="10989"/>
                    <a:pt x="16389" y="10856"/>
                    <a:pt x="16815" y="10856"/>
                  </a:cubicBezTo>
                  <a:cubicBezTo>
                    <a:pt x="17708" y="10856"/>
                    <a:pt x="18559" y="11438"/>
                    <a:pt x="18881" y="12461"/>
                  </a:cubicBezTo>
                  <a:cubicBezTo>
                    <a:pt x="18893" y="12521"/>
                    <a:pt x="18917" y="12580"/>
                    <a:pt x="18929" y="12640"/>
                  </a:cubicBezTo>
                  <a:cubicBezTo>
                    <a:pt x="19120" y="13271"/>
                    <a:pt x="18941" y="14592"/>
                    <a:pt x="18869" y="15652"/>
                  </a:cubicBezTo>
                  <a:cubicBezTo>
                    <a:pt x="18841" y="16068"/>
                    <a:pt x="19143" y="16386"/>
                    <a:pt x="19490" y="16386"/>
                  </a:cubicBezTo>
                  <a:cubicBezTo>
                    <a:pt x="19579" y="16386"/>
                    <a:pt x="19672" y="16365"/>
                    <a:pt x="19762" y="16319"/>
                  </a:cubicBezTo>
                  <a:lnTo>
                    <a:pt x="19774" y="16319"/>
                  </a:lnTo>
                  <a:cubicBezTo>
                    <a:pt x="20798" y="15783"/>
                    <a:pt x="21525" y="14807"/>
                    <a:pt x="21751" y="13675"/>
                  </a:cubicBezTo>
                  <a:cubicBezTo>
                    <a:pt x="22310" y="10997"/>
                    <a:pt x="21656" y="9342"/>
                    <a:pt x="21560" y="6544"/>
                  </a:cubicBezTo>
                  <a:cubicBezTo>
                    <a:pt x="21501" y="5127"/>
                    <a:pt x="20382" y="3972"/>
                    <a:pt x="18965" y="3853"/>
                  </a:cubicBezTo>
                  <a:cubicBezTo>
                    <a:pt x="18721" y="3834"/>
                    <a:pt x="18476" y="3826"/>
                    <a:pt x="18232" y="3826"/>
                  </a:cubicBezTo>
                  <a:cubicBezTo>
                    <a:pt x="17104" y="3826"/>
                    <a:pt x="15970" y="3999"/>
                    <a:pt x="14845" y="4067"/>
                  </a:cubicBezTo>
                  <a:cubicBezTo>
                    <a:pt x="14827" y="4068"/>
                    <a:pt x="14808" y="4069"/>
                    <a:pt x="14788" y="4069"/>
                  </a:cubicBezTo>
                  <a:cubicBezTo>
                    <a:pt x="13392" y="4069"/>
                    <a:pt x="10366" y="703"/>
                    <a:pt x="9333" y="257"/>
                  </a:cubicBezTo>
                  <a:cubicBezTo>
                    <a:pt x="8902" y="80"/>
                    <a:pt x="8449" y="0"/>
                    <a:pt x="79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735;p112">
              <a:extLst>
                <a:ext uri="{FF2B5EF4-FFF2-40B4-BE49-F238E27FC236}">
                  <a16:creationId xmlns:a16="http://schemas.microsoft.com/office/drawing/2014/main" id="{BBA15943-ECE6-E19E-F296-710AE22FE0F7}"/>
                </a:ext>
              </a:extLst>
            </p:cNvPr>
            <p:cNvSpPr/>
            <p:nvPr/>
          </p:nvSpPr>
          <p:spPr>
            <a:xfrm>
              <a:off x="5017372" y="2732410"/>
              <a:ext cx="469061" cy="401415"/>
            </a:xfrm>
            <a:custGeom>
              <a:avLst/>
              <a:gdLst/>
              <a:ahLst/>
              <a:cxnLst/>
              <a:rect l="l" t="t" r="r" b="b"/>
              <a:pathLst>
                <a:path w="28790" h="24638" extrusionOk="0">
                  <a:moveTo>
                    <a:pt x="13093" y="1"/>
                  </a:moveTo>
                  <a:cubicBezTo>
                    <a:pt x="11760" y="1"/>
                    <a:pt x="10447" y="378"/>
                    <a:pt x="9312" y="1111"/>
                  </a:cubicBezTo>
                  <a:cubicBezTo>
                    <a:pt x="6192" y="3100"/>
                    <a:pt x="465" y="7826"/>
                    <a:pt x="60" y="15827"/>
                  </a:cubicBezTo>
                  <a:cubicBezTo>
                    <a:pt x="1" y="17268"/>
                    <a:pt x="501" y="18673"/>
                    <a:pt x="1453" y="19744"/>
                  </a:cubicBezTo>
                  <a:cubicBezTo>
                    <a:pt x="2858" y="21364"/>
                    <a:pt x="4406" y="22852"/>
                    <a:pt x="6061" y="24209"/>
                  </a:cubicBezTo>
                  <a:cubicBezTo>
                    <a:pt x="6061" y="24209"/>
                    <a:pt x="2096" y="12839"/>
                    <a:pt x="12848" y="6136"/>
                  </a:cubicBezTo>
                  <a:cubicBezTo>
                    <a:pt x="28612" y="9398"/>
                    <a:pt x="23099" y="24638"/>
                    <a:pt x="23099" y="24638"/>
                  </a:cubicBezTo>
                  <a:cubicBezTo>
                    <a:pt x="23099" y="24638"/>
                    <a:pt x="28504" y="21995"/>
                    <a:pt x="28612" y="17387"/>
                  </a:cubicBezTo>
                  <a:cubicBezTo>
                    <a:pt x="28790" y="10426"/>
                    <a:pt x="22971" y="2766"/>
                    <a:pt x="19220" y="2766"/>
                  </a:cubicBezTo>
                  <a:cubicBezTo>
                    <a:pt x="19211" y="2766"/>
                    <a:pt x="19202" y="2766"/>
                    <a:pt x="19194" y="2766"/>
                  </a:cubicBezTo>
                  <a:cubicBezTo>
                    <a:pt x="18634" y="1945"/>
                    <a:pt x="17170" y="409"/>
                    <a:pt x="13836" y="40"/>
                  </a:cubicBezTo>
                  <a:cubicBezTo>
                    <a:pt x="13588" y="14"/>
                    <a:pt x="13340" y="1"/>
                    <a:pt x="130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736;p112">
              <a:extLst>
                <a:ext uri="{FF2B5EF4-FFF2-40B4-BE49-F238E27FC236}">
                  <a16:creationId xmlns:a16="http://schemas.microsoft.com/office/drawing/2014/main" id="{09E895D0-E9C2-9CDC-9F8E-41F1D63618F8}"/>
                </a:ext>
              </a:extLst>
            </p:cNvPr>
            <p:cNvSpPr/>
            <p:nvPr/>
          </p:nvSpPr>
          <p:spPr>
            <a:xfrm>
              <a:off x="5226877" y="2763089"/>
              <a:ext cx="107661" cy="69488"/>
            </a:xfrm>
            <a:custGeom>
              <a:avLst/>
              <a:gdLst/>
              <a:ahLst/>
              <a:cxnLst/>
              <a:rect l="l" t="t" r="r" b="b"/>
              <a:pathLst>
                <a:path w="6608" h="4265" extrusionOk="0">
                  <a:moveTo>
                    <a:pt x="5689" y="1"/>
                  </a:moveTo>
                  <a:cubicBezTo>
                    <a:pt x="5274" y="1"/>
                    <a:pt x="4807" y="196"/>
                    <a:pt x="4525" y="478"/>
                  </a:cubicBezTo>
                  <a:cubicBezTo>
                    <a:pt x="3906" y="1098"/>
                    <a:pt x="1" y="4265"/>
                    <a:pt x="1" y="4265"/>
                  </a:cubicBezTo>
                  <a:cubicBezTo>
                    <a:pt x="1" y="4265"/>
                    <a:pt x="6394" y="2824"/>
                    <a:pt x="6549" y="1026"/>
                  </a:cubicBezTo>
                  <a:cubicBezTo>
                    <a:pt x="6607" y="280"/>
                    <a:pt x="6186" y="1"/>
                    <a:pt x="568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737;p112">
              <a:extLst>
                <a:ext uri="{FF2B5EF4-FFF2-40B4-BE49-F238E27FC236}">
                  <a16:creationId xmlns:a16="http://schemas.microsoft.com/office/drawing/2014/main" id="{A2C2D379-3111-43F6-A395-30C73F649E34}"/>
                </a:ext>
              </a:extLst>
            </p:cNvPr>
            <p:cNvSpPr/>
            <p:nvPr/>
          </p:nvSpPr>
          <p:spPr>
            <a:xfrm>
              <a:off x="5069166" y="2882236"/>
              <a:ext cx="82505" cy="176138"/>
            </a:xfrm>
            <a:custGeom>
              <a:avLst/>
              <a:gdLst/>
              <a:ahLst/>
              <a:cxnLst/>
              <a:rect l="l" t="t" r="r" b="b"/>
              <a:pathLst>
                <a:path w="5064" h="10811" extrusionOk="0">
                  <a:moveTo>
                    <a:pt x="4839" y="0"/>
                  </a:moveTo>
                  <a:cubicBezTo>
                    <a:pt x="4802" y="0"/>
                    <a:pt x="4763" y="14"/>
                    <a:pt x="4728" y="47"/>
                  </a:cubicBezTo>
                  <a:cubicBezTo>
                    <a:pt x="1" y="4738"/>
                    <a:pt x="1346" y="10632"/>
                    <a:pt x="1358" y="10691"/>
                  </a:cubicBezTo>
                  <a:cubicBezTo>
                    <a:pt x="1370" y="10763"/>
                    <a:pt x="1430" y="10810"/>
                    <a:pt x="1501" y="10810"/>
                  </a:cubicBezTo>
                  <a:lnTo>
                    <a:pt x="1549" y="10810"/>
                  </a:lnTo>
                  <a:cubicBezTo>
                    <a:pt x="1632" y="10799"/>
                    <a:pt x="1692" y="10703"/>
                    <a:pt x="1656" y="10620"/>
                  </a:cubicBezTo>
                  <a:cubicBezTo>
                    <a:pt x="1644" y="10560"/>
                    <a:pt x="334" y="4833"/>
                    <a:pt x="4954" y="273"/>
                  </a:cubicBezTo>
                  <a:cubicBezTo>
                    <a:pt x="5064" y="154"/>
                    <a:pt x="4962" y="0"/>
                    <a:pt x="48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738;p112">
              <a:extLst>
                <a:ext uri="{FF2B5EF4-FFF2-40B4-BE49-F238E27FC236}">
                  <a16:creationId xmlns:a16="http://schemas.microsoft.com/office/drawing/2014/main" id="{D7FA9AB1-DD3C-2C9F-640E-66D222B88AA0}"/>
                </a:ext>
              </a:extLst>
            </p:cNvPr>
            <p:cNvSpPr/>
            <p:nvPr/>
          </p:nvSpPr>
          <p:spPr>
            <a:xfrm>
              <a:off x="5325381" y="2805401"/>
              <a:ext cx="111604" cy="120483"/>
            </a:xfrm>
            <a:custGeom>
              <a:avLst/>
              <a:gdLst/>
              <a:ahLst/>
              <a:cxnLst/>
              <a:rect l="l" t="t" r="r" b="b"/>
              <a:pathLst>
                <a:path w="6850" h="7395" extrusionOk="0">
                  <a:moveTo>
                    <a:pt x="213" y="0"/>
                  </a:moveTo>
                  <a:cubicBezTo>
                    <a:pt x="65" y="0"/>
                    <a:pt x="0" y="214"/>
                    <a:pt x="158" y="298"/>
                  </a:cubicBezTo>
                  <a:cubicBezTo>
                    <a:pt x="205" y="322"/>
                    <a:pt x="5075" y="2430"/>
                    <a:pt x="6516" y="7275"/>
                  </a:cubicBezTo>
                  <a:cubicBezTo>
                    <a:pt x="6540" y="7347"/>
                    <a:pt x="6599" y="7394"/>
                    <a:pt x="6671" y="7394"/>
                  </a:cubicBezTo>
                  <a:cubicBezTo>
                    <a:pt x="6682" y="7394"/>
                    <a:pt x="6706" y="7394"/>
                    <a:pt x="6718" y="7383"/>
                  </a:cubicBezTo>
                  <a:cubicBezTo>
                    <a:pt x="6801" y="7359"/>
                    <a:pt x="6849" y="7275"/>
                    <a:pt x="6825" y="7192"/>
                  </a:cubicBezTo>
                  <a:cubicBezTo>
                    <a:pt x="5337" y="2203"/>
                    <a:pt x="324" y="25"/>
                    <a:pt x="277" y="13"/>
                  </a:cubicBezTo>
                  <a:cubicBezTo>
                    <a:pt x="254" y="4"/>
                    <a:pt x="233" y="0"/>
                    <a:pt x="2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739;p112">
              <a:extLst>
                <a:ext uri="{FF2B5EF4-FFF2-40B4-BE49-F238E27FC236}">
                  <a16:creationId xmlns:a16="http://schemas.microsoft.com/office/drawing/2014/main" id="{F94969F7-99F6-C74B-A916-79446D7376E5}"/>
                </a:ext>
              </a:extLst>
            </p:cNvPr>
            <p:cNvSpPr/>
            <p:nvPr/>
          </p:nvSpPr>
          <p:spPr>
            <a:xfrm>
              <a:off x="3569294" y="3916533"/>
              <a:ext cx="886719" cy="568380"/>
            </a:xfrm>
            <a:custGeom>
              <a:avLst/>
              <a:gdLst/>
              <a:ahLst/>
              <a:cxnLst/>
              <a:rect l="l" t="t" r="r" b="b"/>
              <a:pathLst>
                <a:path w="54425" h="34886" extrusionOk="0">
                  <a:moveTo>
                    <a:pt x="13121" y="1"/>
                  </a:moveTo>
                  <a:cubicBezTo>
                    <a:pt x="13121" y="1"/>
                    <a:pt x="1680" y="14514"/>
                    <a:pt x="1" y="34886"/>
                  </a:cubicBezTo>
                  <a:lnTo>
                    <a:pt x="54424" y="34886"/>
                  </a:lnTo>
                  <a:cubicBezTo>
                    <a:pt x="54424" y="34886"/>
                    <a:pt x="52472" y="11300"/>
                    <a:pt x="40613" y="274"/>
                  </a:cubicBezTo>
                  <a:lnTo>
                    <a:pt x="131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740;p112">
              <a:extLst>
                <a:ext uri="{FF2B5EF4-FFF2-40B4-BE49-F238E27FC236}">
                  <a16:creationId xmlns:a16="http://schemas.microsoft.com/office/drawing/2014/main" id="{DABF7CCD-520B-A076-7442-84832B4739BB}"/>
                </a:ext>
              </a:extLst>
            </p:cNvPr>
            <p:cNvSpPr/>
            <p:nvPr/>
          </p:nvSpPr>
          <p:spPr>
            <a:xfrm>
              <a:off x="3633699" y="3929926"/>
              <a:ext cx="214360" cy="289632"/>
            </a:xfrm>
            <a:custGeom>
              <a:avLst/>
              <a:gdLst/>
              <a:ahLst/>
              <a:cxnLst/>
              <a:rect l="l" t="t" r="r" b="b"/>
              <a:pathLst>
                <a:path w="13157" h="17777" extrusionOk="0">
                  <a:moveTo>
                    <a:pt x="13002" y="0"/>
                  </a:moveTo>
                  <a:cubicBezTo>
                    <a:pt x="12919" y="0"/>
                    <a:pt x="12847" y="72"/>
                    <a:pt x="12847" y="155"/>
                  </a:cubicBezTo>
                  <a:cubicBezTo>
                    <a:pt x="12847" y="250"/>
                    <a:pt x="12097" y="10382"/>
                    <a:pt x="6942" y="15085"/>
                  </a:cubicBezTo>
                  <a:cubicBezTo>
                    <a:pt x="5224" y="16663"/>
                    <a:pt x="3183" y="17456"/>
                    <a:pt x="890" y="17456"/>
                  </a:cubicBezTo>
                  <a:cubicBezTo>
                    <a:pt x="655" y="17456"/>
                    <a:pt x="419" y="17447"/>
                    <a:pt x="179" y="17431"/>
                  </a:cubicBezTo>
                  <a:cubicBezTo>
                    <a:pt x="172" y="17430"/>
                    <a:pt x="165" y="17430"/>
                    <a:pt x="158" y="17430"/>
                  </a:cubicBezTo>
                  <a:cubicBezTo>
                    <a:pt x="72" y="17430"/>
                    <a:pt x="1" y="17497"/>
                    <a:pt x="13" y="17586"/>
                  </a:cubicBezTo>
                  <a:cubicBezTo>
                    <a:pt x="1" y="17669"/>
                    <a:pt x="72" y="17752"/>
                    <a:pt x="155" y="17752"/>
                  </a:cubicBezTo>
                  <a:cubicBezTo>
                    <a:pt x="394" y="17764"/>
                    <a:pt x="632" y="17776"/>
                    <a:pt x="870" y="17776"/>
                  </a:cubicBezTo>
                  <a:cubicBezTo>
                    <a:pt x="3299" y="17776"/>
                    <a:pt x="5442" y="16919"/>
                    <a:pt x="7240" y="15228"/>
                  </a:cubicBezTo>
                  <a:cubicBezTo>
                    <a:pt x="12431" y="10370"/>
                    <a:pt x="13157" y="250"/>
                    <a:pt x="13157" y="155"/>
                  </a:cubicBezTo>
                  <a:cubicBezTo>
                    <a:pt x="13157" y="72"/>
                    <a:pt x="13086" y="0"/>
                    <a:pt x="130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741;p112">
              <a:extLst>
                <a:ext uri="{FF2B5EF4-FFF2-40B4-BE49-F238E27FC236}">
                  <a16:creationId xmlns:a16="http://schemas.microsoft.com/office/drawing/2014/main" id="{4F34F1EF-53D7-1B0A-9BDA-21D460F18559}"/>
                </a:ext>
              </a:extLst>
            </p:cNvPr>
            <p:cNvSpPr/>
            <p:nvPr/>
          </p:nvSpPr>
          <p:spPr>
            <a:xfrm>
              <a:off x="3588112" y="4214327"/>
              <a:ext cx="68543" cy="263987"/>
            </a:xfrm>
            <a:custGeom>
              <a:avLst/>
              <a:gdLst/>
              <a:ahLst/>
              <a:cxnLst/>
              <a:rect l="l" t="t" r="r" b="b"/>
              <a:pathLst>
                <a:path w="4207" h="16203" extrusionOk="0">
                  <a:moveTo>
                    <a:pt x="3987" y="1"/>
                  </a:moveTo>
                  <a:cubicBezTo>
                    <a:pt x="3922" y="1"/>
                    <a:pt x="3863" y="31"/>
                    <a:pt x="3858" y="106"/>
                  </a:cubicBezTo>
                  <a:lnTo>
                    <a:pt x="24" y="16012"/>
                  </a:lnTo>
                  <a:cubicBezTo>
                    <a:pt x="1" y="16096"/>
                    <a:pt x="48" y="16179"/>
                    <a:pt x="144" y="16203"/>
                  </a:cubicBezTo>
                  <a:lnTo>
                    <a:pt x="179" y="16203"/>
                  </a:lnTo>
                  <a:cubicBezTo>
                    <a:pt x="251" y="16203"/>
                    <a:pt x="310" y="16155"/>
                    <a:pt x="322" y="16084"/>
                  </a:cubicBezTo>
                  <a:lnTo>
                    <a:pt x="4156" y="177"/>
                  </a:lnTo>
                  <a:cubicBezTo>
                    <a:pt x="4207" y="76"/>
                    <a:pt x="4089" y="1"/>
                    <a:pt x="39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742;p112">
              <a:extLst>
                <a:ext uri="{FF2B5EF4-FFF2-40B4-BE49-F238E27FC236}">
                  <a16:creationId xmlns:a16="http://schemas.microsoft.com/office/drawing/2014/main" id="{DA060159-7A1E-9838-A113-F0B48533BCA3}"/>
                </a:ext>
              </a:extLst>
            </p:cNvPr>
            <p:cNvSpPr/>
            <p:nvPr/>
          </p:nvSpPr>
          <p:spPr>
            <a:xfrm>
              <a:off x="4170260" y="2952050"/>
              <a:ext cx="342973" cy="1060528"/>
            </a:xfrm>
            <a:custGeom>
              <a:avLst/>
              <a:gdLst/>
              <a:ahLst/>
              <a:cxnLst/>
              <a:rect l="l" t="t" r="r" b="b"/>
              <a:pathLst>
                <a:path w="21051" h="65093" extrusionOk="0">
                  <a:moveTo>
                    <a:pt x="2550" y="1"/>
                  </a:moveTo>
                  <a:cubicBezTo>
                    <a:pt x="2549" y="1"/>
                    <a:pt x="2549" y="1"/>
                    <a:pt x="2548" y="1"/>
                  </a:cubicBezTo>
                  <a:cubicBezTo>
                    <a:pt x="2096" y="25"/>
                    <a:pt x="1679" y="3251"/>
                    <a:pt x="2501" y="5454"/>
                  </a:cubicBezTo>
                  <a:cubicBezTo>
                    <a:pt x="2501" y="5454"/>
                    <a:pt x="1310" y="6311"/>
                    <a:pt x="810" y="7406"/>
                  </a:cubicBezTo>
                  <a:cubicBezTo>
                    <a:pt x="512" y="8049"/>
                    <a:pt x="274" y="9038"/>
                    <a:pt x="119" y="9764"/>
                  </a:cubicBezTo>
                  <a:cubicBezTo>
                    <a:pt x="0" y="10276"/>
                    <a:pt x="274" y="10800"/>
                    <a:pt x="762" y="11014"/>
                  </a:cubicBezTo>
                  <a:cubicBezTo>
                    <a:pt x="1500" y="11312"/>
                    <a:pt x="2465" y="11800"/>
                    <a:pt x="2572" y="12240"/>
                  </a:cubicBezTo>
                  <a:cubicBezTo>
                    <a:pt x="2751" y="12990"/>
                    <a:pt x="3072" y="14253"/>
                    <a:pt x="3072" y="14253"/>
                  </a:cubicBezTo>
                  <a:cubicBezTo>
                    <a:pt x="3739" y="16920"/>
                    <a:pt x="4989" y="22754"/>
                    <a:pt x="5013" y="22801"/>
                  </a:cubicBezTo>
                  <a:cubicBezTo>
                    <a:pt x="5120" y="23135"/>
                    <a:pt x="5132" y="23480"/>
                    <a:pt x="5049" y="23813"/>
                  </a:cubicBezTo>
                  <a:cubicBezTo>
                    <a:pt x="5060" y="23968"/>
                    <a:pt x="5072" y="24111"/>
                    <a:pt x="5084" y="24254"/>
                  </a:cubicBezTo>
                  <a:cubicBezTo>
                    <a:pt x="5180" y="25421"/>
                    <a:pt x="4037" y="26302"/>
                    <a:pt x="2989" y="26337"/>
                  </a:cubicBezTo>
                  <a:cubicBezTo>
                    <a:pt x="2954" y="26339"/>
                    <a:pt x="2919" y="26340"/>
                    <a:pt x="2884" y="26340"/>
                  </a:cubicBezTo>
                  <a:cubicBezTo>
                    <a:pt x="2705" y="26340"/>
                    <a:pt x="2525" y="26314"/>
                    <a:pt x="2346" y="26254"/>
                  </a:cubicBezTo>
                  <a:cubicBezTo>
                    <a:pt x="2095" y="26369"/>
                    <a:pt x="1827" y="26427"/>
                    <a:pt x="1558" y="26427"/>
                  </a:cubicBezTo>
                  <a:cubicBezTo>
                    <a:pt x="1379" y="26427"/>
                    <a:pt x="1200" y="26401"/>
                    <a:pt x="1024" y="26349"/>
                  </a:cubicBezTo>
                  <a:lnTo>
                    <a:pt x="1024" y="26349"/>
                  </a:lnTo>
                  <a:cubicBezTo>
                    <a:pt x="1179" y="27492"/>
                    <a:pt x="1250" y="28647"/>
                    <a:pt x="1286" y="29814"/>
                  </a:cubicBezTo>
                  <a:cubicBezTo>
                    <a:pt x="2334" y="37398"/>
                    <a:pt x="2810" y="45066"/>
                    <a:pt x="3298" y="52710"/>
                  </a:cubicBezTo>
                  <a:cubicBezTo>
                    <a:pt x="4668" y="55603"/>
                    <a:pt x="6108" y="58448"/>
                    <a:pt x="7680" y="61258"/>
                  </a:cubicBezTo>
                  <a:lnTo>
                    <a:pt x="8335" y="62389"/>
                  </a:lnTo>
                  <a:cubicBezTo>
                    <a:pt x="9302" y="64036"/>
                    <a:pt x="11060" y="65048"/>
                    <a:pt x="12963" y="65048"/>
                  </a:cubicBezTo>
                  <a:cubicBezTo>
                    <a:pt x="13027" y="65048"/>
                    <a:pt x="13092" y="65047"/>
                    <a:pt x="13157" y="65045"/>
                  </a:cubicBezTo>
                  <a:cubicBezTo>
                    <a:pt x="13407" y="65080"/>
                    <a:pt x="13645" y="65092"/>
                    <a:pt x="13895" y="65092"/>
                  </a:cubicBezTo>
                  <a:cubicBezTo>
                    <a:pt x="16740" y="64961"/>
                    <a:pt x="19265" y="63211"/>
                    <a:pt x="20384" y="60592"/>
                  </a:cubicBezTo>
                  <a:lnTo>
                    <a:pt x="20539" y="60461"/>
                  </a:lnTo>
                  <a:lnTo>
                    <a:pt x="20479" y="60342"/>
                  </a:lnTo>
                  <a:cubicBezTo>
                    <a:pt x="20884" y="59306"/>
                    <a:pt x="21051" y="58198"/>
                    <a:pt x="20967" y="57091"/>
                  </a:cubicBezTo>
                  <a:cubicBezTo>
                    <a:pt x="20860" y="55829"/>
                    <a:pt x="20741" y="54579"/>
                    <a:pt x="20574" y="53329"/>
                  </a:cubicBezTo>
                  <a:cubicBezTo>
                    <a:pt x="20074" y="49519"/>
                    <a:pt x="19467" y="45756"/>
                    <a:pt x="18610" y="42089"/>
                  </a:cubicBezTo>
                  <a:cubicBezTo>
                    <a:pt x="18229" y="40244"/>
                    <a:pt x="17753" y="38434"/>
                    <a:pt x="17300" y="36612"/>
                  </a:cubicBezTo>
                  <a:cubicBezTo>
                    <a:pt x="16812" y="34803"/>
                    <a:pt x="16324" y="32993"/>
                    <a:pt x="15788" y="31207"/>
                  </a:cubicBezTo>
                  <a:cubicBezTo>
                    <a:pt x="13716" y="24182"/>
                    <a:pt x="11216" y="17277"/>
                    <a:pt x="8311" y="10550"/>
                  </a:cubicBezTo>
                  <a:lnTo>
                    <a:pt x="7942" y="9657"/>
                  </a:lnTo>
                  <a:cubicBezTo>
                    <a:pt x="7751" y="9228"/>
                    <a:pt x="7525" y="8811"/>
                    <a:pt x="7251" y="8442"/>
                  </a:cubicBezTo>
                  <a:lnTo>
                    <a:pt x="5572" y="6085"/>
                  </a:lnTo>
                  <a:cubicBezTo>
                    <a:pt x="5572" y="6085"/>
                    <a:pt x="3006" y="1"/>
                    <a:pt x="25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743;p112">
              <a:extLst>
                <a:ext uri="{FF2B5EF4-FFF2-40B4-BE49-F238E27FC236}">
                  <a16:creationId xmlns:a16="http://schemas.microsoft.com/office/drawing/2014/main" id="{68DC0374-43DD-FEB4-25A4-1F10961D7686}"/>
                </a:ext>
              </a:extLst>
            </p:cNvPr>
            <p:cNvSpPr/>
            <p:nvPr/>
          </p:nvSpPr>
          <p:spPr>
            <a:xfrm>
              <a:off x="4307980" y="3674036"/>
              <a:ext cx="20007" cy="132523"/>
            </a:xfrm>
            <a:custGeom>
              <a:avLst/>
              <a:gdLst/>
              <a:ahLst/>
              <a:cxnLst/>
              <a:rect l="l" t="t" r="r" b="b"/>
              <a:pathLst>
                <a:path w="1228" h="8134" extrusionOk="0">
                  <a:moveTo>
                    <a:pt x="379" y="0"/>
                  </a:moveTo>
                  <a:cubicBezTo>
                    <a:pt x="372" y="0"/>
                    <a:pt x="365" y="1"/>
                    <a:pt x="358" y="2"/>
                  </a:cubicBezTo>
                  <a:cubicBezTo>
                    <a:pt x="286" y="2"/>
                    <a:pt x="215" y="73"/>
                    <a:pt x="215" y="145"/>
                  </a:cubicBezTo>
                  <a:lnTo>
                    <a:pt x="1" y="6253"/>
                  </a:lnTo>
                  <a:cubicBezTo>
                    <a:pt x="1" y="6336"/>
                    <a:pt x="60" y="6407"/>
                    <a:pt x="156" y="6407"/>
                  </a:cubicBezTo>
                  <a:cubicBezTo>
                    <a:pt x="239" y="6407"/>
                    <a:pt x="310" y="6348"/>
                    <a:pt x="310" y="6264"/>
                  </a:cubicBezTo>
                  <a:lnTo>
                    <a:pt x="441" y="2693"/>
                  </a:lnTo>
                  <a:lnTo>
                    <a:pt x="906" y="7979"/>
                  </a:lnTo>
                  <a:cubicBezTo>
                    <a:pt x="918" y="8062"/>
                    <a:pt x="977" y="8122"/>
                    <a:pt x="1060" y="8134"/>
                  </a:cubicBezTo>
                  <a:lnTo>
                    <a:pt x="1072" y="8134"/>
                  </a:lnTo>
                  <a:cubicBezTo>
                    <a:pt x="1156" y="8134"/>
                    <a:pt x="1227" y="8050"/>
                    <a:pt x="1215" y="7967"/>
                  </a:cubicBezTo>
                  <a:lnTo>
                    <a:pt x="525" y="145"/>
                  </a:lnTo>
                  <a:cubicBezTo>
                    <a:pt x="525" y="67"/>
                    <a:pt x="463" y="0"/>
                    <a:pt x="3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744;p112">
              <a:extLst>
                <a:ext uri="{FF2B5EF4-FFF2-40B4-BE49-F238E27FC236}">
                  <a16:creationId xmlns:a16="http://schemas.microsoft.com/office/drawing/2014/main" id="{DB871DA6-3862-D8C2-01C6-68E0B1039B84}"/>
                </a:ext>
              </a:extLst>
            </p:cNvPr>
            <p:cNvSpPr/>
            <p:nvPr/>
          </p:nvSpPr>
          <p:spPr>
            <a:xfrm>
              <a:off x="4132233" y="3293459"/>
              <a:ext cx="181580" cy="522989"/>
            </a:xfrm>
            <a:custGeom>
              <a:avLst/>
              <a:gdLst/>
              <a:ahLst/>
              <a:cxnLst/>
              <a:rect l="l" t="t" r="r" b="b"/>
              <a:pathLst>
                <a:path w="11145" h="32100" extrusionOk="0">
                  <a:moveTo>
                    <a:pt x="1" y="1"/>
                  </a:moveTo>
                  <a:lnTo>
                    <a:pt x="989" y="22265"/>
                  </a:lnTo>
                  <a:lnTo>
                    <a:pt x="4287" y="29671"/>
                  </a:lnTo>
                  <a:lnTo>
                    <a:pt x="5370" y="32100"/>
                  </a:lnTo>
                  <a:lnTo>
                    <a:pt x="11145" y="23527"/>
                  </a:lnTo>
                  <a:cubicBezTo>
                    <a:pt x="11145" y="23527"/>
                    <a:pt x="11133" y="23468"/>
                    <a:pt x="11133" y="23349"/>
                  </a:cubicBezTo>
                  <a:cubicBezTo>
                    <a:pt x="10704" y="19682"/>
                    <a:pt x="10145" y="15991"/>
                    <a:pt x="9490" y="12300"/>
                  </a:cubicBezTo>
                  <a:cubicBezTo>
                    <a:pt x="9430" y="11978"/>
                    <a:pt x="9383" y="11645"/>
                    <a:pt x="9311" y="11324"/>
                  </a:cubicBezTo>
                  <a:cubicBezTo>
                    <a:pt x="8787" y="8383"/>
                    <a:pt x="7918" y="4299"/>
                    <a:pt x="7287" y="1358"/>
                  </a:cubicBezTo>
                  <a:cubicBezTo>
                    <a:pt x="5632" y="798"/>
                    <a:pt x="3846" y="203"/>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745;p112">
              <a:extLst>
                <a:ext uri="{FF2B5EF4-FFF2-40B4-BE49-F238E27FC236}">
                  <a16:creationId xmlns:a16="http://schemas.microsoft.com/office/drawing/2014/main" id="{5CFC8397-828B-DC71-5578-5FD4F6E44DB0}"/>
                </a:ext>
              </a:extLst>
            </p:cNvPr>
            <p:cNvSpPr/>
            <p:nvPr/>
          </p:nvSpPr>
          <p:spPr>
            <a:xfrm>
              <a:off x="4130881" y="3565234"/>
              <a:ext cx="71589" cy="237642"/>
            </a:xfrm>
            <a:custGeom>
              <a:avLst/>
              <a:gdLst/>
              <a:ahLst/>
              <a:cxnLst/>
              <a:rect l="l" t="t" r="r" b="b"/>
              <a:pathLst>
                <a:path w="4394" h="14586" extrusionOk="0">
                  <a:moveTo>
                    <a:pt x="0" y="0"/>
                  </a:moveTo>
                  <a:lnTo>
                    <a:pt x="4179" y="14586"/>
                  </a:lnTo>
                  <a:lnTo>
                    <a:pt x="4394" y="12847"/>
                  </a:lnTo>
                  <a:lnTo>
                    <a:pt x="0" y="0"/>
                  </a:lnTo>
                  <a:close/>
                </a:path>
              </a:pathLst>
            </a:custGeom>
            <a:solidFill>
              <a:srgbClr val="0B3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746;p112">
              <a:extLst>
                <a:ext uri="{FF2B5EF4-FFF2-40B4-BE49-F238E27FC236}">
                  <a16:creationId xmlns:a16="http://schemas.microsoft.com/office/drawing/2014/main" id="{22B72D63-A537-9350-9C36-B4F847D4D7D2}"/>
                </a:ext>
              </a:extLst>
            </p:cNvPr>
            <p:cNvSpPr/>
            <p:nvPr/>
          </p:nvSpPr>
          <p:spPr>
            <a:xfrm>
              <a:off x="3886460" y="3127031"/>
              <a:ext cx="247532" cy="272574"/>
            </a:xfrm>
            <a:custGeom>
              <a:avLst/>
              <a:gdLst/>
              <a:ahLst/>
              <a:cxnLst/>
              <a:rect l="l" t="t" r="r" b="b"/>
              <a:pathLst>
                <a:path w="15193" h="16730" extrusionOk="0">
                  <a:moveTo>
                    <a:pt x="12597" y="0"/>
                  </a:moveTo>
                  <a:lnTo>
                    <a:pt x="4501" y="536"/>
                  </a:lnTo>
                  <a:lnTo>
                    <a:pt x="3239" y="631"/>
                  </a:lnTo>
                  <a:lnTo>
                    <a:pt x="3239" y="2441"/>
                  </a:lnTo>
                  <a:lnTo>
                    <a:pt x="3239" y="4632"/>
                  </a:lnTo>
                  <a:lnTo>
                    <a:pt x="3239" y="7918"/>
                  </a:lnTo>
                  <a:cubicBezTo>
                    <a:pt x="3239" y="9359"/>
                    <a:pt x="2084" y="10513"/>
                    <a:pt x="643" y="10513"/>
                  </a:cubicBezTo>
                  <a:lnTo>
                    <a:pt x="0" y="10513"/>
                  </a:lnTo>
                  <a:cubicBezTo>
                    <a:pt x="0" y="10513"/>
                    <a:pt x="608" y="14073"/>
                    <a:pt x="2763" y="15693"/>
                  </a:cubicBezTo>
                  <a:cubicBezTo>
                    <a:pt x="3698" y="16362"/>
                    <a:pt x="4812" y="16730"/>
                    <a:pt x="5964" y="16730"/>
                  </a:cubicBezTo>
                  <a:cubicBezTo>
                    <a:pt x="6000" y="16730"/>
                    <a:pt x="6036" y="16729"/>
                    <a:pt x="6073" y="16728"/>
                  </a:cubicBezTo>
                  <a:cubicBezTo>
                    <a:pt x="8763" y="16728"/>
                    <a:pt x="12133" y="15062"/>
                    <a:pt x="15193" y="10525"/>
                  </a:cubicBezTo>
                  <a:cubicBezTo>
                    <a:pt x="13764" y="10525"/>
                    <a:pt x="12597" y="9359"/>
                    <a:pt x="12597" y="7930"/>
                  </a:cubicBezTo>
                  <a:lnTo>
                    <a:pt x="12597" y="2358"/>
                  </a:lnTo>
                  <a:lnTo>
                    <a:pt x="1259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747;p112">
              <a:extLst>
                <a:ext uri="{FF2B5EF4-FFF2-40B4-BE49-F238E27FC236}">
                  <a16:creationId xmlns:a16="http://schemas.microsoft.com/office/drawing/2014/main" id="{B3B52E58-6FCA-EA9C-8EA3-50C8658D0EBF}"/>
                </a:ext>
              </a:extLst>
            </p:cNvPr>
            <p:cNvSpPr/>
            <p:nvPr/>
          </p:nvSpPr>
          <p:spPr>
            <a:xfrm>
              <a:off x="3939216" y="3165237"/>
              <a:ext cx="152498" cy="63036"/>
            </a:xfrm>
            <a:custGeom>
              <a:avLst/>
              <a:gdLst/>
              <a:ahLst/>
              <a:cxnLst/>
              <a:rect l="l" t="t" r="r" b="b"/>
              <a:pathLst>
                <a:path w="9360" h="3869" extrusionOk="0">
                  <a:moveTo>
                    <a:pt x="9359" y="1"/>
                  </a:moveTo>
                  <a:cubicBezTo>
                    <a:pt x="8562" y="596"/>
                    <a:pt x="7716" y="1108"/>
                    <a:pt x="6811" y="1537"/>
                  </a:cubicBezTo>
                  <a:cubicBezTo>
                    <a:pt x="6127" y="1867"/>
                    <a:pt x="5384" y="2031"/>
                    <a:pt x="4639" y="2031"/>
                  </a:cubicBezTo>
                  <a:cubicBezTo>
                    <a:pt x="3881" y="2031"/>
                    <a:pt x="3121" y="1861"/>
                    <a:pt x="2418" y="1525"/>
                  </a:cubicBezTo>
                  <a:cubicBezTo>
                    <a:pt x="1573" y="1120"/>
                    <a:pt x="763" y="632"/>
                    <a:pt x="1" y="84"/>
                  </a:cubicBezTo>
                  <a:lnTo>
                    <a:pt x="1" y="1918"/>
                  </a:lnTo>
                  <a:cubicBezTo>
                    <a:pt x="763" y="2477"/>
                    <a:pt x="1573" y="2953"/>
                    <a:pt x="2418" y="3358"/>
                  </a:cubicBezTo>
                  <a:cubicBezTo>
                    <a:pt x="3118" y="3699"/>
                    <a:pt x="3874" y="3869"/>
                    <a:pt x="4629" y="3869"/>
                  </a:cubicBezTo>
                  <a:cubicBezTo>
                    <a:pt x="5377" y="3869"/>
                    <a:pt x="6124" y="3702"/>
                    <a:pt x="6811" y="3370"/>
                  </a:cubicBezTo>
                  <a:cubicBezTo>
                    <a:pt x="7716" y="2942"/>
                    <a:pt x="8562" y="2430"/>
                    <a:pt x="9359" y="1834"/>
                  </a:cubicBezTo>
                  <a:lnTo>
                    <a:pt x="935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748;p112">
              <a:extLst>
                <a:ext uri="{FF2B5EF4-FFF2-40B4-BE49-F238E27FC236}">
                  <a16:creationId xmlns:a16="http://schemas.microsoft.com/office/drawing/2014/main" id="{833BCE2A-8FB1-B306-1691-553C94CBA302}"/>
                </a:ext>
              </a:extLst>
            </p:cNvPr>
            <p:cNvSpPr/>
            <p:nvPr/>
          </p:nvSpPr>
          <p:spPr>
            <a:xfrm>
              <a:off x="3721776" y="3293492"/>
              <a:ext cx="562173" cy="634316"/>
            </a:xfrm>
            <a:custGeom>
              <a:avLst/>
              <a:gdLst/>
              <a:ahLst/>
              <a:cxnLst/>
              <a:rect l="l" t="t" r="r" b="b"/>
              <a:pathLst>
                <a:path w="34505" h="38933" extrusionOk="0">
                  <a:moveTo>
                    <a:pt x="25754" y="1"/>
                  </a:moveTo>
                  <a:cubicBezTo>
                    <a:pt x="25394" y="1"/>
                    <a:pt x="25182" y="11"/>
                    <a:pt x="25182" y="11"/>
                  </a:cubicBezTo>
                  <a:cubicBezTo>
                    <a:pt x="25182" y="11"/>
                    <a:pt x="22955" y="5261"/>
                    <a:pt x="17990" y="5738"/>
                  </a:cubicBezTo>
                  <a:cubicBezTo>
                    <a:pt x="17795" y="5757"/>
                    <a:pt x="17602" y="5766"/>
                    <a:pt x="17414" y="5766"/>
                  </a:cubicBezTo>
                  <a:cubicBezTo>
                    <a:pt x="12831" y="5766"/>
                    <a:pt x="10370" y="296"/>
                    <a:pt x="10370" y="296"/>
                  </a:cubicBezTo>
                  <a:cubicBezTo>
                    <a:pt x="10370" y="296"/>
                    <a:pt x="10365" y="296"/>
                    <a:pt x="10354" y="296"/>
                  </a:cubicBezTo>
                  <a:cubicBezTo>
                    <a:pt x="10106" y="296"/>
                    <a:pt x="7023" y="307"/>
                    <a:pt x="5024" y="844"/>
                  </a:cubicBezTo>
                  <a:cubicBezTo>
                    <a:pt x="2953" y="1392"/>
                    <a:pt x="1667" y="3285"/>
                    <a:pt x="833" y="5940"/>
                  </a:cubicBezTo>
                  <a:cubicBezTo>
                    <a:pt x="0" y="8583"/>
                    <a:pt x="6548" y="28609"/>
                    <a:pt x="6620" y="30217"/>
                  </a:cubicBezTo>
                  <a:cubicBezTo>
                    <a:pt x="6691" y="31824"/>
                    <a:pt x="2786" y="38932"/>
                    <a:pt x="2786" y="38932"/>
                  </a:cubicBezTo>
                  <a:lnTo>
                    <a:pt x="32576" y="38932"/>
                  </a:lnTo>
                  <a:cubicBezTo>
                    <a:pt x="32576" y="38932"/>
                    <a:pt x="29992" y="33491"/>
                    <a:pt x="29361" y="31753"/>
                  </a:cubicBezTo>
                  <a:cubicBezTo>
                    <a:pt x="28742" y="30026"/>
                    <a:pt x="33778" y="13405"/>
                    <a:pt x="34504" y="11310"/>
                  </a:cubicBezTo>
                  <a:cubicBezTo>
                    <a:pt x="33933" y="8131"/>
                    <a:pt x="33290" y="4940"/>
                    <a:pt x="32587" y="1761"/>
                  </a:cubicBezTo>
                  <a:cubicBezTo>
                    <a:pt x="32564" y="1630"/>
                    <a:pt x="32540" y="1511"/>
                    <a:pt x="32516" y="1380"/>
                  </a:cubicBezTo>
                  <a:cubicBezTo>
                    <a:pt x="30426" y="134"/>
                    <a:pt x="27083" y="1"/>
                    <a:pt x="257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749;p112">
              <a:extLst>
                <a:ext uri="{FF2B5EF4-FFF2-40B4-BE49-F238E27FC236}">
                  <a16:creationId xmlns:a16="http://schemas.microsoft.com/office/drawing/2014/main" id="{50CD3A74-17B5-E07A-3E77-71A87C3DD45F}"/>
                </a:ext>
              </a:extLst>
            </p:cNvPr>
            <p:cNvSpPr/>
            <p:nvPr/>
          </p:nvSpPr>
          <p:spPr>
            <a:xfrm>
              <a:off x="3995474" y="3391133"/>
              <a:ext cx="5067" cy="148311"/>
            </a:xfrm>
            <a:custGeom>
              <a:avLst/>
              <a:gdLst/>
              <a:ahLst/>
              <a:cxnLst/>
              <a:rect l="l" t="t" r="r" b="b"/>
              <a:pathLst>
                <a:path w="311" h="9103" extrusionOk="0">
                  <a:moveTo>
                    <a:pt x="156" y="1"/>
                  </a:moveTo>
                  <a:cubicBezTo>
                    <a:pt x="78" y="1"/>
                    <a:pt x="1" y="54"/>
                    <a:pt x="1" y="161"/>
                  </a:cubicBezTo>
                  <a:lnTo>
                    <a:pt x="1" y="8948"/>
                  </a:lnTo>
                  <a:cubicBezTo>
                    <a:pt x="1" y="9031"/>
                    <a:pt x="60" y="9103"/>
                    <a:pt x="144" y="9103"/>
                  </a:cubicBezTo>
                  <a:cubicBezTo>
                    <a:pt x="239" y="9103"/>
                    <a:pt x="310" y="9031"/>
                    <a:pt x="310" y="8948"/>
                  </a:cubicBezTo>
                  <a:lnTo>
                    <a:pt x="310" y="161"/>
                  </a:lnTo>
                  <a:cubicBezTo>
                    <a:pt x="310" y="54"/>
                    <a:pt x="233" y="1"/>
                    <a:pt x="1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750;p112">
              <a:extLst>
                <a:ext uri="{FF2B5EF4-FFF2-40B4-BE49-F238E27FC236}">
                  <a16:creationId xmlns:a16="http://schemas.microsoft.com/office/drawing/2014/main" id="{3631779E-5083-789D-63D6-475D5E8BAB7B}"/>
                </a:ext>
              </a:extLst>
            </p:cNvPr>
            <p:cNvSpPr/>
            <p:nvPr/>
          </p:nvSpPr>
          <p:spPr>
            <a:xfrm>
              <a:off x="4002463" y="3418357"/>
              <a:ext cx="29880" cy="25644"/>
            </a:xfrm>
            <a:custGeom>
              <a:avLst/>
              <a:gdLst/>
              <a:ahLst/>
              <a:cxnLst/>
              <a:rect l="l" t="t" r="r" b="b"/>
              <a:pathLst>
                <a:path w="1834" h="1574" extrusionOk="0">
                  <a:moveTo>
                    <a:pt x="1048" y="312"/>
                  </a:moveTo>
                  <a:cubicBezTo>
                    <a:pt x="1298" y="312"/>
                    <a:pt x="1512" y="526"/>
                    <a:pt x="1512" y="788"/>
                  </a:cubicBezTo>
                  <a:cubicBezTo>
                    <a:pt x="1512" y="1071"/>
                    <a:pt x="1283" y="1260"/>
                    <a:pt x="1042" y="1260"/>
                  </a:cubicBezTo>
                  <a:cubicBezTo>
                    <a:pt x="927" y="1260"/>
                    <a:pt x="811" y="1217"/>
                    <a:pt x="715" y="1122"/>
                  </a:cubicBezTo>
                  <a:cubicBezTo>
                    <a:pt x="417" y="824"/>
                    <a:pt x="620" y="312"/>
                    <a:pt x="1048" y="312"/>
                  </a:cubicBezTo>
                  <a:close/>
                  <a:moveTo>
                    <a:pt x="1040" y="0"/>
                  </a:moveTo>
                  <a:cubicBezTo>
                    <a:pt x="847" y="0"/>
                    <a:pt x="650" y="71"/>
                    <a:pt x="489" y="229"/>
                  </a:cubicBezTo>
                  <a:cubicBezTo>
                    <a:pt x="0" y="729"/>
                    <a:pt x="346" y="1574"/>
                    <a:pt x="1048" y="1574"/>
                  </a:cubicBezTo>
                  <a:cubicBezTo>
                    <a:pt x="1477" y="1574"/>
                    <a:pt x="1822" y="1217"/>
                    <a:pt x="1834" y="788"/>
                  </a:cubicBezTo>
                  <a:cubicBezTo>
                    <a:pt x="1834" y="312"/>
                    <a:pt x="1446" y="0"/>
                    <a:pt x="10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751;p112">
              <a:extLst>
                <a:ext uri="{FF2B5EF4-FFF2-40B4-BE49-F238E27FC236}">
                  <a16:creationId xmlns:a16="http://schemas.microsoft.com/office/drawing/2014/main" id="{4F8CBB83-23C1-8DA5-4568-0D69608242A0}"/>
                </a:ext>
              </a:extLst>
            </p:cNvPr>
            <p:cNvSpPr/>
            <p:nvPr/>
          </p:nvSpPr>
          <p:spPr>
            <a:xfrm>
              <a:off x="4000524" y="3472481"/>
              <a:ext cx="30076" cy="25644"/>
            </a:xfrm>
            <a:custGeom>
              <a:avLst/>
              <a:gdLst/>
              <a:ahLst/>
              <a:cxnLst/>
              <a:rect l="l" t="t" r="r" b="b"/>
              <a:pathLst>
                <a:path w="1846" h="1574" extrusionOk="0">
                  <a:moveTo>
                    <a:pt x="1060" y="312"/>
                  </a:moveTo>
                  <a:cubicBezTo>
                    <a:pt x="1322" y="312"/>
                    <a:pt x="1524" y="526"/>
                    <a:pt x="1524" y="788"/>
                  </a:cubicBezTo>
                  <a:cubicBezTo>
                    <a:pt x="1524" y="1071"/>
                    <a:pt x="1294" y="1260"/>
                    <a:pt x="1054" y="1260"/>
                  </a:cubicBezTo>
                  <a:cubicBezTo>
                    <a:pt x="939" y="1260"/>
                    <a:pt x="822" y="1217"/>
                    <a:pt x="727" y="1121"/>
                  </a:cubicBezTo>
                  <a:cubicBezTo>
                    <a:pt x="429" y="824"/>
                    <a:pt x="631" y="312"/>
                    <a:pt x="1060" y="312"/>
                  </a:cubicBezTo>
                  <a:close/>
                  <a:moveTo>
                    <a:pt x="1052" y="0"/>
                  </a:moveTo>
                  <a:cubicBezTo>
                    <a:pt x="859" y="0"/>
                    <a:pt x="662" y="71"/>
                    <a:pt x="500" y="228"/>
                  </a:cubicBezTo>
                  <a:cubicBezTo>
                    <a:pt x="0" y="728"/>
                    <a:pt x="358" y="1574"/>
                    <a:pt x="1060" y="1574"/>
                  </a:cubicBezTo>
                  <a:cubicBezTo>
                    <a:pt x="1489" y="1574"/>
                    <a:pt x="1846" y="1217"/>
                    <a:pt x="1846" y="788"/>
                  </a:cubicBezTo>
                  <a:cubicBezTo>
                    <a:pt x="1846" y="312"/>
                    <a:pt x="1458" y="0"/>
                    <a:pt x="10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752;p112">
              <a:extLst>
                <a:ext uri="{FF2B5EF4-FFF2-40B4-BE49-F238E27FC236}">
                  <a16:creationId xmlns:a16="http://schemas.microsoft.com/office/drawing/2014/main" id="{5C6EC8E7-CAD4-8C87-36C5-62C88E34C267}"/>
                </a:ext>
              </a:extLst>
            </p:cNvPr>
            <p:cNvSpPr/>
            <p:nvPr/>
          </p:nvSpPr>
          <p:spPr>
            <a:xfrm>
              <a:off x="3998976" y="3526605"/>
              <a:ext cx="29880" cy="25644"/>
            </a:xfrm>
            <a:custGeom>
              <a:avLst/>
              <a:gdLst/>
              <a:ahLst/>
              <a:cxnLst/>
              <a:rect l="l" t="t" r="r" b="b"/>
              <a:pathLst>
                <a:path w="1834" h="1574" extrusionOk="0">
                  <a:moveTo>
                    <a:pt x="1048" y="324"/>
                  </a:moveTo>
                  <a:cubicBezTo>
                    <a:pt x="1310" y="324"/>
                    <a:pt x="1512" y="526"/>
                    <a:pt x="1524" y="788"/>
                  </a:cubicBezTo>
                  <a:cubicBezTo>
                    <a:pt x="1524" y="1070"/>
                    <a:pt x="1289" y="1260"/>
                    <a:pt x="1044" y="1260"/>
                  </a:cubicBezTo>
                  <a:cubicBezTo>
                    <a:pt x="928" y="1260"/>
                    <a:pt x="810" y="1217"/>
                    <a:pt x="714" y="1121"/>
                  </a:cubicBezTo>
                  <a:cubicBezTo>
                    <a:pt x="417" y="824"/>
                    <a:pt x="631" y="324"/>
                    <a:pt x="1048" y="324"/>
                  </a:cubicBezTo>
                  <a:close/>
                  <a:moveTo>
                    <a:pt x="1040" y="0"/>
                  </a:moveTo>
                  <a:cubicBezTo>
                    <a:pt x="847" y="0"/>
                    <a:pt x="650" y="71"/>
                    <a:pt x="488" y="228"/>
                  </a:cubicBezTo>
                  <a:cubicBezTo>
                    <a:pt x="0" y="728"/>
                    <a:pt x="345" y="1574"/>
                    <a:pt x="1048" y="1574"/>
                  </a:cubicBezTo>
                  <a:cubicBezTo>
                    <a:pt x="1476" y="1574"/>
                    <a:pt x="1834" y="1216"/>
                    <a:pt x="1834" y="788"/>
                  </a:cubicBezTo>
                  <a:cubicBezTo>
                    <a:pt x="1834" y="312"/>
                    <a:pt x="1446" y="0"/>
                    <a:pt x="10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753;p112">
              <a:extLst>
                <a:ext uri="{FF2B5EF4-FFF2-40B4-BE49-F238E27FC236}">
                  <a16:creationId xmlns:a16="http://schemas.microsoft.com/office/drawing/2014/main" id="{67225BDF-9891-521E-F986-18875B52E74E}"/>
                </a:ext>
              </a:extLst>
            </p:cNvPr>
            <p:cNvSpPr/>
            <p:nvPr/>
          </p:nvSpPr>
          <p:spPr>
            <a:xfrm>
              <a:off x="3971817" y="3615285"/>
              <a:ext cx="98749" cy="85356"/>
            </a:xfrm>
            <a:custGeom>
              <a:avLst/>
              <a:gdLst/>
              <a:ahLst/>
              <a:cxnLst/>
              <a:rect l="l" t="t" r="r" b="b"/>
              <a:pathLst>
                <a:path w="6061" h="5239" extrusionOk="0">
                  <a:moveTo>
                    <a:pt x="6060" y="0"/>
                  </a:moveTo>
                  <a:lnTo>
                    <a:pt x="0" y="5239"/>
                  </a:lnTo>
                  <a:cubicBezTo>
                    <a:pt x="0" y="5239"/>
                    <a:pt x="4465" y="2655"/>
                    <a:pt x="60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754;p112">
              <a:extLst>
                <a:ext uri="{FF2B5EF4-FFF2-40B4-BE49-F238E27FC236}">
                  <a16:creationId xmlns:a16="http://schemas.microsoft.com/office/drawing/2014/main" id="{6FCA2572-81D0-B5DB-D34D-DF8B6E8301A5}"/>
                </a:ext>
              </a:extLst>
            </p:cNvPr>
            <p:cNvSpPr/>
            <p:nvPr/>
          </p:nvSpPr>
          <p:spPr>
            <a:xfrm>
              <a:off x="3874046" y="3295202"/>
              <a:ext cx="272948" cy="423686"/>
            </a:xfrm>
            <a:custGeom>
              <a:avLst/>
              <a:gdLst/>
              <a:ahLst/>
              <a:cxnLst/>
              <a:rect l="l" t="t" r="r" b="b"/>
              <a:pathLst>
                <a:path w="16753" h="26005" extrusionOk="0">
                  <a:moveTo>
                    <a:pt x="15881" y="513"/>
                  </a:moveTo>
                  <a:cubicBezTo>
                    <a:pt x="15874" y="513"/>
                    <a:pt x="15867" y="513"/>
                    <a:pt x="15860" y="513"/>
                  </a:cubicBezTo>
                  <a:cubicBezTo>
                    <a:pt x="15395" y="525"/>
                    <a:pt x="15026" y="918"/>
                    <a:pt x="15038" y="1382"/>
                  </a:cubicBezTo>
                  <a:cubicBezTo>
                    <a:pt x="15050" y="1834"/>
                    <a:pt x="15419" y="2204"/>
                    <a:pt x="15883" y="2204"/>
                  </a:cubicBezTo>
                  <a:lnTo>
                    <a:pt x="15895" y="2204"/>
                  </a:lnTo>
                  <a:cubicBezTo>
                    <a:pt x="16372" y="2192"/>
                    <a:pt x="16741" y="1799"/>
                    <a:pt x="16729" y="1334"/>
                  </a:cubicBezTo>
                  <a:cubicBezTo>
                    <a:pt x="16717" y="877"/>
                    <a:pt x="16336" y="513"/>
                    <a:pt x="15881" y="513"/>
                  </a:cubicBezTo>
                  <a:close/>
                  <a:moveTo>
                    <a:pt x="848" y="1"/>
                  </a:moveTo>
                  <a:cubicBezTo>
                    <a:pt x="393" y="1"/>
                    <a:pt x="24" y="365"/>
                    <a:pt x="12" y="822"/>
                  </a:cubicBezTo>
                  <a:cubicBezTo>
                    <a:pt x="0" y="1287"/>
                    <a:pt x="370" y="1680"/>
                    <a:pt x="834" y="1692"/>
                  </a:cubicBezTo>
                  <a:lnTo>
                    <a:pt x="846" y="1692"/>
                  </a:lnTo>
                  <a:cubicBezTo>
                    <a:pt x="381" y="1692"/>
                    <a:pt x="12" y="2085"/>
                    <a:pt x="12" y="2549"/>
                  </a:cubicBezTo>
                  <a:cubicBezTo>
                    <a:pt x="24" y="3013"/>
                    <a:pt x="393" y="3382"/>
                    <a:pt x="858" y="3382"/>
                  </a:cubicBezTo>
                  <a:lnTo>
                    <a:pt x="870" y="3382"/>
                  </a:lnTo>
                  <a:cubicBezTo>
                    <a:pt x="1334" y="3370"/>
                    <a:pt x="1715" y="2989"/>
                    <a:pt x="1703" y="2525"/>
                  </a:cubicBezTo>
                  <a:cubicBezTo>
                    <a:pt x="1691" y="2060"/>
                    <a:pt x="1327" y="1696"/>
                    <a:pt x="877" y="1691"/>
                  </a:cubicBezTo>
                  <a:lnTo>
                    <a:pt x="877" y="1691"/>
                  </a:lnTo>
                  <a:cubicBezTo>
                    <a:pt x="1321" y="1681"/>
                    <a:pt x="1691" y="1316"/>
                    <a:pt x="1703" y="858"/>
                  </a:cubicBezTo>
                  <a:cubicBezTo>
                    <a:pt x="1703" y="394"/>
                    <a:pt x="1334" y="13"/>
                    <a:pt x="870" y="1"/>
                  </a:cubicBezTo>
                  <a:cubicBezTo>
                    <a:pt x="862" y="1"/>
                    <a:pt x="855" y="1"/>
                    <a:pt x="848" y="1"/>
                  </a:cubicBezTo>
                  <a:close/>
                  <a:moveTo>
                    <a:pt x="15907" y="2204"/>
                  </a:moveTo>
                  <a:cubicBezTo>
                    <a:pt x="15431" y="2204"/>
                    <a:pt x="15062" y="2585"/>
                    <a:pt x="15062" y="3049"/>
                  </a:cubicBezTo>
                  <a:cubicBezTo>
                    <a:pt x="15062" y="3506"/>
                    <a:pt x="15431" y="3882"/>
                    <a:pt x="15886" y="3894"/>
                  </a:cubicBezTo>
                  <a:lnTo>
                    <a:pt x="15886" y="3894"/>
                  </a:lnTo>
                  <a:cubicBezTo>
                    <a:pt x="15431" y="3894"/>
                    <a:pt x="15062" y="4270"/>
                    <a:pt x="15062" y="4728"/>
                  </a:cubicBezTo>
                  <a:cubicBezTo>
                    <a:pt x="15050" y="5192"/>
                    <a:pt x="15431" y="5573"/>
                    <a:pt x="15895" y="5573"/>
                  </a:cubicBezTo>
                  <a:lnTo>
                    <a:pt x="15907" y="5585"/>
                  </a:lnTo>
                  <a:cubicBezTo>
                    <a:pt x="16360" y="5573"/>
                    <a:pt x="16741" y="5204"/>
                    <a:pt x="16741" y="4740"/>
                  </a:cubicBezTo>
                  <a:cubicBezTo>
                    <a:pt x="16753" y="4275"/>
                    <a:pt x="16372" y="3894"/>
                    <a:pt x="15907" y="3894"/>
                  </a:cubicBezTo>
                  <a:cubicBezTo>
                    <a:pt x="16372" y="3882"/>
                    <a:pt x="16753" y="3513"/>
                    <a:pt x="16753" y="3049"/>
                  </a:cubicBezTo>
                  <a:cubicBezTo>
                    <a:pt x="16741" y="2573"/>
                    <a:pt x="16372" y="2204"/>
                    <a:pt x="15907" y="2204"/>
                  </a:cubicBezTo>
                  <a:close/>
                  <a:moveTo>
                    <a:pt x="15873" y="5585"/>
                  </a:moveTo>
                  <a:cubicBezTo>
                    <a:pt x="15418" y="5585"/>
                    <a:pt x="15038" y="5938"/>
                    <a:pt x="15026" y="6406"/>
                  </a:cubicBezTo>
                  <a:cubicBezTo>
                    <a:pt x="15015" y="6836"/>
                    <a:pt x="15320" y="7194"/>
                    <a:pt x="15742" y="7264"/>
                  </a:cubicBezTo>
                  <a:lnTo>
                    <a:pt x="15742" y="7264"/>
                  </a:lnTo>
                  <a:cubicBezTo>
                    <a:pt x="15320" y="7291"/>
                    <a:pt x="14977" y="7641"/>
                    <a:pt x="14955" y="8073"/>
                  </a:cubicBezTo>
                  <a:cubicBezTo>
                    <a:pt x="14931" y="8538"/>
                    <a:pt x="15288" y="8931"/>
                    <a:pt x="15752" y="8954"/>
                  </a:cubicBezTo>
                  <a:lnTo>
                    <a:pt x="15800" y="8954"/>
                  </a:lnTo>
                  <a:cubicBezTo>
                    <a:pt x="16252" y="8954"/>
                    <a:pt x="16622" y="8597"/>
                    <a:pt x="16645" y="8157"/>
                  </a:cubicBezTo>
                  <a:cubicBezTo>
                    <a:pt x="16668" y="7713"/>
                    <a:pt x="16349" y="7341"/>
                    <a:pt x="15929" y="7274"/>
                  </a:cubicBezTo>
                  <a:lnTo>
                    <a:pt x="15929" y="7274"/>
                  </a:lnTo>
                  <a:cubicBezTo>
                    <a:pt x="16355" y="7244"/>
                    <a:pt x="16694" y="6887"/>
                    <a:pt x="16717" y="6454"/>
                  </a:cubicBezTo>
                  <a:cubicBezTo>
                    <a:pt x="16729" y="5990"/>
                    <a:pt x="16360" y="5597"/>
                    <a:pt x="15895" y="5585"/>
                  </a:cubicBezTo>
                  <a:cubicBezTo>
                    <a:pt x="15888" y="5585"/>
                    <a:pt x="15880" y="5585"/>
                    <a:pt x="15873" y="5585"/>
                  </a:cubicBezTo>
                  <a:close/>
                  <a:moveTo>
                    <a:pt x="892" y="3382"/>
                  </a:moveTo>
                  <a:cubicBezTo>
                    <a:pt x="885" y="3382"/>
                    <a:pt x="877" y="3382"/>
                    <a:pt x="870" y="3382"/>
                  </a:cubicBezTo>
                  <a:cubicBezTo>
                    <a:pt x="405" y="3394"/>
                    <a:pt x="48" y="3787"/>
                    <a:pt x="60" y="4251"/>
                  </a:cubicBezTo>
                  <a:cubicBezTo>
                    <a:pt x="72" y="4704"/>
                    <a:pt x="453" y="5061"/>
                    <a:pt x="905" y="5073"/>
                  </a:cubicBezTo>
                  <a:lnTo>
                    <a:pt x="929" y="5073"/>
                  </a:lnTo>
                  <a:cubicBezTo>
                    <a:pt x="465" y="5097"/>
                    <a:pt x="108" y="5490"/>
                    <a:pt x="143" y="5966"/>
                  </a:cubicBezTo>
                  <a:cubicBezTo>
                    <a:pt x="155" y="6406"/>
                    <a:pt x="536" y="6764"/>
                    <a:pt x="989" y="6764"/>
                  </a:cubicBezTo>
                  <a:lnTo>
                    <a:pt x="1024" y="6764"/>
                  </a:lnTo>
                  <a:cubicBezTo>
                    <a:pt x="560" y="6787"/>
                    <a:pt x="203" y="7192"/>
                    <a:pt x="239" y="7669"/>
                  </a:cubicBezTo>
                  <a:lnTo>
                    <a:pt x="250" y="7669"/>
                  </a:lnTo>
                  <a:cubicBezTo>
                    <a:pt x="274" y="8097"/>
                    <a:pt x="643" y="8442"/>
                    <a:pt x="1084" y="8442"/>
                  </a:cubicBezTo>
                  <a:lnTo>
                    <a:pt x="1143" y="8442"/>
                  </a:lnTo>
                  <a:cubicBezTo>
                    <a:pt x="679" y="8490"/>
                    <a:pt x="346" y="8907"/>
                    <a:pt x="393" y="9371"/>
                  </a:cubicBezTo>
                  <a:cubicBezTo>
                    <a:pt x="441" y="9800"/>
                    <a:pt x="798" y="10121"/>
                    <a:pt x="1227" y="10121"/>
                  </a:cubicBezTo>
                  <a:lnTo>
                    <a:pt x="1310" y="10121"/>
                  </a:lnTo>
                  <a:cubicBezTo>
                    <a:pt x="1774" y="10074"/>
                    <a:pt x="2108" y="9669"/>
                    <a:pt x="2072" y="9204"/>
                  </a:cubicBezTo>
                  <a:cubicBezTo>
                    <a:pt x="2027" y="8769"/>
                    <a:pt x="1658" y="8438"/>
                    <a:pt x="1229" y="8438"/>
                  </a:cubicBezTo>
                  <a:cubicBezTo>
                    <a:pt x="1208" y="8438"/>
                    <a:pt x="1187" y="8439"/>
                    <a:pt x="1165" y="8440"/>
                  </a:cubicBezTo>
                  <a:lnTo>
                    <a:pt x="1165" y="8440"/>
                  </a:lnTo>
                  <a:cubicBezTo>
                    <a:pt x="1618" y="8394"/>
                    <a:pt x="1953" y="7995"/>
                    <a:pt x="1929" y="7538"/>
                  </a:cubicBezTo>
                  <a:cubicBezTo>
                    <a:pt x="1895" y="7095"/>
                    <a:pt x="1526" y="6761"/>
                    <a:pt x="1090" y="6761"/>
                  </a:cubicBezTo>
                  <a:cubicBezTo>
                    <a:pt x="1080" y="6761"/>
                    <a:pt x="1069" y="6761"/>
                    <a:pt x="1058" y="6762"/>
                  </a:cubicBezTo>
                  <a:lnTo>
                    <a:pt x="1058" y="6762"/>
                  </a:lnTo>
                  <a:cubicBezTo>
                    <a:pt x="1512" y="6716"/>
                    <a:pt x="1857" y="6328"/>
                    <a:pt x="1822" y="5871"/>
                  </a:cubicBezTo>
                  <a:cubicBezTo>
                    <a:pt x="1799" y="5416"/>
                    <a:pt x="1441" y="5071"/>
                    <a:pt x="995" y="5071"/>
                  </a:cubicBezTo>
                  <a:cubicBezTo>
                    <a:pt x="980" y="5071"/>
                    <a:pt x="965" y="5071"/>
                    <a:pt x="950" y="5072"/>
                  </a:cubicBezTo>
                  <a:lnTo>
                    <a:pt x="950" y="5072"/>
                  </a:lnTo>
                  <a:cubicBezTo>
                    <a:pt x="1404" y="5037"/>
                    <a:pt x="1762" y="4649"/>
                    <a:pt x="1751" y="4192"/>
                  </a:cubicBezTo>
                  <a:cubicBezTo>
                    <a:pt x="1727" y="3735"/>
                    <a:pt x="1347" y="3382"/>
                    <a:pt x="892" y="3382"/>
                  </a:cubicBezTo>
                  <a:close/>
                  <a:moveTo>
                    <a:pt x="15688" y="8964"/>
                  </a:moveTo>
                  <a:cubicBezTo>
                    <a:pt x="15252" y="8964"/>
                    <a:pt x="14894" y="9309"/>
                    <a:pt x="14859" y="9740"/>
                  </a:cubicBezTo>
                  <a:cubicBezTo>
                    <a:pt x="14836" y="10205"/>
                    <a:pt x="15181" y="10609"/>
                    <a:pt x="15645" y="10633"/>
                  </a:cubicBezTo>
                  <a:lnTo>
                    <a:pt x="15693" y="10645"/>
                  </a:lnTo>
                  <a:cubicBezTo>
                    <a:pt x="16133" y="10645"/>
                    <a:pt x="16503" y="10300"/>
                    <a:pt x="16538" y="9859"/>
                  </a:cubicBezTo>
                  <a:cubicBezTo>
                    <a:pt x="16562" y="9395"/>
                    <a:pt x="16217" y="9002"/>
                    <a:pt x="15752" y="8966"/>
                  </a:cubicBezTo>
                  <a:cubicBezTo>
                    <a:pt x="15731" y="8965"/>
                    <a:pt x="15710" y="8964"/>
                    <a:pt x="15688" y="8964"/>
                  </a:cubicBezTo>
                  <a:close/>
                  <a:moveTo>
                    <a:pt x="1421" y="10126"/>
                  </a:moveTo>
                  <a:cubicBezTo>
                    <a:pt x="1384" y="10126"/>
                    <a:pt x="1347" y="10128"/>
                    <a:pt x="1310" y="10133"/>
                  </a:cubicBezTo>
                  <a:cubicBezTo>
                    <a:pt x="846" y="10181"/>
                    <a:pt x="512" y="10609"/>
                    <a:pt x="572" y="11062"/>
                  </a:cubicBezTo>
                  <a:lnTo>
                    <a:pt x="584" y="11074"/>
                  </a:lnTo>
                  <a:cubicBezTo>
                    <a:pt x="631" y="11490"/>
                    <a:pt x="989" y="11800"/>
                    <a:pt x="1417" y="11800"/>
                  </a:cubicBezTo>
                  <a:lnTo>
                    <a:pt x="1513" y="11800"/>
                  </a:lnTo>
                  <a:cubicBezTo>
                    <a:pt x="1977" y="11752"/>
                    <a:pt x="2310" y="11324"/>
                    <a:pt x="2251" y="10859"/>
                  </a:cubicBezTo>
                  <a:cubicBezTo>
                    <a:pt x="2196" y="10432"/>
                    <a:pt x="1839" y="10126"/>
                    <a:pt x="1421" y="10126"/>
                  </a:cubicBezTo>
                  <a:close/>
                  <a:moveTo>
                    <a:pt x="1642" y="11802"/>
                  </a:moveTo>
                  <a:cubicBezTo>
                    <a:pt x="1599" y="11802"/>
                    <a:pt x="1556" y="11805"/>
                    <a:pt x="1513" y="11812"/>
                  </a:cubicBezTo>
                  <a:cubicBezTo>
                    <a:pt x="1048" y="11883"/>
                    <a:pt x="739" y="12312"/>
                    <a:pt x="810" y="12764"/>
                  </a:cubicBezTo>
                  <a:cubicBezTo>
                    <a:pt x="870" y="13181"/>
                    <a:pt x="1215" y="13491"/>
                    <a:pt x="1644" y="13491"/>
                  </a:cubicBezTo>
                  <a:cubicBezTo>
                    <a:pt x="1679" y="13491"/>
                    <a:pt x="1727" y="13479"/>
                    <a:pt x="1763" y="13479"/>
                  </a:cubicBezTo>
                  <a:cubicBezTo>
                    <a:pt x="2227" y="13407"/>
                    <a:pt x="2536" y="12979"/>
                    <a:pt x="2477" y="12514"/>
                  </a:cubicBezTo>
                  <a:cubicBezTo>
                    <a:pt x="2412" y="12104"/>
                    <a:pt x="2054" y="11802"/>
                    <a:pt x="1642" y="11802"/>
                  </a:cubicBezTo>
                  <a:close/>
                  <a:moveTo>
                    <a:pt x="1927" y="13465"/>
                  </a:moveTo>
                  <a:cubicBezTo>
                    <a:pt x="1877" y="13465"/>
                    <a:pt x="1826" y="13469"/>
                    <a:pt x="1774" y="13479"/>
                  </a:cubicBezTo>
                  <a:cubicBezTo>
                    <a:pt x="1310" y="13562"/>
                    <a:pt x="1012" y="14003"/>
                    <a:pt x="1096" y="14467"/>
                  </a:cubicBezTo>
                  <a:cubicBezTo>
                    <a:pt x="1166" y="14852"/>
                    <a:pt x="1499" y="15146"/>
                    <a:pt x="1905" y="15146"/>
                  </a:cubicBezTo>
                  <a:cubicBezTo>
                    <a:pt x="1913" y="15146"/>
                    <a:pt x="1921" y="15146"/>
                    <a:pt x="1929" y="15146"/>
                  </a:cubicBezTo>
                  <a:cubicBezTo>
                    <a:pt x="1977" y="15146"/>
                    <a:pt x="2025" y="15146"/>
                    <a:pt x="2072" y="15134"/>
                  </a:cubicBezTo>
                  <a:cubicBezTo>
                    <a:pt x="2536" y="15050"/>
                    <a:pt x="2834" y="14610"/>
                    <a:pt x="2751" y="14157"/>
                  </a:cubicBezTo>
                  <a:cubicBezTo>
                    <a:pt x="2677" y="13746"/>
                    <a:pt x="2322" y="13465"/>
                    <a:pt x="1927" y="13465"/>
                  </a:cubicBezTo>
                  <a:close/>
                  <a:moveTo>
                    <a:pt x="2264" y="15123"/>
                  </a:moveTo>
                  <a:cubicBezTo>
                    <a:pt x="2201" y="15123"/>
                    <a:pt x="2136" y="15130"/>
                    <a:pt x="2072" y="15146"/>
                  </a:cubicBezTo>
                  <a:cubicBezTo>
                    <a:pt x="1620" y="15241"/>
                    <a:pt x="1334" y="15693"/>
                    <a:pt x="1441" y="16146"/>
                  </a:cubicBezTo>
                  <a:cubicBezTo>
                    <a:pt x="1524" y="16527"/>
                    <a:pt x="1870" y="16801"/>
                    <a:pt x="2263" y="16813"/>
                  </a:cubicBezTo>
                  <a:cubicBezTo>
                    <a:pt x="2315" y="16802"/>
                    <a:pt x="2367" y="16801"/>
                    <a:pt x="2427" y="16793"/>
                  </a:cubicBezTo>
                  <a:lnTo>
                    <a:pt x="2427" y="16793"/>
                  </a:lnTo>
                  <a:cubicBezTo>
                    <a:pt x="1983" y="16918"/>
                    <a:pt x="1740" y="17389"/>
                    <a:pt x="1858" y="17825"/>
                  </a:cubicBezTo>
                  <a:cubicBezTo>
                    <a:pt x="1965" y="18194"/>
                    <a:pt x="2298" y="18444"/>
                    <a:pt x="2679" y="18444"/>
                  </a:cubicBezTo>
                  <a:cubicBezTo>
                    <a:pt x="2751" y="18444"/>
                    <a:pt x="2834" y="18432"/>
                    <a:pt x="2906" y="18420"/>
                  </a:cubicBezTo>
                  <a:lnTo>
                    <a:pt x="2906" y="18420"/>
                  </a:lnTo>
                  <a:cubicBezTo>
                    <a:pt x="2453" y="18575"/>
                    <a:pt x="2227" y="19051"/>
                    <a:pt x="2382" y="19491"/>
                  </a:cubicBezTo>
                  <a:cubicBezTo>
                    <a:pt x="2501" y="19825"/>
                    <a:pt x="2822" y="20051"/>
                    <a:pt x="3179" y="20063"/>
                  </a:cubicBezTo>
                  <a:cubicBezTo>
                    <a:pt x="3275" y="20063"/>
                    <a:pt x="3370" y="20039"/>
                    <a:pt x="3453" y="20003"/>
                  </a:cubicBezTo>
                  <a:cubicBezTo>
                    <a:pt x="3894" y="19861"/>
                    <a:pt x="4132" y="19372"/>
                    <a:pt x="3977" y="18932"/>
                  </a:cubicBezTo>
                  <a:cubicBezTo>
                    <a:pt x="3855" y="18585"/>
                    <a:pt x="3527" y="18371"/>
                    <a:pt x="3184" y="18371"/>
                  </a:cubicBezTo>
                  <a:cubicBezTo>
                    <a:pt x="3106" y="18371"/>
                    <a:pt x="3028" y="18382"/>
                    <a:pt x="2951" y="18405"/>
                  </a:cubicBezTo>
                  <a:lnTo>
                    <a:pt x="2951" y="18405"/>
                  </a:lnTo>
                  <a:cubicBezTo>
                    <a:pt x="3364" y="18256"/>
                    <a:pt x="3604" y="17809"/>
                    <a:pt x="3489" y="17372"/>
                  </a:cubicBezTo>
                  <a:cubicBezTo>
                    <a:pt x="3381" y="16999"/>
                    <a:pt x="3046" y="16755"/>
                    <a:pt x="2677" y="16755"/>
                  </a:cubicBezTo>
                  <a:cubicBezTo>
                    <a:pt x="2626" y="16755"/>
                    <a:pt x="2573" y="16760"/>
                    <a:pt x="2521" y="16770"/>
                  </a:cubicBezTo>
                  <a:lnTo>
                    <a:pt x="2521" y="16770"/>
                  </a:lnTo>
                  <a:cubicBezTo>
                    <a:pt x="2934" y="16635"/>
                    <a:pt x="3186" y="16206"/>
                    <a:pt x="3084" y="15777"/>
                  </a:cubicBezTo>
                  <a:cubicBezTo>
                    <a:pt x="2992" y="15389"/>
                    <a:pt x="2646" y="15123"/>
                    <a:pt x="2264" y="15123"/>
                  </a:cubicBezTo>
                  <a:close/>
                  <a:moveTo>
                    <a:pt x="15560" y="10641"/>
                  </a:moveTo>
                  <a:cubicBezTo>
                    <a:pt x="15131" y="10641"/>
                    <a:pt x="14762" y="10972"/>
                    <a:pt x="14728" y="11407"/>
                  </a:cubicBezTo>
                  <a:cubicBezTo>
                    <a:pt x="14684" y="11837"/>
                    <a:pt x="14977" y="12216"/>
                    <a:pt x="15389" y="12308"/>
                  </a:cubicBezTo>
                  <a:lnTo>
                    <a:pt x="15389" y="12308"/>
                  </a:lnTo>
                  <a:cubicBezTo>
                    <a:pt x="14967" y="12314"/>
                    <a:pt x="14605" y="12632"/>
                    <a:pt x="14550" y="13062"/>
                  </a:cubicBezTo>
                  <a:cubicBezTo>
                    <a:pt x="14491" y="13518"/>
                    <a:pt x="14812" y="13928"/>
                    <a:pt x="15275" y="13999"/>
                  </a:cubicBezTo>
                  <a:lnTo>
                    <a:pt x="15275" y="13999"/>
                  </a:lnTo>
                  <a:cubicBezTo>
                    <a:pt x="15240" y="13995"/>
                    <a:pt x="15205" y="13993"/>
                    <a:pt x="15170" y="13993"/>
                  </a:cubicBezTo>
                  <a:cubicBezTo>
                    <a:pt x="14758" y="13993"/>
                    <a:pt x="14399" y="14295"/>
                    <a:pt x="14324" y="14705"/>
                  </a:cubicBezTo>
                  <a:cubicBezTo>
                    <a:pt x="14265" y="15162"/>
                    <a:pt x="14564" y="15585"/>
                    <a:pt x="15016" y="15666"/>
                  </a:cubicBezTo>
                  <a:lnTo>
                    <a:pt x="15016" y="15666"/>
                  </a:lnTo>
                  <a:cubicBezTo>
                    <a:pt x="14971" y="15659"/>
                    <a:pt x="14926" y="15656"/>
                    <a:pt x="14882" y="15656"/>
                  </a:cubicBezTo>
                  <a:cubicBezTo>
                    <a:pt x="14479" y="15656"/>
                    <a:pt x="14124" y="15935"/>
                    <a:pt x="14050" y="16336"/>
                  </a:cubicBezTo>
                  <a:cubicBezTo>
                    <a:pt x="13958" y="16771"/>
                    <a:pt x="14230" y="17195"/>
                    <a:pt x="14653" y="17312"/>
                  </a:cubicBezTo>
                  <a:lnTo>
                    <a:pt x="14653" y="17312"/>
                  </a:lnTo>
                  <a:cubicBezTo>
                    <a:pt x="14608" y="17305"/>
                    <a:pt x="14563" y="17301"/>
                    <a:pt x="14518" y="17301"/>
                  </a:cubicBezTo>
                  <a:cubicBezTo>
                    <a:pt x="14136" y="17301"/>
                    <a:pt x="13784" y="17557"/>
                    <a:pt x="13693" y="17944"/>
                  </a:cubicBezTo>
                  <a:cubicBezTo>
                    <a:pt x="13578" y="18380"/>
                    <a:pt x="13829" y="18817"/>
                    <a:pt x="14253" y="18954"/>
                  </a:cubicBezTo>
                  <a:lnTo>
                    <a:pt x="14253" y="18954"/>
                  </a:lnTo>
                  <a:cubicBezTo>
                    <a:pt x="14181" y="18935"/>
                    <a:pt x="14110" y="18926"/>
                    <a:pt x="14039" y="18926"/>
                  </a:cubicBezTo>
                  <a:cubicBezTo>
                    <a:pt x="13685" y="18926"/>
                    <a:pt x="13355" y="19149"/>
                    <a:pt x="13240" y="19503"/>
                  </a:cubicBezTo>
                  <a:cubicBezTo>
                    <a:pt x="13108" y="19923"/>
                    <a:pt x="13303" y="20353"/>
                    <a:pt x="13684" y="20537"/>
                  </a:cubicBezTo>
                  <a:lnTo>
                    <a:pt x="13684" y="20537"/>
                  </a:lnTo>
                  <a:cubicBezTo>
                    <a:pt x="13607" y="20514"/>
                    <a:pt x="13528" y="20503"/>
                    <a:pt x="13451" y="20503"/>
                  </a:cubicBezTo>
                  <a:cubicBezTo>
                    <a:pt x="13124" y="20503"/>
                    <a:pt x="12813" y="20697"/>
                    <a:pt x="12681" y="21015"/>
                  </a:cubicBezTo>
                  <a:cubicBezTo>
                    <a:pt x="12502" y="21408"/>
                    <a:pt x="12657" y="21861"/>
                    <a:pt x="13026" y="22087"/>
                  </a:cubicBezTo>
                  <a:cubicBezTo>
                    <a:pt x="12905" y="22027"/>
                    <a:pt x="12776" y="21997"/>
                    <a:pt x="12648" y="21997"/>
                  </a:cubicBezTo>
                  <a:cubicBezTo>
                    <a:pt x="12373" y="21997"/>
                    <a:pt x="12105" y="22133"/>
                    <a:pt x="11942" y="22385"/>
                  </a:cubicBezTo>
                  <a:cubicBezTo>
                    <a:pt x="11728" y="22706"/>
                    <a:pt x="11776" y="23147"/>
                    <a:pt x="12061" y="23432"/>
                  </a:cubicBezTo>
                  <a:cubicBezTo>
                    <a:pt x="11918" y="23332"/>
                    <a:pt x="11752" y="23283"/>
                    <a:pt x="11585" y="23283"/>
                  </a:cubicBezTo>
                  <a:cubicBezTo>
                    <a:pt x="11378" y="23283"/>
                    <a:pt x="11172" y="23359"/>
                    <a:pt x="11014" y="23504"/>
                  </a:cubicBezTo>
                  <a:cubicBezTo>
                    <a:pt x="10752" y="23742"/>
                    <a:pt x="10668" y="24123"/>
                    <a:pt x="10799" y="24456"/>
                  </a:cubicBezTo>
                  <a:cubicBezTo>
                    <a:pt x="10643" y="24256"/>
                    <a:pt x="10403" y="24151"/>
                    <a:pt x="10156" y="24151"/>
                  </a:cubicBezTo>
                  <a:cubicBezTo>
                    <a:pt x="10065" y="24151"/>
                    <a:pt x="9972" y="24166"/>
                    <a:pt x="9883" y="24194"/>
                  </a:cubicBezTo>
                  <a:cubicBezTo>
                    <a:pt x="9561" y="24313"/>
                    <a:pt x="9347" y="24599"/>
                    <a:pt x="9323" y="24944"/>
                  </a:cubicBezTo>
                  <a:cubicBezTo>
                    <a:pt x="9228" y="24611"/>
                    <a:pt x="8942" y="24373"/>
                    <a:pt x="8597" y="24325"/>
                  </a:cubicBezTo>
                  <a:cubicBezTo>
                    <a:pt x="8567" y="24322"/>
                    <a:pt x="8538" y="24321"/>
                    <a:pt x="8509" y="24321"/>
                  </a:cubicBezTo>
                  <a:cubicBezTo>
                    <a:pt x="8196" y="24321"/>
                    <a:pt x="7904" y="24494"/>
                    <a:pt x="7751" y="24778"/>
                  </a:cubicBezTo>
                  <a:cubicBezTo>
                    <a:pt x="7811" y="24432"/>
                    <a:pt x="7632" y="24087"/>
                    <a:pt x="7335" y="23921"/>
                  </a:cubicBezTo>
                  <a:cubicBezTo>
                    <a:pt x="7203" y="23845"/>
                    <a:pt x="7060" y="23809"/>
                    <a:pt x="6918" y="23809"/>
                  </a:cubicBezTo>
                  <a:cubicBezTo>
                    <a:pt x="6701" y="23809"/>
                    <a:pt x="6488" y="23893"/>
                    <a:pt x="6323" y="24051"/>
                  </a:cubicBezTo>
                  <a:cubicBezTo>
                    <a:pt x="6525" y="23730"/>
                    <a:pt x="6489" y="23313"/>
                    <a:pt x="6227" y="23028"/>
                  </a:cubicBezTo>
                  <a:cubicBezTo>
                    <a:pt x="6060" y="22860"/>
                    <a:pt x="5835" y="22770"/>
                    <a:pt x="5610" y="22770"/>
                  </a:cubicBezTo>
                  <a:cubicBezTo>
                    <a:pt x="5452" y="22770"/>
                    <a:pt x="5294" y="22815"/>
                    <a:pt x="5156" y="22908"/>
                  </a:cubicBezTo>
                  <a:cubicBezTo>
                    <a:pt x="5465" y="22635"/>
                    <a:pt x="5525" y="22170"/>
                    <a:pt x="5311" y="21825"/>
                  </a:cubicBezTo>
                  <a:cubicBezTo>
                    <a:pt x="5154" y="21570"/>
                    <a:pt x="4878" y="21428"/>
                    <a:pt x="4593" y="21428"/>
                  </a:cubicBezTo>
                  <a:cubicBezTo>
                    <a:pt x="4466" y="21428"/>
                    <a:pt x="4337" y="21457"/>
                    <a:pt x="4215" y="21515"/>
                  </a:cubicBezTo>
                  <a:cubicBezTo>
                    <a:pt x="4596" y="21301"/>
                    <a:pt x="4751" y="20837"/>
                    <a:pt x="4572" y="20432"/>
                  </a:cubicBezTo>
                  <a:cubicBezTo>
                    <a:pt x="4433" y="20119"/>
                    <a:pt x="4129" y="19939"/>
                    <a:pt x="3808" y="19939"/>
                  </a:cubicBezTo>
                  <a:cubicBezTo>
                    <a:pt x="3690" y="19939"/>
                    <a:pt x="3569" y="19964"/>
                    <a:pt x="3453" y="20015"/>
                  </a:cubicBezTo>
                  <a:cubicBezTo>
                    <a:pt x="3037" y="20206"/>
                    <a:pt x="2846" y="20706"/>
                    <a:pt x="3037" y="21134"/>
                  </a:cubicBezTo>
                  <a:cubicBezTo>
                    <a:pt x="3177" y="21441"/>
                    <a:pt x="3484" y="21625"/>
                    <a:pt x="3808" y="21625"/>
                  </a:cubicBezTo>
                  <a:cubicBezTo>
                    <a:pt x="3913" y="21625"/>
                    <a:pt x="4020" y="21606"/>
                    <a:pt x="4123" y="21565"/>
                  </a:cubicBezTo>
                  <a:lnTo>
                    <a:pt x="4123" y="21565"/>
                  </a:lnTo>
                  <a:cubicBezTo>
                    <a:pt x="3747" y="21820"/>
                    <a:pt x="3636" y="22332"/>
                    <a:pt x="3882" y="22718"/>
                  </a:cubicBezTo>
                  <a:cubicBezTo>
                    <a:pt x="4037" y="22974"/>
                    <a:pt x="4314" y="23114"/>
                    <a:pt x="4597" y="23114"/>
                  </a:cubicBezTo>
                  <a:cubicBezTo>
                    <a:pt x="4748" y="23114"/>
                    <a:pt x="4900" y="23075"/>
                    <a:pt x="5037" y="22992"/>
                  </a:cubicBezTo>
                  <a:cubicBezTo>
                    <a:pt x="5037" y="22980"/>
                    <a:pt x="5049" y="22980"/>
                    <a:pt x="5049" y="22980"/>
                  </a:cubicBezTo>
                  <a:lnTo>
                    <a:pt x="5049" y="22980"/>
                  </a:lnTo>
                  <a:lnTo>
                    <a:pt x="5037" y="23004"/>
                  </a:lnTo>
                  <a:cubicBezTo>
                    <a:pt x="4692" y="23313"/>
                    <a:pt x="4680" y="23849"/>
                    <a:pt x="5001" y="24194"/>
                  </a:cubicBezTo>
                  <a:cubicBezTo>
                    <a:pt x="5162" y="24367"/>
                    <a:pt x="5383" y="24454"/>
                    <a:pt x="5607" y="24454"/>
                  </a:cubicBezTo>
                  <a:cubicBezTo>
                    <a:pt x="5812" y="24454"/>
                    <a:pt x="6020" y="24381"/>
                    <a:pt x="6185" y="24236"/>
                  </a:cubicBezTo>
                  <a:lnTo>
                    <a:pt x="6185" y="24236"/>
                  </a:lnTo>
                  <a:cubicBezTo>
                    <a:pt x="6183" y="24238"/>
                    <a:pt x="6182" y="24240"/>
                    <a:pt x="6180" y="24242"/>
                  </a:cubicBezTo>
                  <a:cubicBezTo>
                    <a:pt x="5954" y="24647"/>
                    <a:pt x="6108" y="25171"/>
                    <a:pt x="6513" y="25397"/>
                  </a:cubicBezTo>
                  <a:cubicBezTo>
                    <a:pt x="6640" y="25468"/>
                    <a:pt x="6778" y="25501"/>
                    <a:pt x="6914" y="25501"/>
                  </a:cubicBezTo>
                  <a:cubicBezTo>
                    <a:pt x="7211" y="25501"/>
                    <a:pt x="7501" y="25341"/>
                    <a:pt x="7656" y="25064"/>
                  </a:cubicBezTo>
                  <a:cubicBezTo>
                    <a:pt x="7656" y="25052"/>
                    <a:pt x="7668" y="25052"/>
                    <a:pt x="7668" y="25040"/>
                  </a:cubicBezTo>
                  <a:lnTo>
                    <a:pt x="7668" y="25075"/>
                  </a:lnTo>
                  <a:cubicBezTo>
                    <a:pt x="7620" y="25528"/>
                    <a:pt x="7954" y="25945"/>
                    <a:pt x="8418" y="26004"/>
                  </a:cubicBezTo>
                  <a:lnTo>
                    <a:pt x="8513" y="26004"/>
                  </a:lnTo>
                  <a:cubicBezTo>
                    <a:pt x="8942" y="26004"/>
                    <a:pt x="9299" y="25695"/>
                    <a:pt x="9347" y="25266"/>
                  </a:cubicBezTo>
                  <a:lnTo>
                    <a:pt x="9347" y="25218"/>
                  </a:lnTo>
                  <a:cubicBezTo>
                    <a:pt x="9359" y="25242"/>
                    <a:pt x="9359" y="25254"/>
                    <a:pt x="9371" y="25278"/>
                  </a:cubicBezTo>
                  <a:cubicBezTo>
                    <a:pt x="9485" y="25629"/>
                    <a:pt x="9818" y="25844"/>
                    <a:pt x="10166" y="25844"/>
                  </a:cubicBezTo>
                  <a:cubicBezTo>
                    <a:pt x="10255" y="25844"/>
                    <a:pt x="10344" y="25831"/>
                    <a:pt x="10430" y="25802"/>
                  </a:cubicBezTo>
                  <a:cubicBezTo>
                    <a:pt x="10883" y="25647"/>
                    <a:pt x="11109" y="25171"/>
                    <a:pt x="10966" y="24730"/>
                  </a:cubicBezTo>
                  <a:cubicBezTo>
                    <a:pt x="10954" y="24706"/>
                    <a:pt x="10942" y="24694"/>
                    <a:pt x="10942" y="24683"/>
                  </a:cubicBezTo>
                  <a:lnTo>
                    <a:pt x="10942" y="24683"/>
                  </a:lnTo>
                  <a:lnTo>
                    <a:pt x="10966" y="24706"/>
                  </a:lnTo>
                  <a:cubicBezTo>
                    <a:pt x="11129" y="24888"/>
                    <a:pt x="11355" y="24981"/>
                    <a:pt x="11583" y="24981"/>
                  </a:cubicBezTo>
                  <a:cubicBezTo>
                    <a:pt x="11787" y="24981"/>
                    <a:pt x="11993" y="24906"/>
                    <a:pt x="12157" y="24754"/>
                  </a:cubicBezTo>
                  <a:cubicBezTo>
                    <a:pt x="12502" y="24444"/>
                    <a:pt x="12526" y="23909"/>
                    <a:pt x="12216" y="23563"/>
                  </a:cubicBezTo>
                  <a:cubicBezTo>
                    <a:pt x="12204" y="23563"/>
                    <a:pt x="12192" y="23551"/>
                    <a:pt x="12181" y="23540"/>
                  </a:cubicBezTo>
                  <a:cubicBezTo>
                    <a:pt x="12192" y="23540"/>
                    <a:pt x="12192" y="23551"/>
                    <a:pt x="12204" y="23551"/>
                  </a:cubicBezTo>
                  <a:cubicBezTo>
                    <a:pt x="12347" y="23642"/>
                    <a:pt x="12505" y="23686"/>
                    <a:pt x="12661" y="23686"/>
                  </a:cubicBezTo>
                  <a:cubicBezTo>
                    <a:pt x="12935" y="23686"/>
                    <a:pt x="13200" y="23552"/>
                    <a:pt x="13359" y="23301"/>
                  </a:cubicBezTo>
                  <a:cubicBezTo>
                    <a:pt x="13621" y="22908"/>
                    <a:pt x="13502" y="22385"/>
                    <a:pt x="13109" y="22135"/>
                  </a:cubicBezTo>
                  <a:lnTo>
                    <a:pt x="13074" y="22111"/>
                  </a:lnTo>
                  <a:cubicBezTo>
                    <a:pt x="13085" y="22111"/>
                    <a:pt x="13097" y="22123"/>
                    <a:pt x="13109" y="22123"/>
                  </a:cubicBezTo>
                  <a:cubicBezTo>
                    <a:pt x="13219" y="22173"/>
                    <a:pt x="13334" y="22197"/>
                    <a:pt x="13448" y="22197"/>
                  </a:cubicBezTo>
                  <a:cubicBezTo>
                    <a:pt x="13768" y="22197"/>
                    <a:pt x="14076" y="22010"/>
                    <a:pt x="14217" y="21694"/>
                  </a:cubicBezTo>
                  <a:cubicBezTo>
                    <a:pt x="14405" y="21271"/>
                    <a:pt x="14221" y="20778"/>
                    <a:pt x="13804" y="20582"/>
                  </a:cubicBezTo>
                  <a:lnTo>
                    <a:pt x="13804" y="20582"/>
                  </a:lnTo>
                  <a:cubicBezTo>
                    <a:pt x="13881" y="20601"/>
                    <a:pt x="13964" y="20611"/>
                    <a:pt x="14038" y="20611"/>
                  </a:cubicBezTo>
                  <a:cubicBezTo>
                    <a:pt x="14407" y="20611"/>
                    <a:pt x="14728" y="20372"/>
                    <a:pt x="14848" y="20027"/>
                  </a:cubicBezTo>
                  <a:cubicBezTo>
                    <a:pt x="14990" y="19587"/>
                    <a:pt x="14752" y="19110"/>
                    <a:pt x="14300" y="18968"/>
                  </a:cubicBezTo>
                  <a:lnTo>
                    <a:pt x="14300" y="18968"/>
                  </a:lnTo>
                  <a:cubicBezTo>
                    <a:pt x="14371" y="18979"/>
                    <a:pt x="14443" y="18991"/>
                    <a:pt x="14502" y="18991"/>
                  </a:cubicBezTo>
                  <a:cubicBezTo>
                    <a:pt x="14895" y="18991"/>
                    <a:pt x="15229" y="18729"/>
                    <a:pt x="15324" y="18348"/>
                  </a:cubicBezTo>
                  <a:cubicBezTo>
                    <a:pt x="15441" y="17902"/>
                    <a:pt x="15177" y="17456"/>
                    <a:pt x="14736" y="17330"/>
                  </a:cubicBezTo>
                  <a:lnTo>
                    <a:pt x="14736" y="17330"/>
                  </a:lnTo>
                  <a:cubicBezTo>
                    <a:pt x="14785" y="17337"/>
                    <a:pt x="14832" y="17338"/>
                    <a:pt x="14871" y="17348"/>
                  </a:cubicBezTo>
                  <a:cubicBezTo>
                    <a:pt x="15276" y="17336"/>
                    <a:pt x="15621" y="17051"/>
                    <a:pt x="15705" y="16658"/>
                  </a:cubicBezTo>
                  <a:cubicBezTo>
                    <a:pt x="15786" y="16216"/>
                    <a:pt x="15504" y="15786"/>
                    <a:pt x="15070" y="15677"/>
                  </a:cubicBezTo>
                  <a:lnTo>
                    <a:pt x="15070" y="15677"/>
                  </a:lnTo>
                  <a:cubicBezTo>
                    <a:pt x="15100" y="15681"/>
                    <a:pt x="15135" y="15681"/>
                    <a:pt x="15169" y="15681"/>
                  </a:cubicBezTo>
                  <a:cubicBezTo>
                    <a:pt x="15586" y="15681"/>
                    <a:pt x="15931" y="15384"/>
                    <a:pt x="16002" y="14967"/>
                  </a:cubicBezTo>
                  <a:cubicBezTo>
                    <a:pt x="16074" y="14503"/>
                    <a:pt x="15752" y="14074"/>
                    <a:pt x="15300" y="14003"/>
                  </a:cubicBezTo>
                  <a:lnTo>
                    <a:pt x="15395" y="14003"/>
                  </a:lnTo>
                  <a:cubicBezTo>
                    <a:pt x="15812" y="14003"/>
                    <a:pt x="16181" y="13681"/>
                    <a:pt x="16229" y="13264"/>
                  </a:cubicBezTo>
                  <a:cubicBezTo>
                    <a:pt x="16274" y="12824"/>
                    <a:pt x="15987" y="12415"/>
                    <a:pt x="15560" y="12324"/>
                  </a:cubicBezTo>
                  <a:lnTo>
                    <a:pt x="15574" y="12324"/>
                  </a:lnTo>
                  <a:cubicBezTo>
                    <a:pt x="16002" y="12324"/>
                    <a:pt x="16360" y="11990"/>
                    <a:pt x="16407" y="11562"/>
                  </a:cubicBezTo>
                  <a:cubicBezTo>
                    <a:pt x="16443" y="11098"/>
                    <a:pt x="16110" y="10681"/>
                    <a:pt x="15645" y="10645"/>
                  </a:cubicBezTo>
                  <a:cubicBezTo>
                    <a:pt x="15616" y="10642"/>
                    <a:pt x="15588" y="10641"/>
                    <a:pt x="15560" y="1064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755;p112">
              <a:extLst>
                <a:ext uri="{FF2B5EF4-FFF2-40B4-BE49-F238E27FC236}">
                  <a16:creationId xmlns:a16="http://schemas.microsoft.com/office/drawing/2014/main" id="{6197AD63-FE78-66DB-901E-DA0F565B9621}"/>
                </a:ext>
              </a:extLst>
            </p:cNvPr>
            <p:cNvSpPr/>
            <p:nvPr/>
          </p:nvSpPr>
          <p:spPr>
            <a:xfrm>
              <a:off x="3388708" y="3525073"/>
              <a:ext cx="441510" cy="645509"/>
            </a:xfrm>
            <a:custGeom>
              <a:avLst/>
              <a:gdLst/>
              <a:ahLst/>
              <a:cxnLst/>
              <a:rect l="l" t="t" r="r" b="b"/>
              <a:pathLst>
                <a:path w="27099" h="39620" extrusionOk="0">
                  <a:moveTo>
                    <a:pt x="6798" y="1"/>
                  </a:moveTo>
                  <a:cubicBezTo>
                    <a:pt x="6239" y="489"/>
                    <a:pt x="5667" y="989"/>
                    <a:pt x="5108" y="1501"/>
                  </a:cubicBezTo>
                  <a:cubicBezTo>
                    <a:pt x="4251" y="2287"/>
                    <a:pt x="3381" y="3096"/>
                    <a:pt x="2536" y="3894"/>
                  </a:cubicBezTo>
                  <a:cubicBezTo>
                    <a:pt x="429" y="5906"/>
                    <a:pt x="0" y="9121"/>
                    <a:pt x="1512" y="11621"/>
                  </a:cubicBezTo>
                  <a:cubicBezTo>
                    <a:pt x="1512" y="11633"/>
                    <a:pt x="1536" y="11645"/>
                    <a:pt x="1536" y="11657"/>
                  </a:cubicBezTo>
                  <a:cubicBezTo>
                    <a:pt x="2488" y="13288"/>
                    <a:pt x="3512" y="14860"/>
                    <a:pt x="4512" y="16443"/>
                  </a:cubicBezTo>
                  <a:cubicBezTo>
                    <a:pt x="4822" y="16908"/>
                    <a:pt x="5132" y="17384"/>
                    <a:pt x="5441" y="17848"/>
                  </a:cubicBezTo>
                  <a:cubicBezTo>
                    <a:pt x="6167" y="18944"/>
                    <a:pt x="6906" y="20015"/>
                    <a:pt x="7656" y="21087"/>
                  </a:cubicBezTo>
                  <a:cubicBezTo>
                    <a:pt x="11859" y="27123"/>
                    <a:pt x="16419" y="32898"/>
                    <a:pt x="21312" y="38375"/>
                  </a:cubicBezTo>
                  <a:lnTo>
                    <a:pt x="21503" y="38589"/>
                  </a:lnTo>
                  <a:cubicBezTo>
                    <a:pt x="22086" y="39268"/>
                    <a:pt x="22915" y="39619"/>
                    <a:pt x="23751" y="39619"/>
                  </a:cubicBezTo>
                  <a:cubicBezTo>
                    <a:pt x="24366" y="39619"/>
                    <a:pt x="24985" y="39430"/>
                    <a:pt x="25515" y="39041"/>
                  </a:cubicBezTo>
                  <a:cubicBezTo>
                    <a:pt x="26765" y="38113"/>
                    <a:pt x="27099" y="36386"/>
                    <a:pt x="26277" y="35065"/>
                  </a:cubicBezTo>
                  <a:cubicBezTo>
                    <a:pt x="26265" y="35041"/>
                    <a:pt x="26241" y="35005"/>
                    <a:pt x="26229" y="34981"/>
                  </a:cubicBezTo>
                  <a:lnTo>
                    <a:pt x="26170" y="34898"/>
                  </a:lnTo>
                  <a:cubicBezTo>
                    <a:pt x="24265" y="31933"/>
                    <a:pt x="22324" y="28850"/>
                    <a:pt x="20514" y="25754"/>
                  </a:cubicBezTo>
                  <a:cubicBezTo>
                    <a:pt x="18705" y="22670"/>
                    <a:pt x="16907" y="19563"/>
                    <a:pt x="15192" y="16419"/>
                  </a:cubicBezTo>
                  <a:cubicBezTo>
                    <a:pt x="14323" y="14812"/>
                    <a:pt x="13478" y="13193"/>
                    <a:pt x="12644" y="11574"/>
                  </a:cubicBezTo>
                  <a:cubicBezTo>
                    <a:pt x="12871" y="11395"/>
                    <a:pt x="13085" y="11216"/>
                    <a:pt x="13299" y="11038"/>
                  </a:cubicBezTo>
                  <a:cubicBezTo>
                    <a:pt x="13835" y="10609"/>
                    <a:pt x="14371" y="10181"/>
                    <a:pt x="14907" y="9752"/>
                  </a:cubicBezTo>
                  <a:cubicBezTo>
                    <a:pt x="14371" y="9157"/>
                    <a:pt x="13847" y="8549"/>
                    <a:pt x="13311" y="7954"/>
                  </a:cubicBezTo>
                  <a:cubicBezTo>
                    <a:pt x="11025" y="5430"/>
                    <a:pt x="8727" y="2823"/>
                    <a:pt x="679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756;p112">
              <a:extLst>
                <a:ext uri="{FF2B5EF4-FFF2-40B4-BE49-F238E27FC236}">
                  <a16:creationId xmlns:a16="http://schemas.microsoft.com/office/drawing/2014/main" id="{908FBD78-1175-6CF5-4BF6-D3A326F6103A}"/>
                </a:ext>
              </a:extLst>
            </p:cNvPr>
            <p:cNvSpPr/>
            <p:nvPr/>
          </p:nvSpPr>
          <p:spPr>
            <a:xfrm>
              <a:off x="3732236" y="4091498"/>
              <a:ext cx="169752" cy="178696"/>
            </a:xfrm>
            <a:custGeom>
              <a:avLst/>
              <a:gdLst/>
              <a:ahLst/>
              <a:cxnLst/>
              <a:rect l="l" t="t" r="r" b="b"/>
              <a:pathLst>
                <a:path w="10419" h="10968" extrusionOk="0">
                  <a:moveTo>
                    <a:pt x="4490" y="1"/>
                  </a:moveTo>
                  <a:lnTo>
                    <a:pt x="1" y="2692"/>
                  </a:lnTo>
                  <a:cubicBezTo>
                    <a:pt x="1" y="2692"/>
                    <a:pt x="1574" y="9336"/>
                    <a:pt x="2249" y="9336"/>
                  </a:cubicBezTo>
                  <a:cubicBezTo>
                    <a:pt x="2254" y="9336"/>
                    <a:pt x="2258" y="9336"/>
                    <a:pt x="2263" y="9335"/>
                  </a:cubicBezTo>
                  <a:cubicBezTo>
                    <a:pt x="2918" y="9240"/>
                    <a:pt x="2787" y="6205"/>
                    <a:pt x="2787" y="6204"/>
                  </a:cubicBezTo>
                  <a:lnTo>
                    <a:pt x="2787" y="6204"/>
                  </a:lnTo>
                  <a:cubicBezTo>
                    <a:pt x="2787" y="6205"/>
                    <a:pt x="3809" y="10967"/>
                    <a:pt x="4664" y="10967"/>
                  </a:cubicBezTo>
                  <a:cubicBezTo>
                    <a:pt x="4690" y="10967"/>
                    <a:pt x="4715" y="10963"/>
                    <a:pt x="4740" y="10955"/>
                  </a:cubicBezTo>
                  <a:cubicBezTo>
                    <a:pt x="5609" y="10657"/>
                    <a:pt x="4502" y="6526"/>
                    <a:pt x="4502" y="6526"/>
                  </a:cubicBezTo>
                  <a:lnTo>
                    <a:pt x="4502" y="6526"/>
                  </a:lnTo>
                  <a:cubicBezTo>
                    <a:pt x="4502" y="6526"/>
                    <a:pt x="6824" y="10580"/>
                    <a:pt x="7579" y="10580"/>
                  </a:cubicBezTo>
                  <a:cubicBezTo>
                    <a:pt x="7634" y="10580"/>
                    <a:pt x="7680" y="10559"/>
                    <a:pt x="7716" y="10514"/>
                  </a:cubicBezTo>
                  <a:cubicBezTo>
                    <a:pt x="8252" y="9859"/>
                    <a:pt x="6264" y="6169"/>
                    <a:pt x="6264" y="6168"/>
                  </a:cubicBezTo>
                  <a:lnTo>
                    <a:pt x="6264" y="6168"/>
                  </a:lnTo>
                  <a:cubicBezTo>
                    <a:pt x="6264" y="6169"/>
                    <a:pt x="9049" y="9507"/>
                    <a:pt x="9814" y="9507"/>
                  </a:cubicBezTo>
                  <a:cubicBezTo>
                    <a:pt x="9874" y="9507"/>
                    <a:pt x="9922" y="9487"/>
                    <a:pt x="9955" y="9443"/>
                  </a:cubicBezTo>
                  <a:cubicBezTo>
                    <a:pt x="10419" y="8823"/>
                    <a:pt x="6752" y="3763"/>
                    <a:pt x="6752" y="3763"/>
                  </a:cubicBezTo>
                  <a:lnTo>
                    <a:pt x="6752" y="3763"/>
                  </a:lnTo>
                  <a:cubicBezTo>
                    <a:pt x="6752" y="3763"/>
                    <a:pt x="6930" y="3772"/>
                    <a:pt x="7197" y="3772"/>
                  </a:cubicBezTo>
                  <a:cubicBezTo>
                    <a:pt x="7988" y="3772"/>
                    <a:pt x="9562" y="3693"/>
                    <a:pt x="9633" y="3061"/>
                  </a:cubicBezTo>
                  <a:cubicBezTo>
                    <a:pt x="9728" y="2216"/>
                    <a:pt x="4490" y="1"/>
                    <a:pt x="449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757;p112">
              <a:extLst>
                <a:ext uri="{FF2B5EF4-FFF2-40B4-BE49-F238E27FC236}">
                  <a16:creationId xmlns:a16="http://schemas.microsoft.com/office/drawing/2014/main" id="{AB4A8A23-E057-03E7-8CF7-24E76D3112A5}"/>
                </a:ext>
              </a:extLst>
            </p:cNvPr>
            <p:cNvSpPr/>
            <p:nvPr/>
          </p:nvSpPr>
          <p:spPr>
            <a:xfrm>
              <a:off x="3558835" y="3680781"/>
              <a:ext cx="37245" cy="35974"/>
            </a:xfrm>
            <a:custGeom>
              <a:avLst/>
              <a:gdLst/>
              <a:ahLst/>
              <a:cxnLst/>
              <a:rect l="l" t="t" r="r" b="b"/>
              <a:pathLst>
                <a:path w="2286" h="2208" extrusionOk="0">
                  <a:moveTo>
                    <a:pt x="224" y="0"/>
                  </a:moveTo>
                  <a:cubicBezTo>
                    <a:pt x="105" y="0"/>
                    <a:pt x="1" y="160"/>
                    <a:pt x="119" y="278"/>
                  </a:cubicBezTo>
                  <a:lnTo>
                    <a:pt x="2000" y="2160"/>
                  </a:lnTo>
                  <a:cubicBezTo>
                    <a:pt x="2024" y="2195"/>
                    <a:pt x="2071" y="2207"/>
                    <a:pt x="2107" y="2207"/>
                  </a:cubicBezTo>
                  <a:cubicBezTo>
                    <a:pt x="2143" y="2207"/>
                    <a:pt x="2167" y="2195"/>
                    <a:pt x="2191" y="2183"/>
                  </a:cubicBezTo>
                  <a:cubicBezTo>
                    <a:pt x="2250" y="2148"/>
                    <a:pt x="2286" y="2076"/>
                    <a:pt x="2250" y="2005"/>
                  </a:cubicBezTo>
                  <a:lnTo>
                    <a:pt x="1702" y="255"/>
                  </a:lnTo>
                  <a:cubicBezTo>
                    <a:pt x="1673" y="196"/>
                    <a:pt x="1611" y="153"/>
                    <a:pt x="1544" y="153"/>
                  </a:cubicBezTo>
                  <a:cubicBezTo>
                    <a:pt x="1529" y="153"/>
                    <a:pt x="1515" y="155"/>
                    <a:pt x="1500" y="159"/>
                  </a:cubicBezTo>
                  <a:cubicBezTo>
                    <a:pt x="1417" y="183"/>
                    <a:pt x="1369" y="266"/>
                    <a:pt x="1405" y="350"/>
                  </a:cubicBezTo>
                  <a:lnTo>
                    <a:pt x="1762" y="1481"/>
                  </a:lnTo>
                  <a:lnTo>
                    <a:pt x="333" y="52"/>
                  </a:lnTo>
                  <a:cubicBezTo>
                    <a:pt x="299" y="16"/>
                    <a:pt x="261" y="0"/>
                    <a:pt x="2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758;p112">
              <a:extLst>
                <a:ext uri="{FF2B5EF4-FFF2-40B4-BE49-F238E27FC236}">
                  <a16:creationId xmlns:a16="http://schemas.microsoft.com/office/drawing/2014/main" id="{E037500C-B1DC-CA88-62EB-0EA1522C3AF8}"/>
                </a:ext>
              </a:extLst>
            </p:cNvPr>
            <p:cNvSpPr/>
            <p:nvPr/>
          </p:nvSpPr>
          <p:spPr>
            <a:xfrm>
              <a:off x="3775118" y="3533415"/>
              <a:ext cx="77210" cy="80713"/>
            </a:xfrm>
            <a:custGeom>
              <a:avLst/>
              <a:gdLst/>
              <a:ahLst/>
              <a:cxnLst/>
              <a:rect l="l" t="t" r="r" b="b"/>
              <a:pathLst>
                <a:path w="4739" h="4954" extrusionOk="0">
                  <a:moveTo>
                    <a:pt x="4739" y="1"/>
                  </a:moveTo>
                  <a:lnTo>
                    <a:pt x="0" y="3287"/>
                  </a:lnTo>
                  <a:lnTo>
                    <a:pt x="417" y="4954"/>
                  </a:lnTo>
                  <a:lnTo>
                    <a:pt x="47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759;p112">
              <a:extLst>
                <a:ext uri="{FF2B5EF4-FFF2-40B4-BE49-F238E27FC236}">
                  <a16:creationId xmlns:a16="http://schemas.microsoft.com/office/drawing/2014/main" id="{35B0577C-7529-1858-8DD7-E92A1C278C11}"/>
                </a:ext>
              </a:extLst>
            </p:cNvPr>
            <p:cNvSpPr/>
            <p:nvPr/>
          </p:nvSpPr>
          <p:spPr>
            <a:xfrm>
              <a:off x="3468232" y="3305108"/>
              <a:ext cx="409316" cy="398840"/>
            </a:xfrm>
            <a:custGeom>
              <a:avLst/>
              <a:gdLst/>
              <a:ahLst/>
              <a:cxnLst/>
              <a:rect l="l" t="t" r="r" b="b"/>
              <a:pathLst>
                <a:path w="25123" h="24480" extrusionOk="0">
                  <a:moveTo>
                    <a:pt x="21348" y="0"/>
                  </a:moveTo>
                  <a:cubicBezTo>
                    <a:pt x="21348" y="0"/>
                    <a:pt x="17479" y="1036"/>
                    <a:pt x="15276" y="2929"/>
                  </a:cubicBezTo>
                  <a:cubicBezTo>
                    <a:pt x="13074" y="4810"/>
                    <a:pt x="1" y="14335"/>
                    <a:pt x="1" y="14335"/>
                  </a:cubicBezTo>
                  <a:lnTo>
                    <a:pt x="9204" y="24479"/>
                  </a:lnTo>
                  <a:lnTo>
                    <a:pt x="25123" y="12549"/>
                  </a:lnTo>
                  <a:lnTo>
                    <a:pt x="213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760;p112">
              <a:extLst>
                <a:ext uri="{FF2B5EF4-FFF2-40B4-BE49-F238E27FC236}">
                  <a16:creationId xmlns:a16="http://schemas.microsoft.com/office/drawing/2014/main" id="{F8ED7EDB-2F39-820A-4C38-C139A12C9E43}"/>
                </a:ext>
              </a:extLst>
            </p:cNvPr>
            <p:cNvSpPr/>
            <p:nvPr/>
          </p:nvSpPr>
          <p:spPr>
            <a:xfrm>
              <a:off x="3804020" y="2792481"/>
              <a:ext cx="422888" cy="405797"/>
            </a:xfrm>
            <a:custGeom>
              <a:avLst/>
              <a:gdLst/>
              <a:ahLst/>
              <a:cxnLst/>
              <a:rect l="l" t="t" r="r" b="b"/>
              <a:pathLst>
                <a:path w="25956" h="24907" extrusionOk="0">
                  <a:moveTo>
                    <a:pt x="12941" y="1"/>
                  </a:moveTo>
                  <a:cubicBezTo>
                    <a:pt x="8381" y="1"/>
                    <a:pt x="4462" y="3373"/>
                    <a:pt x="3846" y="7949"/>
                  </a:cubicBezTo>
                  <a:cubicBezTo>
                    <a:pt x="3775" y="8473"/>
                    <a:pt x="3751" y="8997"/>
                    <a:pt x="3775" y="9521"/>
                  </a:cubicBezTo>
                  <a:cubicBezTo>
                    <a:pt x="3786" y="9735"/>
                    <a:pt x="3786" y="9961"/>
                    <a:pt x="3798" y="10176"/>
                  </a:cubicBezTo>
                  <a:cubicBezTo>
                    <a:pt x="3667" y="10128"/>
                    <a:pt x="3536" y="10081"/>
                    <a:pt x="3394" y="10057"/>
                  </a:cubicBezTo>
                  <a:cubicBezTo>
                    <a:pt x="3201" y="10009"/>
                    <a:pt x="3003" y="9984"/>
                    <a:pt x="2805" y="9984"/>
                  </a:cubicBezTo>
                  <a:cubicBezTo>
                    <a:pt x="2563" y="9984"/>
                    <a:pt x="2320" y="10020"/>
                    <a:pt x="2084" y="10092"/>
                  </a:cubicBezTo>
                  <a:cubicBezTo>
                    <a:pt x="2001" y="10116"/>
                    <a:pt x="1929" y="10140"/>
                    <a:pt x="1846" y="10176"/>
                  </a:cubicBezTo>
                  <a:cubicBezTo>
                    <a:pt x="1786" y="10200"/>
                    <a:pt x="1727" y="10235"/>
                    <a:pt x="1667" y="10259"/>
                  </a:cubicBezTo>
                  <a:cubicBezTo>
                    <a:pt x="1608" y="10283"/>
                    <a:pt x="1548" y="10319"/>
                    <a:pt x="1489" y="10354"/>
                  </a:cubicBezTo>
                  <a:cubicBezTo>
                    <a:pt x="1441" y="10390"/>
                    <a:pt x="1381" y="10426"/>
                    <a:pt x="1334" y="10462"/>
                  </a:cubicBezTo>
                  <a:lnTo>
                    <a:pt x="1262" y="10509"/>
                  </a:lnTo>
                  <a:cubicBezTo>
                    <a:pt x="346" y="11212"/>
                    <a:pt x="0" y="12438"/>
                    <a:pt x="441" y="13510"/>
                  </a:cubicBezTo>
                  <a:cubicBezTo>
                    <a:pt x="643" y="13950"/>
                    <a:pt x="917" y="14343"/>
                    <a:pt x="1262" y="14676"/>
                  </a:cubicBezTo>
                  <a:cubicBezTo>
                    <a:pt x="1966" y="15380"/>
                    <a:pt x="2942" y="15939"/>
                    <a:pt x="3783" y="15939"/>
                  </a:cubicBezTo>
                  <a:cubicBezTo>
                    <a:pt x="3967" y="15939"/>
                    <a:pt x="4144" y="15913"/>
                    <a:pt x="4310" y="15855"/>
                  </a:cubicBezTo>
                  <a:cubicBezTo>
                    <a:pt x="4513" y="17260"/>
                    <a:pt x="4799" y="18474"/>
                    <a:pt x="5168" y="19296"/>
                  </a:cubicBezTo>
                  <a:cubicBezTo>
                    <a:pt x="5858" y="20856"/>
                    <a:pt x="7061" y="22070"/>
                    <a:pt x="8311" y="22975"/>
                  </a:cubicBezTo>
                  <a:cubicBezTo>
                    <a:pt x="8882" y="23392"/>
                    <a:pt x="9478" y="23773"/>
                    <a:pt x="10109" y="24094"/>
                  </a:cubicBezTo>
                  <a:cubicBezTo>
                    <a:pt x="10323" y="24213"/>
                    <a:pt x="10525" y="24320"/>
                    <a:pt x="10716" y="24416"/>
                  </a:cubicBezTo>
                  <a:cubicBezTo>
                    <a:pt x="11412" y="24743"/>
                    <a:pt x="12165" y="24907"/>
                    <a:pt x="12917" y="24907"/>
                  </a:cubicBezTo>
                  <a:cubicBezTo>
                    <a:pt x="13669" y="24907"/>
                    <a:pt x="14419" y="24743"/>
                    <a:pt x="15109" y="24416"/>
                  </a:cubicBezTo>
                  <a:cubicBezTo>
                    <a:pt x="16014" y="23987"/>
                    <a:pt x="16860" y="23475"/>
                    <a:pt x="17657" y="22880"/>
                  </a:cubicBezTo>
                  <a:cubicBezTo>
                    <a:pt x="18872" y="21987"/>
                    <a:pt x="20015" y="20808"/>
                    <a:pt x="20681" y="19308"/>
                  </a:cubicBezTo>
                  <a:cubicBezTo>
                    <a:pt x="21062" y="18474"/>
                    <a:pt x="21348" y="17272"/>
                    <a:pt x="21563" y="15843"/>
                  </a:cubicBezTo>
                  <a:cubicBezTo>
                    <a:pt x="21734" y="15907"/>
                    <a:pt x="21918" y="15936"/>
                    <a:pt x="22109" y="15936"/>
                  </a:cubicBezTo>
                  <a:cubicBezTo>
                    <a:pt x="23377" y="15936"/>
                    <a:pt x="24966" y="14639"/>
                    <a:pt x="25432" y="13521"/>
                  </a:cubicBezTo>
                  <a:cubicBezTo>
                    <a:pt x="25956" y="12212"/>
                    <a:pt x="25337" y="10712"/>
                    <a:pt x="24039" y="10176"/>
                  </a:cubicBezTo>
                  <a:cubicBezTo>
                    <a:pt x="23944" y="10140"/>
                    <a:pt x="23849" y="10104"/>
                    <a:pt x="23753" y="10081"/>
                  </a:cubicBezTo>
                  <a:cubicBezTo>
                    <a:pt x="23634" y="10045"/>
                    <a:pt x="23503" y="10021"/>
                    <a:pt x="23384" y="10009"/>
                  </a:cubicBezTo>
                  <a:cubicBezTo>
                    <a:pt x="23337" y="9997"/>
                    <a:pt x="23289" y="9997"/>
                    <a:pt x="23241" y="9997"/>
                  </a:cubicBezTo>
                  <a:cubicBezTo>
                    <a:pt x="23186" y="9994"/>
                    <a:pt x="23130" y="9992"/>
                    <a:pt x="23074" y="9992"/>
                  </a:cubicBezTo>
                  <a:cubicBezTo>
                    <a:pt x="22735" y="9992"/>
                    <a:pt x="22393" y="10055"/>
                    <a:pt x="22086" y="10188"/>
                  </a:cubicBezTo>
                  <a:cubicBezTo>
                    <a:pt x="22098" y="9973"/>
                    <a:pt x="22098" y="9759"/>
                    <a:pt x="22110" y="9545"/>
                  </a:cubicBezTo>
                  <a:lnTo>
                    <a:pt x="22110" y="9152"/>
                  </a:lnTo>
                  <a:cubicBezTo>
                    <a:pt x="22098" y="4330"/>
                    <a:pt x="18348" y="341"/>
                    <a:pt x="13538" y="20"/>
                  </a:cubicBezTo>
                  <a:cubicBezTo>
                    <a:pt x="13338" y="7"/>
                    <a:pt x="13139" y="1"/>
                    <a:pt x="129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761;p112">
              <a:extLst>
                <a:ext uri="{FF2B5EF4-FFF2-40B4-BE49-F238E27FC236}">
                  <a16:creationId xmlns:a16="http://schemas.microsoft.com/office/drawing/2014/main" id="{5077DBE3-8295-0199-E3E5-BFD9FFC608F1}"/>
                </a:ext>
              </a:extLst>
            </p:cNvPr>
            <p:cNvSpPr/>
            <p:nvPr/>
          </p:nvSpPr>
          <p:spPr>
            <a:xfrm>
              <a:off x="3824777" y="2779431"/>
              <a:ext cx="366060" cy="229007"/>
            </a:xfrm>
            <a:custGeom>
              <a:avLst/>
              <a:gdLst/>
              <a:ahLst/>
              <a:cxnLst/>
              <a:rect l="l" t="t" r="r" b="b"/>
              <a:pathLst>
                <a:path w="22468" h="14056" extrusionOk="0">
                  <a:moveTo>
                    <a:pt x="11494" y="1"/>
                  </a:moveTo>
                  <a:cubicBezTo>
                    <a:pt x="10814" y="1"/>
                    <a:pt x="10106" y="54"/>
                    <a:pt x="9370" y="166"/>
                  </a:cubicBezTo>
                  <a:cubicBezTo>
                    <a:pt x="6977" y="511"/>
                    <a:pt x="4787" y="1666"/>
                    <a:pt x="3144" y="3440"/>
                  </a:cubicBezTo>
                  <a:cubicBezTo>
                    <a:pt x="1155" y="5571"/>
                    <a:pt x="36" y="8381"/>
                    <a:pt x="0" y="11298"/>
                  </a:cubicBezTo>
                  <a:cubicBezTo>
                    <a:pt x="179" y="11167"/>
                    <a:pt x="369" y="11060"/>
                    <a:pt x="572" y="10977"/>
                  </a:cubicBezTo>
                  <a:cubicBezTo>
                    <a:pt x="883" y="10848"/>
                    <a:pt x="1219" y="10782"/>
                    <a:pt x="1554" y="10782"/>
                  </a:cubicBezTo>
                  <a:cubicBezTo>
                    <a:pt x="1744" y="10782"/>
                    <a:pt x="1934" y="10803"/>
                    <a:pt x="2120" y="10846"/>
                  </a:cubicBezTo>
                  <a:cubicBezTo>
                    <a:pt x="2727" y="12406"/>
                    <a:pt x="3572" y="14049"/>
                    <a:pt x="3572" y="14049"/>
                  </a:cubicBezTo>
                  <a:lnTo>
                    <a:pt x="4417" y="12025"/>
                  </a:lnTo>
                  <a:cubicBezTo>
                    <a:pt x="13061" y="9929"/>
                    <a:pt x="12716" y="5893"/>
                    <a:pt x="12716" y="5893"/>
                  </a:cubicBezTo>
                  <a:lnTo>
                    <a:pt x="12716" y="5893"/>
                  </a:lnTo>
                  <a:cubicBezTo>
                    <a:pt x="12716" y="5893"/>
                    <a:pt x="15574" y="11882"/>
                    <a:pt x="18300" y="12167"/>
                  </a:cubicBezTo>
                  <a:cubicBezTo>
                    <a:pt x="18300" y="12167"/>
                    <a:pt x="18944" y="14056"/>
                    <a:pt x="19246" y="14056"/>
                  </a:cubicBezTo>
                  <a:cubicBezTo>
                    <a:pt x="19257" y="14056"/>
                    <a:pt x="19267" y="14053"/>
                    <a:pt x="19276" y="14049"/>
                  </a:cubicBezTo>
                  <a:cubicBezTo>
                    <a:pt x="19465" y="13954"/>
                    <a:pt x="20770" y="10976"/>
                    <a:pt x="20800" y="10976"/>
                  </a:cubicBezTo>
                  <a:cubicBezTo>
                    <a:pt x="20800" y="10976"/>
                    <a:pt x="20800" y="10976"/>
                    <a:pt x="20800" y="10977"/>
                  </a:cubicBezTo>
                  <a:cubicBezTo>
                    <a:pt x="21109" y="10851"/>
                    <a:pt x="21442" y="10786"/>
                    <a:pt x="21775" y="10786"/>
                  </a:cubicBezTo>
                  <a:cubicBezTo>
                    <a:pt x="22008" y="10786"/>
                    <a:pt x="22242" y="10818"/>
                    <a:pt x="22467" y="10882"/>
                  </a:cubicBezTo>
                  <a:cubicBezTo>
                    <a:pt x="22240" y="5299"/>
                    <a:pt x="18267" y="1"/>
                    <a:pt x="114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762;p112">
              <a:extLst>
                <a:ext uri="{FF2B5EF4-FFF2-40B4-BE49-F238E27FC236}">
                  <a16:creationId xmlns:a16="http://schemas.microsoft.com/office/drawing/2014/main" id="{878A7C1F-EFE6-7B93-4A73-2EA940DE75CB}"/>
                </a:ext>
              </a:extLst>
            </p:cNvPr>
            <p:cNvSpPr/>
            <p:nvPr/>
          </p:nvSpPr>
          <p:spPr>
            <a:xfrm>
              <a:off x="3817022" y="3031590"/>
              <a:ext cx="141419" cy="572844"/>
            </a:xfrm>
            <a:custGeom>
              <a:avLst/>
              <a:gdLst/>
              <a:ahLst/>
              <a:cxnLst/>
              <a:rect l="l" t="t" r="r" b="b"/>
              <a:pathLst>
                <a:path w="8680" h="35160" extrusionOk="0">
                  <a:moveTo>
                    <a:pt x="464" y="0"/>
                  </a:moveTo>
                  <a:lnTo>
                    <a:pt x="464" y="0"/>
                  </a:lnTo>
                  <a:cubicBezTo>
                    <a:pt x="631" y="1905"/>
                    <a:pt x="1060" y="4013"/>
                    <a:pt x="1976" y="5930"/>
                  </a:cubicBezTo>
                  <a:cubicBezTo>
                    <a:pt x="1572" y="7001"/>
                    <a:pt x="655" y="9823"/>
                    <a:pt x="1667" y="11918"/>
                  </a:cubicBezTo>
                  <a:cubicBezTo>
                    <a:pt x="1191" y="13442"/>
                    <a:pt x="726" y="15752"/>
                    <a:pt x="1703" y="17193"/>
                  </a:cubicBezTo>
                  <a:cubicBezTo>
                    <a:pt x="1203" y="18503"/>
                    <a:pt x="202" y="21658"/>
                    <a:pt x="1453" y="23420"/>
                  </a:cubicBezTo>
                  <a:cubicBezTo>
                    <a:pt x="857" y="25075"/>
                    <a:pt x="0" y="28397"/>
                    <a:pt x="1881" y="29825"/>
                  </a:cubicBezTo>
                  <a:cubicBezTo>
                    <a:pt x="524" y="30980"/>
                    <a:pt x="191" y="32921"/>
                    <a:pt x="1060" y="34469"/>
                  </a:cubicBezTo>
                  <a:lnTo>
                    <a:pt x="6870" y="35159"/>
                  </a:lnTo>
                  <a:cubicBezTo>
                    <a:pt x="6870" y="35159"/>
                    <a:pt x="7644" y="31719"/>
                    <a:pt x="6287" y="30016"/>
                  </a:cubicBezTo>
                  <a:cubicBezTo>
                    <a:pt x="8108" y="28861"/>
                    <a:pt x="8537" y="25992"/>
                    <a:pt x="7215" y="23420"/>
                  </a:cubicBezTo>
                  <a:cubicBezTo>
                    <a:pt x="8334" y="22003"/>
                    <a:pt x="8430" y="19634"/>
                    <a:pt x="7287" y="17479"/>
                  </a:cubicBezTo>
                  <a:cubicBezTo>
                    <a:pt x="8370" y="16336"/>
                    <a:pt x="8680" y="14395"/>
                    <a:pt x="8061" y="12454"/>
                  </a:cubicBezTo>
                  <a:cubicBezTo>
                    <a:pt x="8489" y="11347"/>
                    <a:pt x="8382" y="9847"/>
                    <a:pt x="7513" y="8287"/>
                  </a:cubicBezTo>
                  <a:cubicBezTo>
                    <a:pt x="6263" y="7382"/>
                    <a:pt x="5060" y="6168"/>
                    <a:pt x="4370" y="4608"/>
                  </a:cubicBezTo>
                  <a:cubicBezTo>
                    <a:pt x="4001" y="3787"/>
                    <a:pt x="3715" y="2584"/>
                    <a:pt x="3512" y="1167"/>
                  </a:cubicBezTo>
                  <a:cubicBezTo>
                    <a:pt x="3342" y="1228"/>
                    <a:pt x="3159" y="1257"/>
                    <a:pt x="2971" y="1257"/>
                  </a:cubicBezTo>
                  <a:cubicBezTo>
                    <a:pt x="2133" y="1257"/>
                    <a:pt x="1164" y="700"/>
                    <a:pt x="4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763;p112">
              <a:extLst>
                <a:ext uri="{FF2B5EF4-FFF2-40B4-BE49-F238E27FC236}">
                  <a16:creationId xmlns:a16="http://schemas.microsoft.com/office/drawing/2014/main" id="{C5FE2963-62FD-B436-1BE1-277991873B27}"/>
                </a:ext>
              </a:extLst>
            </p:cNvPr>
            <p:cNvSpPr/>
            <p:nvPr/>
          </p:nvSpPr>
          <p:spPr>
            <a:xfrm>
              <a:off x="4144648" y="2933281"/>
              <a:ext cx="71215" cy="200300"/>
            </a:xfrm>
            <a:custGeom>
              <a:avLst/>
              <a:gdLst/>
              <a:ahLst/>
              <a:cxnLst/>
              <a:rect l="l" t="t" r="r" b="b"/>
              <a:pathLst>
                <a:path w="4371" h="12294" extrusionOk="0">
                  <a:moveTo>
                    <a:pt x="3118" y="1"/>
                  </a:moveTo>
                  <a:cubicBezTo>
                    <a:pt x="2582" y="1"/>
                    <a:pt x="2106" y="382"/>
                    <a:pt x="2001" y="938"/>
                  </a:cubicBezTo>
                  <a:lnTo>
                    <a:pt x="108" y="10940"/>
                  </a:lnTo>
                  <a:cubicBezTo>
                    <a:pt x="1" y="11559"/>
                    <a:pt x="405" y="12154"/>
                    <a:pt x="1025" y="12273"/>
                  </a:cubicBezTo>
                  <a:cubicBezTo>
                    <a:pt x="1097" y="12287"/>
                    <a:pt x="1170" y="12294"/>
                    <a:pt x="1241" y="12294"/>
                  </a:cubicBezTo>
                  <a:cubicBezTo>
                    <a:pt x="1777" y="12294"/>
                    <a:pt x="2253" y="11913"/>
                    <a:pt x="2358" y="11356"/>
                  </a:cubicBezTo>
                  <a:lnTo>
                    <a:pt x="4251" y="1355"/>
                  </a:lnTo>
                  <a:cubicBezTo>
                    <a:pt x="4370" y="736"/>
                    <a:pt x="3965" y="129"/>
                    <a:pt x="3334" y="22"/>
                  </a:cubicBezTo>
                  <a:cubicBezTo>
                    <a:pt x="3262" y="8"/>
                    <a:pt x="3189" y="1"/>
                    <a:pt x="31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764;p112">
              <a:extLst>
                <a:ext uri="{FF2B5EF4-FFF2-40B4-BE49-F238E27FC236}">
                  <a16:creationId xmlns:a16="http://schemas.microsoft.com/office/drawing/2014/main" id="{7D95498A-7541-C334-B41F-F6DCC43D47C4}"/>
                </a:ext>
              </a:extLst>
            </p:cNvPr>
            <p:cNvSpPr/>
            <p:nvPr/>
          </p:nvSpPr>
          <p:spPr>
            <a:xfrm>
              <a:off x="4432324" y="3554758"/>
              <a:ext cx="241716" cy="329337"/>
            </a:xfrm>
            <a:custGeom>
              <a:avLst/>
              <a:gdLst/>
              <a:ahLst/>
              <a:cxnLst/>
              <a:rect l="l" t="t" r="r" b="b"/>
              <a:pathLst>
                <a:path w="14836" h="20214" extrusionOk="0">
                  <a:moveTo>
                    <a:pt x="2632" y="0"/>
                  </a:moveTo>
                  <a:lnTo>
                    <a:pt x="2632" y="12073"/>
                  </a:lnTo>
                  <a:cubicBezTo>
                    <a:pt x="2632" y="13526"/>
                    <a:pt x="1453" y="14705"/>
                    <a:pt x="1" y="14705"/>
                  </a:cubicBezTo>
                  <a:cubicBezTo>
                    <a:pt x="2787" y="18836"/>
                    <a:pt x="5364" y="20213"/>
                    <a:pt x="7562" y="20213"/>
                  </a:cubicBezTo>
                  <a:cubicBezTo>
                    <a:pt x="11957" y="20213"/>
                    <a:pt x="14836" y="14705"/>
                    <a:pt x="14836" y="14705"/>
                  </a:cubicBezTo>
                  <a:lnTo>
                    <a:pt x="14741" y="14705"/>
                  </a:lnTo>
                  <a:cubicBezTo>
                    <a:pt x="13288" y="14705"/>
                    <a:pt x="12109" y="13526"/>
                    <a:pt x="12121" y="12073"/>
                  </a:cubicBezTo>
                  <a:lnTo>
                    <a:pt x="12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765;p112">
              <a:extLst>
                <a:ext uri="{FF2B5EF4-FFF2-40B4-BE49-F238E27FC236}">
                  <a16:creationId xmlns:a16="http://schemas.microsoft.com/office/drawing/2014/main" id="{F519C21C-2A42-2ECC-8848-6DCA2FC686FB}"/>
                </a:ext>
              </a:extLst>
            </p:cNvPr>
            <p:cNvSpPr/>
            <p:nvPr/>
          </p:nvSpPr>
          <p:spPr>
            <a:xfrm>
              <a:off x="4475190" y="3659112"/>
              <a:ext cx="154632" cy="63997"/>
            </a:xfrm>
            <a:custGeom>
              <a:avLst/>
              <a:gdLst/>
              <a:ahLst/>
              <a:cxnLst/>
              <a:rect l="l" t="t" r="r" b="b"/>
              <a:pathLst>
                <a:path w="9491" h="3928" extrusionOk="0">
                  <a:moveTo>
                    <a:pt x="1" y="1"/>
                  </a:moveTo>
                  <a:lnTo>
                    <a:pt x="1" y="1870"/>
                  </a:lnTo>
                  <a:cubicBezTo>
                    <a:pt x="811" y="2477"/>
                    <a:pt x="1668" y="2989"/>
                    <a:pt x="2585" y="3418"/>
                  </a:cubicBezTo>
                  <a:cubicBezTo>
                    <a:pt x="3287" y="3757"/>
                    <a:pt x="4049" y="3927"/>
                    <a:pt x="4811" y="3927"/>
                  </a:cubicBezTo>
                  <a:cubicBezTo>
                    <a:pt x="5573" y="3927"/>
                    <a:pt x="6335" y="3757"/>
                    <a:pt x="7038" y="3418"/>
                  </a:cubicBezTo>
                  <a:cubicBezTo>
                    <a:pt x="7895" y="3001"/>
                    <a:pt x="8716" y="2513"/>
                    <a:pt x="9490" y="1954"/>
                  </a:cubicBezTo>
                  <a:lnTo>
                    <a:pt x="9490" y="96"/>
                  </a:lnTo>
                  <a:cubicBezTo>
                    <a:pt x="8716" y="656"/>
                    <a:pt x="7895" y="1144"/>
                    <a:pt x="7038" y="1561"/>
                  </a:cubicBezTo>
                  <a:cubicBezTo>
                    <a:pt x="6329" y="1900"/>
                    <a:pt x="5567" y="2070"/>
                    <a:pt x="4807" y="2070"/>
                  </a:cubicBezTo>
                  <a:cubicBezTo>
                    <a:pt x="4046" y="2070"/>
                    <a:pt x="3287" y="1900"/>
                    <a:pt x="2585" y="1561"/>
                  </a:cubicBezTo>
                  <a:cubicBezTo>
                    <a:pt x="1668" y="1132"/>
                    <a:pt x="811" y="608"/>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766;p112">
              <a:extLst>
                <a:ext uri="{FF2B5EF4-FFF2-40B4-BE49-F238E27FC236}">
                  <a16:creationId xmlns:a16="http://schemas.microsoft.com/office/drawing/2014/main" id="{3C6A8032-7A19-D1C7-B974-17EDA57F0F24}"/>
                </a:ext>
              </a:extLst>
            </p:cNvPr>
            <p:cNvSpPr/>
            <p:nvPr/>
          </p:nvSpPr>
          <p:spPr>
            <a:xfrm>
              <a:off x="4250956" y="3789289"/>
              <a:ext cx="632393" cy="733065"/>
            </a:xfrm>
            <a:custGeom>
              <a:avLst/>
              <a:gdLst/>
              <a:ahLst/>
              <a:cxnLst/>
              <a:rect l="l" t="t" r="r" b="b"/>
              <a:pathLst>
                <a:path w="38815" h="44994" extrusionOk="0">
                  <a:moveTo>
                    <a:pt x="10906" y="0"/>
                  </a:moveTo>
                  <a:cubicBezTo>
                    <a:pt x="10906" y="0"/>
                    <a:pt x="3965" y="929"/>
                    <a:pt x="2191" y="4179"/>
                  </a:cubicBezTo>
                  <a:cubicBezTo>
                    <a:pt x="405" y="7430"/>
                    <a:pt x="0" y="44994"/>
                    <a:pt x="0" y="44994"/>
                  </a:cubicBezTo>
                  <a:lnTo>
                    <a:pt x="38815" y="44994"/>
                  </a:lnTo>
                  <a:cubicBezTo>
                    <a:pt x="38815" y="44994"/>
                    <a:pt x="35779" y="5441"/>
                    <a:pt x="34421" y="2715"/>
                  </a:cubicBezTo>
                  <a:cubicBezTo>
                    <a:pt x="33052" y="0"/>
                    <a:pt x="25563" y="0"/>
                    <a:pt x="25563" y="0"/>
                  </a:cubicBezTo>
                  <a:cubicBezTo>
                    <a:pt x="22769" y="1349"/>
                    <a:pt x="20209" y="1799"/>
                    <a:pt x="18038" y="1799"/>
                  </a:cubicBezTo>
                  <a:cubicBezTo>
                    <a:pt x="13695" y="1799"/>
                    <a:pt x="10906" y="0"/>
                    <a:pt x="109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767;p112">
              <a:extLst>
                <a:ext uri="{FF2B5EF4-FFF2-40B4-BE49-F238E27FC236}">
                  <a16:creationId xmlns:a16="http://schemas.microsoft.com/office/drawing/2014/main" id="{45F4D486-9FC6-874B-10F2-23486DF667BB}"/>
                </a:ext>
              </a:extLst>
            </p:cNvPr>
            <p:cNvSpPr/>
            <p:nvPr/>
          </p:nvSpPr>
          <p:spPr>
            <a:xfrm>
              <a:off x="4387324" y="4208478"/>
              <a:ext cx="905716" cy="265796"/>
            </a:xfrm>
            <a:custGeom>
              <a:avLst/>
              <a:gdLst/>
              <a:ahLst/>
              <a:cxnLst/>
              <a:rect l="l" t="t" r="r" b="b"/>
              <a:pathLst>
                <a:path w="55591" h="16314" extrusionOk="0">
                  <a:moveTo>
                    <a:pt x="32862" y="0"/>
                  </a:moveTo>
                  <a:cubicBezTo>
                    <a:pt x="33183" y="310"/>
                    <a:pt x="33505" y="608"/>
                    <a:pt x="33826" y="917"/>
                  </a:cubicBezTo>
                  <a:cubicBezTo>
                    <a:pt x="35457" y="2501"/>
                    <a:pt x="37053" y="4096"/>
                    <a:pt x="38600" y="5727"/>
                  </a:cubicBezTo>
                  <a:cubicBezTo>
                    <a:pt x="36576" y="6037"/>
                    <a:pt x="34540" y="6323"/>
                    <a:pt x="32481" y="6585"/>
                  </a:cubicBezTo>
                  <a:cubicBezTo>
                    <a:pt x="28897" y="7037"/>
                    <a:pt x="25277" y="7406"/>
                    <a:pt x="21646" y="7716"/>
                  </a:cubicBezTo>
                  <a:cubicBezTo>
                    <a:pt x="18015" y="8037"/>
                    <a:pt x="14347" y="8275"/>
                    <a:pt x="10776" y="8454"/>
                  </a:cubicBezTo>
                  <a:lnTo>
                    <a:pt x="10680" y="8454"/>
                  </a:lnTo>
                  <a:cubicBezTo>
                    <a:pt x="10645" y="8454"/>
                    <a:pt x="10609" y="8454"/>
                    <a:pt x="10585" y="8466"/>
                  </a:cubicBezTo>
                  <a:cubicBezTo>
                    <a:pt x="9373" y="7760"/>
                    <a:pt x="6855" y="6354"/>
                    <a:pt x="5954" y="6354"/>
                  </a:cubicBezTo>
                  <a:cubicBezTo>
                    <a:pt x="5837" y="6354"/>
                    <a:pt x="5748" y="6378"/>
                    <a:pt x="5692" y="6430"/>
                  </a:cubicBezTo>
                  <a:cubicBezTo>
                    <a:pt x="5049" y="7001"/>
                    <a:pt x="6799" y="9216"/>
                    <a:pt x="6799" y="9216"/>
                  </a:cubicBezTo>
                  <a:cubicBezTo>
                    <a:pt x="6799" y="9216"/>
                    <a:pt x="6776" y="9216"/>
                    <a:pt x="6732" y="9216"/>
                  </a:cubicBezTo>
                  <a:cubicBezTo>
                    <a:pt x="6054" y="9216"/>
                    <a:pt x="451" y="9237"/>
                    <a:pt x="239" y="9930"/>
                  </a:cubicBezTo>
                  <a:cubicBezTo>
                    <a:pt x="0" y="10668"/>
                    <a:pt x="5108" y="11049"/>
                    <a:pt x="5108" y="11049"/>
                  </a:cubicBezTo>
                  <a:cubicBezTo>
                    <a:pt x="5108" y="11049"/>
                    <a:pt x="893" y="11585"/>
                    <a:pt x="667" y="12419"/>
                  </a:cubicBezTo>
                  <a:cubicBezTo>
                    <a:pt x="569" y="12787"/>
                    <a:pt x="1541" y="12891"/>
                    <a:pt x="2670" y="12891"/>
                  </a:cubicBezTo>
                  <a:cubicBezTo>
                    <a:pt x="4132" y="12891"/>
                    <a:pt x="5858" y="12716"/>
                    <a:pt x="5858" y="12716"/>
                  </a:cubicBezTo>
                  <a:lnTo>
                    <a:pt x="5858" y="12716"/>
                  </a:lnTo>
                  <a:cubicBezTo>
                    <a:pt x="5858" y="12716"/>
                    <a:pt x="1798" y="14240"/>
                    <a:pt x="2072" y="15133"/>
                  </a:cubicBezTo>
                  <a:cubicBezTo>
                    <a:pt x="2121" y="15294"/>
                    <a:pt x="2312" y="15360"/>
                    <a:pt x="2593" y="15360"/>
                  </a:cubicBezTo>
                  <a:cubicBezTo>
                    <a:pt x="3895" y="15360"/>
                    <a:pt x="7132" y="13943"/>
                    <a:pt x="7132" y="13943"/>
                  </a:cubicBezTo>
                  <a:lnTo>
                    <a:pt x="7132" y="13943"/>
                  </a:lnTo>
                  <a:cubicBezTo>
                    <a:pt x="7132" y="13943"/>
                    <a:pt x="4549" y="15633"/>
                    <a:pt x="4870" y="16229"/>
                  </a:cubicBezTo>
                  <a:cubicBezTo>
                    <a:pt x="4901" y="16287"/>
                    <a:pt x="4993" y="16314"/>
                    <a:pt x="5135" y="16314"/>
                  </a:cubicBezTo>
                  <a:cubicBezTo>
                    <a:pt x="6083" y="16314"/>
                    <a:pt x="9235" y="15125"/>
                    <a:pt x="10799" y="14514"/>
                  </a:cubicBezTo>
                  <a:cubicBezTo>
                    <a:pt x="17348" y="15220"/>
                    <a:pt x="23934" y="15580"/>
                    <a:pt x="30516" y="15580"/>
                  </a:cubicBezTo>
                  <a:cubicBezTo>
                    <a:pt x="31377" y="15580"/>
                    <a:pt x="32239" y="15574"/>
                    <a:pt x="33100" y="15562"/>
                  </a:cubicBezTo>
                  <a:cubicBezTo>
                    <a:pt x="34993" y="15538"/>
                    <a:pt x="36886" y="15467"/>
                    <a:pt x="38779" y="15395"/>
                  </a:cubicBezTo>
                  <a:cubicBezTo>
                    <a:pt x="40684" y="15288"/>
                    <a:pt x="42577" y="15193"/>
                    <a:pt x="44482" y="15014"/>
                  </a:cubicBezTo>
                  <a:cubicBezTo>
                    <a:pt x="45173" y="14967"/>
                    <a:pt x="45851" y="14907"/>
                    <a:pt x="46530" y="14836"/>
                  </a:cubicBezTo>
                  <a:lnTo>
                    <a:pt x="47137" y="14788"/>
                  </a:lnTo>
                  <a:cubicBezTo>
                    <a:pt x="52721" y="14205"/>
                    <a:pt x="55591" y="7787"/>
                    <a:pt x="52281" y="3251"/>
                  </a:cubicBezTo>
                  <a:lnTo>
                    <a:pt x="52126" y="3037"/>
                  </a:lnTo>
                  <a:cubicBezTo>
                    <a:pt x="51566" y="2298"/>
                    <a:pt x="51019" y="1548"/>
                    <a:pt x="50447" y="810"/>
                  </a:cubicBezTo>
                  <a:cubicBezTo>
                    <a:pt x="50233" y="536"/>
                    <a:pt x="50019" y="274"/>
                    <a:pt x="498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768;p112">
              <a:extLst>
                <a:ext uri="{FF2B5EF4-FFF2-40B4-BE49-F238E27FC236}">
                  <a16:creationId xmlns:a16="http://schemas.microsoft.com/office/drawing/2014/main" id="{630BF3CD-B46A-0E6B-2430-F7821ED4B3E7}"/>
                </a:ext>
              </a:extLst>
            </p:cNvPr>
            <p:cNvSpPr/>
            <p:nvPr/>
          </p:nvSpPr>
          <p:spPr>
            <a:xfrm>
              <a:off x="5010773" y="4298169"/>
              <a:ext cx="32943" cy="38157"/>
            </a:xfrm>
            <a:custGeom>
              <a:avLst/>
              <a:gdLst/>
              <a:ahLst/>
              <a:cxnLst/>
              <a:rect l="l" t="t" r="r" b="b"/>
              <a:pathLst>
                <a:path w="2022" h="2342" extrusionOk="0">
                  <a:moveTo>
                    <a:pt x="191" y="1"/>
                  </a:moveTo>
                  <a:cubicBezTo>
                    <a:pt x="86" y="1"/>
                    <a:pt x="0" y="116"/>
                    <a:pt x="49" y="222"/>
                  </a:cubicBezTo>
                  <a:lnTo>
                    <a:pt x="1025" y="2246"/>
                  </a:lnTo>
                  <a:cubicBezTo>
                    <a:pt x="1049" y="2306"/>
                    <a:pt x="1108" y="2342"/>
                    <a:pt x="1180" y="2342"/>
                  </a:cubicBezTo>
                  <a:cubicBezTo>
                    <a:pt x="1192" y="2330"/>
                    <a:pt x="1216" y="2330"/>
                    <a:pt x="1227" y="2318"/>
                  </a:cubicBezTo>
                  <a:cubicBezTo>
                    <a:pt x="1299" y="2282"/>
                    <a:pt x="1335" y="2187"/>
                    <a:pt x="1299" y="2115"/>
                  </a:cubicBezTo>
                  <a:lnTo>
                    <a:pt x="525" y="520"/>
                  </a:lnTo>
                  <a:lnTo>
                    <a:pt x="525" y="520"/>
                  </a:lnTo>
                  <a:lnTo>
                    <a:pt x="1716" y="1127"/>
                  </a:lnTo>
                  <a:cubicBezTo>
                    <a:pt x="1745" y="1144"/>
                    <a:pt x="1773" y="1151"/>
                    <a:pt x="1799" y="1151"/>
                  </a:cubicBezTo>
                  <a:cubicBezTo>
                    <a:pt x="1942" y="1151"/>
                    <a:pt x="2021" y="934"/>
                    <a:pt x="1870" y="853"/>
                  </a:cubicBezTo>
                  <a:lnTo>
                    <a:pt x="263" y="20"/>
                  </a:lnTo>
                  <a:cubicBezTo>
                    <a:pt x="239" y="7"/>
                    <a:pt x="214" y="1"/>
                    <a:pt x="1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769;p112">
              <a:extLst>
                <a:ext uri="{FF2B5EF4-FFF2-40B4-BE49-F238E27FC236}">
                  <a16:creationId xmlns:a16="http://schemas.microsoft.com/office/drawing/2014/main" id="{F9076650-C32C-D4BD-1FBD-A9C48CBBDE59}"/>
                </a:ext>
              </a:extLst>
            </p:cNvPr>
            <p:cNvSpPr/>
            <p:nvPr/>
          </p:nvSpPr>
          <p:spPr>
            <a:xfrm>
              <a:off x="4988664" y="4273469"/>
              <a:ext cx="270814" cy="34345"/>
            </a:xfrm>
            <a:custGeom>
              <a:avLst/>
              <a:gdLst/>
              <a:ahLst/>
              <a:cxnLst/>
              <a:rect l="l" t="t" r="r" b="b"/>
              <a:pathLst>
                <a:path w="16622" h="2108" extrusionOk="0">
                  <a:moveTo>
                    <a:pt x="1" y="0"/>
                  </a:moveTo>
                  <a:lnTo>
                    <a:pt x="16622" y="2107"/>
                  </a:lnTo>
                  <a:cubicBezTo>
                    <a:pt x="16586" y="1369"/>
                    <a:pt x="15848" y="0"/>
                    <a:pt x="1584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770;p112">
              <a:extLst>
                <a:ext uri="{FF2B5EF4-FFF2-40B4-BE49-F238E27FC236}">
                  <a16:creationId xmlns:a16="http://schemas.microsoft.com/office/drawing/2014/main" id="{1683D2ED-769C-539A-DE8A-F26B02144D38}"/>
                </a:ext>
              </a:extLst>
            </p:cNvPr>
            <p:cNvSpPr/>
            <p:nvPr/>
          </p:nvSpPr>
          <p:spPr>
            <a:xfrm>
              <a:off x="4543863" y="3787855"/>
              <a:ext cx="711933" cy="485614"/>
            </a:xfrm>
            <a:custGeom>
              <a:avLst/>
              <a:gdLst/>
              <a:ahLst/>
              <a:cxnLst/>
              <a:rect l="l" t="t" r="r" b="b"/>
              <a:pathLst>
                <a:path w="43697" h="29806" extrusionOk="0">
                  <a:moveTo>
                    <a:pt x="9194" y="0"/>
                  </a:moveTo>
                  <a:cubicBezTo>
                    <a:pt x="8598" y="0"/>
                    <a:pt x="8299" y="88"/>
                    <a:pt x="8299" y="88"/>
                  </a:cubicBezTo>
                  <a:cubicBezTo>
                    <a:pt x="1" y="6148"/>
                    <a:pt x="7192" y="13066"/>
                    <a:pt x="7192" y="13066"/>
                  </a:cubicBezTo>
                  <a:cubicBezTo>
                    <a:pt x="14205" y="17662"/>
                    <a:pt x="26028" y="29806"/>
                    <a:pt x="26028" y="29806"/>
                  </a:cubicBezTo>
                  <a:lnTo>
                    <a:pt x="43697" y="29806"/>
                  </a:lnTo>
                  <a:cubicBezTo>
                    <a:pt x="43697" y="29806"/>
                    <a:pt x="31350" y="14840"/>
                    <a:pt x="22146" y="6779"/>
                  </a:cubicBezTo>
                  <a:cubicBezTo>
                    <a:pt x="15277" y="763"/>
                    <a:pt x="10948" y="0"/>
                    <a:pt x="91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771;p112">
              <a:extLst>
                <a:ext uri="{FF2B5EF4-FFF2-40B4-BE49-F238E27FC236}">
                  <a16:creationId xmlns:a16="http://schemas.microsoft.com/office/drawing/2014/main" id="{7732D936-8C19-97F4-8451-AFFE8171BFBF}"/>
                </a:ext>
              </a:extLst>
            </p:cNvPr>
            <p:cNvSpPr/>
            <p:nvPr/>
          </p:nvSpPr>
          <p:spPr>
            <a:xfrm>
              <a:off x="4963069" y="4251523"/>
              <a:ext cx="267001" cy="5100"/>
            </a:xfrm>
            <a:custGeom>
              <a:avLst/>
              <a:gdLst/>
              <a:ahLst/>
              <a:cxnLst/>
              <a:rect l="l" t="t" r="r" b="b"/>
              <a:pathLst>
                <a:path w="16388" h="313" extrusionOk="0">
                  <a:moveTo>
                    <a:pt x="16190" y="0"/>
                  </a:moveTo>
                  <a:cubicBezTo>
                    <a:pt x="16183" y="0"/>
                    <a:pt x="16176" y="1"/>
                    <a:pt x="16169" y="2"/>
                  </a:cubicBezTo>
                  <a:lnTo>
                    <a:pt x="191" y="2"/>
                  </a:lnTo>
                  <a:cubicBezTo>
                    <a:pt x="0" y="25"/>
                    <a:pt x="0" y="299"/>
                    <a:pt x="191" y="311"/>
                  </a:cubicBezTo>
                  <a:lnTo>
                    <a:pt x="16169" y="311"/>
                  </a:lnTo>
                  <a:cubicBezTo>
                    <a:pt x="16176" y="312"/>
                    <a:pt x="16183" y="312"/>
                    <a:pt x="16190" y="312"/>
                  </a:cubicBezTo>
                  <a:cubicBezTo>
                    <a:pt x="16388" y="312"/>
                    <a:pt x="16388" y="0"/>
                    <a:pt x="161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772;p112">
              <a:extLst>
                <a:ext uri="{FF2B5EF4-FFF2-40B4-BE49-F238E27FC236}">
                  <a16:creationId xmlns:a16="http://schemas.microsoft.com/office/drawing/2014/main" id="{AAA25BB0-D78E-6D3B-23A4-5696FA1E37E7}"/>
                </a:ext>
              </a:extLst>
            </p:cNvPr>
            <p:cNvSpPr/>
            <p:nvPr/>
          </p:nvSpPr>
          <p:spPr>
            <a:xfrm>
              <a:off x="3821274" y="4208674"/>
              <a:ext cx="905342" cy="265666"/>
            </a:xfrm>
            <a:custGeom>
              <a:avLst/>
              <a:gdLst/>
              <a:ahLst/>
              <a:cxnLst/>
              <a:rect l="l" t="t" r="r" b="b"/>
              <a:pathLst>
                <a:path w="55568" h="16306" extrusionOk="0">
                  <a:moveTo>
                    <a:pt x="5764" y="0"/>
                  </a:moveTo>
                  <a:cubicBezTo>
                    <a:pt x="5561" y="262"/>
                    <a:pt x="5335" y="524"/>
                    <a:pt x="5133" y="798"/>
                  </a:cubicBezTo>
                  <a:cubicBezTo>
                    <a:pt x="4561" y="1536"/>
                    <a:pt x="4001" y="2274"/>
                    <a:pt x="3454" y="3025"/>
                  </a:cubicBezTo>
                  <a:lnTo>
                    <a:pt x="3299" y="3239"/>
                  </a:lnTo>
                  <a:cubicBezTo>
                    <a:pt x="1" y="7787"/>
                    <a:pt x="2858" y="14193"/>
                    <a:pt x="8454" y="14776"/>
                  </a:cubicBezTo>
                  <a:lnTo>
                    <a:pt x="9062" y="14835"/>
                  </a:lnTo>
                  <a:cubicBezTo>
                    <a:pt x="9740" y="14895"/>
                    <a:pt x="10419" y="14955"/>
                    <a:pt x="11098" y="15002"/>
                  </a:cubicBezTo>
                  <a:cubicBezTo>
                    <a:pt x="13003" y="15193"/>
                    <a:pt x="14908" y="15276"/>
                    <a:pt x="16801" y="15383"/>
                  </a:cubicBezTo>
                  <a:cubicBezTo>
                    <a:pt x="18694" y="15455"/>
                    <a:pt x="20587" y="15538"/>
                    <a:pt x="22480" y="15550"/>
                  </a:cubicBezTo>
                  <a:cubicBezTo>
                    <a:pt x="23361" y="15563"/>
                    <a:pt x="24242" y="15569"/>
                    <a:pt x="25124" y="15569"/>
                  </a:cubicBezTo>
                  <a:cubicBezTo>
                    <a:pt x="31695" y="15569"/>
                    <a:pt x="38262" y="15216"/>
                    <a:pt x="44792" y="14502"/>
                  </a:cubicBezTo>
                  <a:cubicBezTo>
                    <a:pt x="46341" y="15122"/>
                    <a:pt x="49476" y="16306"/>
                    <a:pt x="50436" y="16306"/>
                  </a:cubicBezTo>
                  <a:cubicBezTo>
                    <a:pt x="50582" y="16306"/>
                    <a:pt x="50678" y="16278"/>
                    <a:pt x="50710" y="16217"/>
                  </a:cubicBezTo>
                  <a:cubicBezTo>
                    <a:pt x="51019" y="15621"/>
                    <a:pt x="48448" y="13931"/>
                    <a:pt x="48447" y="13931"/>
                  </a:cubicBezTo>
                  <a:lnTo>
                    <a:pt x="48447" y="13931"/>
                  </a:lnTo>
                  <a:cubicBezTo>
                    <a:pt x="48448" y="13931"/>
                    <a:pt x="51694" y="15344"/>
                    <a:pt x="52992" y="15344"/>
                  </a:cubicBezTo>
                  <a:cubicBezTo>
                    <a:pt x="53270" y="15344"/>
                    <a:pt x="53459" y="15279"/>
                    <a:pt x="53508" y="15121"/>
                  </a:cubicBezTo>
                  <a:cubicBezTo>
                    <a:pt x="53770" y="14228"/>
                    <a:pt x="49722" y="12704"/>
                    <a:pt x="49721" y="12704"/>
                  </a:cubicBezTo>
                  <a:lnTo>
                    <a:pt x="49721" y="12704"/>
                  </a:lnTo>
                  <a:cubicBezTo>
                    <a:pt x="49722" y="12704"/>
                    <a:pt x="51444" y="12879"/>
                    <a:pt x="52903" y="12879"/>
                  </a:cubicBezTo>
                  <a:cubicBezTo>
                    <a:pt x="54029" y="12879"/>
                    <a:pt x="54999" y="12775"/>
                    <a:pt x="54901" y="12407"/>
                  </a:cubicBezTo>
                  <a:cubicBezTo>
                    <a:pt x="54674" y="11561"/>
                    <a:pt x="50460" y="11025"/>
                    <a:pt x="50460" y="11025"/>
                  </a:cubicBezTo>
                  <a:cubicBezTo>
                    <a:pt x="50460" y="11025"/>
                    <a:pt x="55567" y="10668"/>
                    <a:pt x="55341" y="9918"/>
                  </a:cubicBezTo>
                  <a:cubicBezTo>
                    <a:pt x="55124" y="9245"/>
                    <a:pt x="49849" y="9215"/>
                    <a:pt x="48920" y="9215"/>
                  </a:cubicBezTo>
                  <a:cubicBezTo>
                    <a:pt x="48830" y="9215"/>
                    <a:pt x="48781" y="9216"/>
                    <a:pt x="48781" y="9216"/>
                  </a:cubicBezTo>
                  <a:cubicBezTo>
                    <a:pt x="48781" y="9216"/>
                    <a:pt x="50531" y="7001"/>
                    <a:pt x="49888" y="6430"/>
                  </a:cubicBezTo>
                  <a:cubicBezTo>
                    <a:pt x="49832" y="6378"/>
                    <a:pt x="49742" y="6354"/>
                    <a:pt x="49625" y="6354"/>
                  </a:cubicBezTo>
                  <a:cubicBezTo>
                    <a:pt x="48724" y="6354"/>
                    <a:pt x="46207" y="7760"/>
                    <a:pt x="44995" y="8466"/>
                  </a:cubicBezTo>
                  <a:cubicBezTo>
                    <a:pt x="44971" y="8466"/>
                    <a:pt x="44935" y="8454"/>
                    <a:pt x="44899" y="8454"/>
                  </a:cubicBezTo>
                  <a:lnTo>
                    <a:pt x="44804" y="8454"/>
                  </a:lnTo>
                  <a:cubicBezTo>
                    <a:pt x="41232" y="8275"/>
                    <a:pt x="37541" y="8049"/>
                    <a:pt x="33922" y="7716"/>
                  </a:cubicBezTo>
                  <a:cubicBezTo>
                    <a:pt x="30314" y="7394"/>
                    <a:pt x="26683" y="7037"/>
                    <a:pt x="23087" y="6584"/>
                  </a:cubicBezTo>
                  <a:cubicBezTo>
                    <a:pt x="21039" y="6323"/>
                    <a:pt x="19003" y="6037"/>
                    <a:pt x="16967" y="5727"/>
                  </a:cubicBezTo>
                  <a:cubicBezTo>
                    <a:pt x="18527" y="4084"/>
                    <a:pt x="20123" y="2489"/>
                    <a:pt x="21754" y="917"/>
                  </a:cubicBezTo>
                  <a:cubicBezTo>
                    <a:pt x="22075" y="608"/>
                    <a:pt x="22397" y="298"/>
                    <a:pt x="227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773;p112">
              <a:extLst>
                <a:ext uri="{FF2B5EF4-FFF2-40B4-BE49-F238E27FC236}">
                  <a16:creationId xmlns:a16="http://schemas.microsoft.com/office/drawing/2014/main" id="{C31304E6-1720-1967-CEF1-4C58E7C5F3F1}"/>
                </a:ext>
              </a:extLst>
            </p:cNvPr>
            <p:cNvSpPr/>
            <p:nvPr/>
          </p:nvSpPr>
          <p:spPr>
            <a:xfrm>
              <a:off x="4013640" y="4299423"/>
              <a:ext cx="88354" cy="35159"/>
            </a:xfrm>
            <a:custGeom>
              <a:avLst/>
              <a:gdLst/>
              <a:ahLst/>
              <a:cxnLst/>
              <a:rect l="l" t="t" r="r" b="b"/>
              <a:pathLst>
                <a:path w="5423" h="2158" extrusionOk="0">
                  <a:moveTo>
                    <a:pt x="5235" y="0"/>
                  </a:moveTo>
                  <a:cubicBezTo>
                    <a:pt x="5226" y="0"/>
                    <a:pt x="5217" y="1"/>
                    <a:pt x="5208" y="2"/>
                  </a:cubicBezTo>
                  <a:lnTo>
                    <a:pt x="184" y="1050"/>
                  </a:lnTo>
                  <a:cubicBezTo>
                    <a:pt x="1" y="1096"/>
                    <a:pt x="48" y="1361"/>
                    <a:pt x="231" y="1361"/>
                  </a:cubicBezTo>
                  <a:cubicBezTo>
                    <a:pt x="239" y="1361"/>
                    <a:pt x="247" y="1361"/>
                    <a:pt x="255" y="1360"/>
                  </a:cubicBezTo>
                  <a:lnTo>
                    <a:pt x="4494" y="467"/>
                  </a:lnTo>
                  <a:lnTo>
                    <a:pt x="2434" y="1872"/>
                  </a:lnTo>
                  <a:cubicBezTo>
                    <a:pt x="2362" y="1919"/>
                    <a:pt x="2339" y="2015"/>
                    <a:pt x="2386" y="2086"/>
                  </a:cubicBezTo>
                  <a:cubicBezTo>
                    <a:pt x="2422" y="2134"/>
                    <a:pt x="2470" y="2157"/>
                    <a:pt x="2517" y="2157"/>
                  </a:cubicBezTo>
                  <a:cubicBezTo>
                    <a:pt x="2553" y="2157"/>
                    <a:pt x="2577" y="2146"/>
                    <a:pt x="2612" y="2134"/>
                  </a:cubicBezTo>
                  <a:lnTo>
                    <a:pt x="5327" y="288"/>
                  </a:lnTo>
                  <a:cubicBezTo>
                    <a:pt x="5398" y="252"/>
                    <a:pt x="5422" y="169"/>
                    <a:pt x="5387" y="98"/>
                  </a:cubicBezTo>
                  <a:cubicBezTo>
                    <a:pt x="5355" y="35"/>
                    <a:pt x="5297" y="0"/>
                    <a:pt x="52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774;p112">
              <a:extLst>
                <a:ext uri="{FF2B5EF4-FFF2-40B4-BE49-F238E27FC236}">
                  <a16:creationId xmlns:a16="http://schemas.microsoft.com/office/drawing/2014/main" id="{ABDC12D9-B915-43B7-E24A-256B3C85DB6F}"/>
                </a:ext>
              </a:extLst>
            </p:cNvPr>
            <p:cNvSpPr/>
            <p:nvPr/>
          </p:nvSpPr>
          <p:spPr>
            <a:xfrm>
              <a:off x="3856938" y="4273469"/>
              <a:ext cx="267751" cy="26638"/>
            </a:xfrm>
            <a:custGeom>
              <a:avLst/>
              <a:gdLst/>
              <a:ahLst/>
              <a:cxnLst/>
              <a:rect l="l" t="t" r="r" b="b"/>
              <a:pathLst>
                <a:path w="16434" h="1635" extrusionOk="0">
                  <a:moveTo>
                    <a:pt x="562" y="0"/>
                  </a:moveTo>
                  <a:cubicBezTo>
                    <a:pt x="562" y="0"/>
                    <a:pt x="38" y="1322"/>
                    <a:pt x="3" y="1607"/>
                  </a:cubicBezTo>
                  <a:cubicBezTo>
                    <a:pt x="0" y="1626"/>
                    <a:pt x="74" y="1635"/>
                    <a:pt x="213" y="1635"/>
                  </a:cubicBezTo>
                  <a:cubicBezTo>
                    <a:pt x="2126" y="1635"/>
                    <a:pt x="16433" y="0"/>
                    <a:pt x="164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775;p112">
              <a:extLst>
                <a:ext uri="{FF2B5EF4-FFF2-40B4-BE49-F238E27FC236}">
                  <a16:creationId xmlns:a16="http://schemas.microsoft.com/office/drawing/2014/main" id="{F8A17390-62BF-4385-99CD-475F85777413}"/>
                </a:ext>
              </a:extLst>
            </p:cNvPr>
            <p:cNvSpPr/>
            <p:nvPr/>
          </p:nvSpPr>
          <p:spPr>
            <a:xfrm>
              <a:off x="3851741" y="3787855"/>
              <a:ext cx="712129" cy="485614"/>
            </a:xfrm>
            <a:custGeom>
              <a:avLst/>
              <a:gdLst/>
              <a:ahLst/>
              <a:cxnLst/>
              <a:rect l="l" t="t" r="r" b="b"/>
              <a:pathLst>
                <a:path w="43709" h="29806" extrusionOk="0">
                  <a:moveTo>
                    <a:pt x="34515" y="0"/>
                  </a:moveTo>
                  <a:cubicBezTo>
                    <a:pt x="32761" y="0"/>
                    <a:pt x="28432" y="763"/>
                    <a:pt x="21562" y="6779"/>
                  </a:cubicBezTo>
                  <a:cubicBezTo>
                    <a:pt x="12347" y="14840"/>
                    <a:pt x="0" y="29806"/>
                    <a:pt x="0" y="29806"/>
                  </a:cubicBezTo>
                  <a:lnTo>
                    <a:pt x="17693" y="29806"/>
                  </a:lnTo>
                  <a:cubicBezTo>
                    <a:pt x="17693" y="29806"/>
                    <a:pt x="29516" y="17662"/>
                    <a:pt x="36529" y="13066"/>
                  </a:cubicBezTo>
                  <a:cubicBezTo>
                    <a:pt x="36529" y="13066"/>
                    <a:pt x="43708" y="6148"/>
                    <a:pt x="35409" y="88"/>
                  </a:cubicBezTo>
                  <a:cubicBezTo>
                    <a:pt x="35409" y="88"/>
                    <a:pt x="35111" y="0"/>
                    <a:pt x="3451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776;p112">
              <a:extLst>
                <a:ext uri="{FF2B5EF4-FFF2-40B4-BE49-F238E27FC236}">
                  <a16:creationId xmlns:a16="http://schemas.microsoft.com/office/drawing/2014/main" id="{CB1B003F-479B-C02A-23B9-DB6A5A4F7516}"/>
                </a:ext>
              </a:extLst>
            </p:cNvPr>
            <p:cNvSpPr/>
            <p:nvPr/>
          </p:nvSpPr>
          <p:spPr>
            <a:xfrm>
              <a:off x="4409010" y="3804783"/>
              <a:ext cx="275816" cy="48535"/>
            </a:xfrm>
            <a:custGeom>
              <a:avLst/>
              <a:gdLst/>
              <a:ahLst/>
              <a:cxnLst/>
              <a:rect l="l" t="t" r="r" b="b"/>
              <a:pathLst>
                <a:path w="16929" h="2979" extrusionOk="0">
                  <a:moveTo>
                    <a:pt x="16697" y="0"/>
                  </a:moveTo>
                  <a:cubicBezTo>
                    <a:pt x="16670" y="0"/>
                    <a:pt x="16641" y="8"/>
                    <a:pt x="16612" y="25"/>
                  </a:cubicBezTo>
                  <a:cubicBezTo>
                    <a:pt x="13451" y="1995"/>
                    <a:pt x="10586" y="2651"/>
                    <a:pt x="8171" y="2651"/>
                  </a:cubicBezTo>
                  <a:cubicBezTo>
                    <a:pt x="3390" y="2651"/>
                    <a:pt x="376" y="81"/>
                    <a:pt x="336" y="49"/>
                  </a:cubicBezTo>
                  <a:cubicBezTo>
                    <a:pt x="300" y="18"/>
                    <a:pt x="262" y="5"/>
                    <a:pt x="226" y="5"/>
                  </a:cubicBezTo>
                  <a:cubicBezTo>
                    <a:pt x="98" y="5"/>
                    <a:pt x="1" y="173"/>
                    <a:pt x="122" y="275"/>
                  </a:cubicBezTo>
                  <a:cubicBezTo>
                    <a:pt x="193" y="347"/>
                    <a:pt x="1896" y="1823"/>
                    <a:pt x="4813" y="2561"/>
                  </a:cubicBezTo>
                  <a:cubicBezTo>
                    <a:pt x="5896" y="2835"/>
                    <a:pt x="7004" y="2978"/>
                    <a:pt x="8123" y="2978"/>
                  </a:cubicBezTo>
                  <a:cubicBezTo>
                    <a:pt x="10540" y="2978"/>
                    <a:pt x="13493" y="2347"/>
                    <a:pt x="16779" y="299"/>
                  </a:cubicBezTo>
                  <a:cubicBezTo>
                    <a:pt x="16928" y="200"/>
                    <a:pt x="16836" y="0"/>
                    <a:pt x="16697" y="0"/>
                  </a:cubicBezTo>
                  <a:close/>
                </a:path>
              </a:pathLst>
            </a:custGeom>
            <a:solidFill>
              <a:srgbClr val="0B3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777;p112">
              <a:extLst>
                <a:ext uri="{FF2B5EF4-FFF2-40B4-BE49-F238E27FC236}">
                  <a16:creationId xmlns:a16="http://schemas.microsoft.com/office/drawing/2014/main" id="{41576BAB-F01A-E4B2-73B6-6E2799ACFC32}"/>
                </a:ext>
              </a:extLst>
            </p:cNvPr>
            <p:cNvSpPr/>
            <p:nvPr/>
          </p:nvSpPr>
          <p:spPr>
            <a:xfrm>
              <a:off x="3891316" y="4239108"/>
              <a:ext cx="255743" cy="5100"/>
            </a:xfrm>
            <a:custGeom>
              <a:avLst/>
              <a:gdLst/>
              <a:ahLst/>
              <a:cxnLst/>
              <a:rect l="l" t="t" r="r" b="b"/>
              <a:pathLst>
                <a:path w="15697" h="313" extrusionOk="0">
                  <a:moveTo>
                    <a:pt x="15489" y="0"/>
                  </a:moveTo>
                  <a:cubicBezTo>
                    <a:pt x="15481" y="0"/>
                    <a:pt x="15474" y="1"/>
                    <a:pt x="15466" y="2"/>
                  </a:cubicBezTo>
                  <a:lnTo>
                    <a:pt x="191" y="2"/>
                  </a:lnTo>
                  <a:cubicBezTo>
                    <a:pt x="0" y="14"/>
                    <a:pt x="0" y="287"/>
                    <a:pt x="191" y="311"/>
                  </a:cubicBezTo>
                  <a:lnTo>
                    <a:pt x="15466" y="311"/>
                  </a:lnTo>
                  <a:cubicBezTo>
                    <a:pt x="15474" y="312"/>
                    <a:pt x="15481" y="312"/>
                    <a:pt x="15489" y="312"/>
                  </a:cubicBezTo>
                  <a:cubicBezTo>
                    <a:pt x="15697" y="312"/>
                    <a:pt x="15697" y="0"/>
                    <a:pt x="1548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778;p112">
              <a:extLst>
                <a:ext uri="{FF2B5EF4-FFF2-40B4-BE49-F238E27FC236}">
                  <a16:creationId xmlns:a16="http://schemas.microsoft.com/office/drawing/2014/main" id="{35969573-38B7-4ACA-F15A-65B736377A23}"/>
                </a:ext>
              </a:extLst>
            </p:cNvPr>
            <p:cNvSpPr/>
            <p:nvPr/>
          </p:nvSpPr>
          <p:spPr>
            <a:xfrm>
              <a:off x="4334928" y="3281435"/>
              <a:ext cx="433592" cy="411206"/>
            </a:xfrm>
            <a:custGeom>
              <a:avLst/>
              <a:gdLst/>
              <a:ahLst/>
              <a:cxnLst/>
              <a:rect l="l" t="t" r="r" b="b"/>
              <a:pathLst>
                <a:path w="26613" h="25239" extrusionOk="0">
                  <a:moveTo>
                    <a:pt x="13406" y="1"/>
                  </a:moveTo>
                  <a:cubicBezTo>
                    <a:pt x="13399" y="1"/>
                    <a:pt x="13391" y="1"/>
                    <a:pt x="13384" y="1"/>
                  </a:cubicBezTo>
                  <a:cubicBezTo>
                    <a:pt x="13377" y="1"/>
                    <a:pt x="13370" y="1"/>
                    <a:pt x="13363" y="1"/>
                  </a:cubicBezTo>
                  <a:cubicBezTo>
                    <a:pt x="8098" y="1"/>
                    <a:pt x="3895" y="4389"/>
                    <a:pt x="4109" y="9657"/>
                  </a:cubicBezTo>
                  <a:cubicBezTo>
                    <a:pt x="4121" y="9871"/>
                    <a:pt x="4133" y="10085"/>
                    <a:pt x="4133" y="10311"/>
                  </a:cubicBezTo>
                  <a:cubicBezTo>
                    <a:pt x="3791" y="10168"/>
                    <a:pt x="3449" y="10103"/>
                    <a:pt x="3119" y="10103"/>
                  </a:cubicBezTo>
                  <a:cubicBezTo>
                    <a:pt x="1392" y="10103"/>
                    <a:pt x="0" y="11894"/>
                    <a:pt x="740" y="13693"/>
                  </a:cubicBezTo>
                  <a:cubicBezTo>
                    <a:pt x="1206" y="14832"/>
                    <a:pt x="2817" y="16143"/>
                    <a:pt x="4106" y="16143"/>
                  </a:cubicBezTo>
                  <a:cubicBezTo>
                    <a:pt x="4298" y="16143"/>
                    <a:pt x="4484" y="16114"/>
                    <a:pt x="4657" y="16050"/>
                  </a:cubicBezTo>
                  <a:cubicBezTo>
                    <a:pt x="4871" y="17491"/>
                    <a:pt x="5169" y="18717"/>
                    <a:pt x="5538" y="19563"/>
                  </a:cubicBezTo>
                  <a:cubicBezTo>
                    <a:pt x="6729" y="22182"/>
                    <a:pt x="9312" y="23837"/>
                    <a:pt x="11194" y="24730"/>
                  </a:cubicBezTo>
                  <a:cubicBezTo>
                    <a:pt x="11902" y="25069"/>
                    <a:pt x="12664" y="25239"/>
                    <a:pt x="13425" y="25239"/>
                  </a:cubicBezTo>
                  <a:cubicBezTo>
                    <a:pt x="14185" y="25239"/>
                    <a:pt x="14944" y="25069"/>
                    <a:pt x="15647" y="24730"/>
                  </a:cubicBezTo>
                  <a:cubicBezTo>
                    <a:pt x="17528" y="23825"/>
                    <a:pt x="20099" y="22170"/>
                    <a:pt x="21278" y="19551"/>
                  </a:cubicBezTo>
                  <a:cubicBezTo>
                    <a:pt x="21659" y="18717"/>
                    <a:pt x="21933" y="17491"/>
                    <a:pt x="22159" y="16062"/>
                  </a:cubicBezTo>
                  <a:cubicBezTo>
                    <a:pt x="22328" y="16123"/>
                    <a:pt x="22508" y="16151"/>
                    <a:pt x="22695" y="16151"/>
                  </a:cubicBezTo>
                  <a:cubicBezTo>
                    <a:pt x="23978" y="16151"/>
                    <a:pt x="25597" y="14836"/>
                    <a:pt x="26064" y="13693"/>
                  </a:cubicBezTo>
                  <a:cubicBezTo>
                    <a:pt x="26612" y="12359"/>
                    <a:pt x="25969" y="10847"/>
                    <a:pt x="24636" y="10311"/>
                  </a:cubicBezTo>
                  <a:cubicBezTo>
                    <a:pt x="24320" y="10180"/>
                    <a:pt x="23984" y="10115"/>
                    <a:pt x="23648" y="10115"/>
                  </a:cubicBezTo>
                  <a:cubicBezTo>
                    <a:pt x="23311" y="10115"/>
                    <a:pt x="22975" y="10180"/>
                    <a:pt x="22659" y="10311"/>
                  </a:cubicBezTo>
                  <a:cubicBezTo>
                    <a:pt x="22671" y="10085"/>
                    <a:pt x="22683" y="9859"/>
                    <a:pt x="22695" y="9633"/>
                  </a:cubicBezTo>
                  <a:cubicBezTo>
                    <a:pt x="22885" y="4377"/>
                    <a:pt x="18682" y="1"/>
                    <a:pt x="134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779;p112">
              <a:extLst>
                <a:ext uri="{FF2B5EF4-FFF2-40B4-BE49-F238E27FC236}">
                  <a16:creationId xmlns:a16="http://schemas.microsoft.com/office/drawing/2014/main" id="{50CB1D2D-2082-F583-0B01-C5EFABB7FA82}"/>
                </a:ext>
              </a:extLst>
            </p:cNvPr>
            <p:cNvSpPr/>
            <p:nvPr/>
          </p:nvSpPr>
          <p:spPr>
            <a:xfrm>
              <a:off x="4376262" y="3249420"/>
              <a:ext cx="372658" cy="249194"/>
            </a:xfrm>
            <a:custGeom>
              <a:avLst/>
              <a:gdLst/>
              <a:ahLst/>
              <a:cxnLst/>
              <a:rect l="l" t="t" r="r" b="b"/>
              <a:pathLst>
                <a:path w="22873" h="15295" extrusionOk="0">
                  <a:moveTo>
                    <a:pt x="7768" y="0"/>
                  </a:moveTo>
                  <a:cubicBezTo>
                    <a:pt x="7079" y="0"/>
                    <a:pt x="5734" y="1026"/>
                    <a:pt x="3120" y="4787"/>
                  </a:cubicBezTo>
                  <a:cubicBezTo>
                    <a:pt x="3120" y="4787"/>
                    <a:pt x="1" y="6609"/>
                    <a:pt x="1" y="8847"/>
                  </a:cubicBezTo>
                  <a:cubicBezTo>
                    <a:pt x="1" y="10443"/>
                    <a:pt x="1930" y="13479"/>
                    <a:pt x="3013" y="15062"/>
                  </a:cubicBezTo>
                  <a:cubicBezTo>
                    <a:pt x="3119" y="15221"/>
                    <a:pt x="3282" y="15295"/>
                    <a:pt x="3443" y="15295"/>
                  </a:cubicBezTo>
                  <a:cubicBezTo>
                    <a:pt x="3681" y="15295"/>
                    <a:pt x="3916" y="15136"/>
                    <a:pt x="3966" y="14860"/>
                  </a:cubicBezTo>
                  <a:cubicBezTo>
                    <a:pt x="4287" y="13157"/>
                    <a:pt x="4799" y="10098"/>
                    <a:pt x="4739" y="8407"/>
                  </a:cubicBezTo>
                  <a:lnTo>
                    <a:pt x="4739" y="8407"/>
                  </a:lnTo>
                  <a:cubicBezTo>
                    <a:pt x="4740" y="8407"/>
                    <a:pt x="11146" y="10473"/>
                    <a:pt x="15606" y="10473"/>
                  </a:cubicBezTo>
                  <a:cubicBezTo>
                    <a:pt x="16359" y="10473"/>
                    <a:pt x="17056" y="10414"/>
                    <a:pt x="17658" y="10276"/>
                  </a:cubicBezTo>
                  <a:cubicBezTo>
                    <a:pt x="17670" y="11681"/>
                    <a:pt x="17753" y="14800"/>
                    <a:pt x="18217" y="14955"/>
                  </a:cubicBezTo>
                  <a:cubicBezTo>
                    <a:pt x="18234" y="14961"/>
                    <a:pt x="18252" y="14964"/>
                    <a:pt x="18273" y="14964"/>
                  </a:cubicBezTo>
                  <a:cubicBezTo>
                    <a:pt x="18977" y="14964"/>
                    <a:pt x="21794" y="11630"/>
                    <a:pt x="21968" y="10681"/>
                  </a:cubicBezTo>
                  <a:cubicBezTo>
                    <a:pt x="22063" y="10121"/>
                    <a:pt x="21646" y="8740"/>
                    <a:pt x="21182" y="7812"/>
                  </a:cubicBezTo>
                  <a:cubicBezTo>
                    <a:pt x="22587" y="6061"/>
                    <a:pt x="22873" y="4013"/>
                    <a:pt x="22373" y="2311"/>
                  </a:cubicBezTo>
                  <a:cubicBezTo>
                    <a:pt x="21969" y="931"/>
                    <a:pt x="19516" y="232"/>
                    <a:pt x="16366" y="232"/>
                  </a:cubicBezTo>
                  <a:cubicBezTo>
                    <a:pt x="13945" y="232"/>
                    <a:pt x="11111" y="644"/>
                    <a:pt x="8478" y="1477"/>
                  </a:cubicBezTo>
                  <a:cubicBezTo>
                    <a:pt x="8478" y="1477"/>
                    <a:pt x="8595" y="0"/>
                    <a:pt x="77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780;p112">
              <a:extLst>
                <a:ext uri="{FF2B5EF4-FFF2-40B4-BE49-F238E27FC236}">
                  <a16:creationId xmlns:a16="http://schemas.microsoft.com/office/drawing/2014/main" id="{4B9EA02A-84D9-EACA-1A3A-AD0447CA26E1}"/>
                </a:ext>
              </a:extLst>
            </p:cNvPr>
            <p:cNvSpPr/>
            <p:nvPr/>
          </p:nvSpPr>
          <p:spPr>
            <a:xfrm>
              <a:off x="4179563" y="3980155"/>
              <a:ext cx="769348" cy="483040"/>
            </a:xfrm>
            <a:custGeom>
              <a:avLst/>
              <a:gdLst/>
              <a:ahLst/>
              <a:cxnLst/>
              <a:rect l="l" t="t" r="r" b="b"/>
              <a:pathLst>
                <a:path w="47221" h="29648" extrusionOk="0">
                  <a:moveTo>
                    <a:pt x="465" y="1"/>
                  </a:moveTo>
                  <a:cubicBezTo>
                    <a:pt x="215" y="1"/>
                    <a:pt x="1" y="203"/>
                    <a:pt x="13" y="453"/>
                  </a:cubicBezTo>
                  <a:lnTo>
                    <a:pt x="13" y="29647"/>
                  </a:lnTo>
                  <a:lnTo>
                    <a:pt x="47221" y="29647"/>
                  </a:lnTo>
                  <a:lnTo>
                    <a:pt x="47221" y="453"/>
                  </a:lnTo>
                  <a:cubicBezTo>
                    <a:pt x="47221" y="203"/>
                    <a:pt x="47019" y="1"/>
                    <a:pt x="467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781;p112">
              <a:extLst>
                <a:ext uri="{FF2B5EF4-FFF2-40B4-BE49-F238E27FC236}">
                  <a16:creationId xmlns:a16="http://schemas.microsoft.com/office/drawing/2014/main" id="{15DFBA37-F756-A4A2-2ED1-6A64915EBC40}"/>
                </a:ext>
              </a:extLst>
            </p:cNvPr>
            <p:cNvSpPr/>
            <p:nvPr/>
          </p:nvSpPr>
          <p:spPr>
            <a:xfrm>
              <a:off x="4505070" y="4167796"/>
              <a:ext cx="118544" cy="107759"/>
            </a:xfrm>
            <a:custGeom>
              <a:avLst/>
              <a:gdLst/>
              <a:ahLst/>
              <a:cxnLst/>
              <a:rect l="l" t="t" r="r" b="b"/>
              <a:pathLst>
                <a:path w="7276" h="6614" extrusionOk="0">
                  <a:moveTo>
                    <a:pt x="3645" y="0"/>
                  </a:moveTo>
                  <a:cubicBezTo>
                    <a:pt x="3389" y="0"/>
                    <a:pt x="3130" y="30"/>
                    <a:pt x="2870" y="92"/>
                  </a:cubicBezTo>
                  <a:cubicBezTo>
                    <a:pt x="1096" y="509"/>
                    <a:pt x="0" y="2295"/>
                    <a:pt x="417" y="4069"/>
                  </a:cubicBezTo>
                  <a:cubicBezTo>
                    <a:pt x="783" y="5585"/>
                    <a:pt x="2132" y="6614"/>
                    <a:pt x="3631" y="6614"/>
                  </a:cubicBezTo>
                  <a:cubicBezTo>
                    <a:pt x="3886" y="6614"/>
                    <a:pt x="4146" y="6584"/>
                    <a:pt x="4406" y="6522"/>
                  </a:cubicBezTo>
                  <a:cubicBezTo>
                    <a:pt x="6180" y="6105"/>
                    <a:pt x="7275" y="4319"/>
                    <a:pt x="6858" y="2545"/>
                  </a:cubicBezTo>
                  <a:cubicBezTo>
                    <a:pt x="6492" y="1029"/>
                    <a:pt x="5144" y="0"/>
                    <a:pt x="364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782;p112">
              <a:extLst>
                <a:ext uri="{FF2B5EF4-FFF2-40B4-BE49-F238E27FC236}">
                  <a16:creationId xmlns:a16="http://schemas.microsoft.com/office/drawing/2014/main" id="{1B52D0F9-1476-C29B-1405-C3B78959E9EC}"/>
                </a:ext>
              </a:extLst>
            </p:cNvPr>
            <p:cNvSpPr/>
            <p:nvPr/>
          </p:nvSpPr>
          <p:spPr>
            <a:xfrm>
              <a:off x="3228472" y="4462984"/>
              <a:ext cx="2629056" cy="122813"/>
            </a:xfrm>
            <a:custGeom>
              <a:avLst/>
              <a:gdLst/>
              <a:ahLst/>
              <a:cxnLst/>
              <a:rect l="l" t="t" r="r" b="b"/>
              <a:pathLst>
                <a:path w="161366" h="7538" extrusionOk="0">
                  <a:moveTo>
                    <a:pt x="0" y="0"/>
                  </a:moveTo>
                  <a:lnTo>
                    <a:pt x="0" y="7537"/>
                  </a:lnTo>
                  <a:lnTo>
                    <a:pt x="161366" y="7537"/>
                  </a:lnTo>
                  <a:lnTo>
                    <a:pt x="16136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4" name="Google Shape;4366;p111">
            <a:extLst>
              <a:ext uri="{FF2B5EF4-FFF2-40B4-BE49-F238E27FC236}">
                <a16:creationId xmlns:a16="http://schemas.microsoft.com/office/drawing/2014/main" id="{46E5713A-1B12-EBA1-F90C-92A0660F4837}"/>
              </a:ext>
            </a:extLst>
          </p:cNvPr>
          <p:cNvGrpSpPr/>
          <p:nvPr/>
        </p:nvGrpSpPr>
        <p:grpSpPr>
          <a:xfrm>
            <a:off x="5458936" y="3188733"/>
            <a:ext cx="2028521" cy="1711877"/>
            <a:chOff x="1456550" y="786675"/>
            <a:chExt cx="5554550" cy="4690075"/>
          </a:xfrm>
        </p:grpSpPr>
        <p:sp>
          <p:nvSpPr>
            <p:cNvPr id="455" name="Google Shape;4367;p111">
              <a:extLst>
                <a:ext uri="{FF2B5EF4-FFF2-40B4-BE49-F238E27FC236}">
                  <a16:creationId xmlns:a16="http://schemas.microsoft.com/office/drawing/2014/main" id="{52366A3D-4485-604B-593B-FAE191880D86}"/>
                </a:ext>
              </a:extLst>
            </p:cNvPr>
            <p:cNvSpPr/>
            <p:nvPr/>
          </p:nvSpPr>
          <p:spPr>
            <a:xfrm>
              <a:off x="3887650" y="1887700"/>
              <a:ext cx="3123450" cy="3364400"/>
            </a:xfrm>
            <a:custGeom>
              <a:avLst/>
              <a:gdLst/>
              <a:ahLst/>
              <a:cxnLst/>
              <a:rect l="l" t="t" r="r" b="b"/>
              <a:pathLst>
                <a:path w="124938" h="134576" extrusionOk="0">
                  <a:moveTo>
                    <a:pt x="55949" y="0"/>
                  </a:moveTo>
                  <a:cubicBezTo>
                    <a:pt x="55557" y="0"/>
                    <a:pt x="55176" y="201"/>
                    <a:pt x="54962" y="562"/>
                  </a:cubicBezTo>
                  <a:lnTo>
                    <a:pt x="324" y="92718"/>
                  </a:lnTo>
                  <a:cubicBezTo>
                    <a:pt x="1" y="93262"/>
                    <a:pt x="181" y="93965"/>
                    <a:pt x="725" y="94287"/>
                  </a:cubicBezTo>
                  <a:lnTo>
                    <a:pt x="68408" y="134416"/>
                  </a:lnTo>
                  <a:cubicBezTo>
                    <a:pt x="68591" y="134524"/>
                    <a:pt x="68793" y="134576"/>
                    <a:pt x="68991" y="134576"/>
                  </a:cubicBezTo>
                  <a:cubicBezTo>
                    <a:pt x="69382" y="134576"/>
                    <a:pt x="69763" y="134376"/>
                    <a:pt x="69977" y="134015"/>
                  </a:cubicBezTo>
                  <a:lnTo>
                    <a:pt x="124616" y="41858"/>
                  </a:lnTo>
                  <a:cubicBezTo>
                    <a:pt x="124938" y="41314"/>
                    <a:pt x="124759" y="40612"/>
                    <a:pt x="124215" y="40290"/>
                  </a:cubicBezTo>
                  <a:lnTo>
                    <a:pt x="56532" y="161"/>
                  </a:lnTo>
                  <a:cubicBezTo>
                    <a:pt x="56348" y="52"/>
                    <a:pt x="56147" y="0"/>
                    <a:pt x="559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368;p111">
              <a:extLst>
                <a:ext uri="{FF2B5EF4-FFF2-40B4-BE49-F238E27FC236}">
                  <a16:creationId xmlns:a16="http://schemas.microsoft.com/office/drawing/2014/main" id="{2E72362E-3D93-797A-7F4C-A1FD7CECCCA1}"/>
                </a:ext>
              </a:extLst>
            </p:cNvPr>
            <p:cNvSpPr/>
            <p:nvPr/>
          </p:nvSpPr>
          <p:spPr>
            <a:xfrm>
              <a:off x="4079650" y="2093375"/>
              <a:ext cx="2486600" cy="3057275"/>
            </a:xfrm>
            <a:custGeom>
              <a:avLst/>
              <a:gdLst/>
              <a:ahLst/>
              <a:cxnLst/>
              <a:rect l="l" t="t" r="r" b="b"/>
              <a:pathLst>
                <a:path w="99464" h="122291" extrusionOk="0">
                  <a:moveTo>
                    <a:pt x="19829" y="1"/>
                  </a:moveTo>
                  <a:lnTo>
                    <a:pt x="0" y="107616"/>
                  </a:lnTo>
                  <a:lnTo>
                    <a:pt x="79635" y="122290"/>
                  </a:lnTo>
                  <a:lnTo>
                    <a:pt x="99463" y="14674"/>
                  </a:lnTo>
                  <a:lnTo>
                    <a:pt x="198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369;p111">
              <a:extLst>
                <a:ext uri="{FF2B5EF4-FFF2-40B4-BE49-F238E27FC236}">
                  <a16:creationId xmlns:a16="http://schemas.microsoft.com/office/drawing/2014/main" id="{6F15D902-2CCF-EB16-7E4F-93D516AD09EB}"/>
                </a:ext>
              </a:extLst>
            </p:cNvPr>
            <p:cNvSpPr/>
            <p:nvPr/>
          </p:nvSpPr>
          <p:spPr>
            <a:xfrm>
              <a:off x="4082175" y="2098350"/>
              <a:ext cx="2482125" cy="3047925"/>
            </a:xfrm>
            <a:custGeom>
              <a:avLst/>
              <a:gdLst/>
              <a:ahLst/>
              <a:cxnLst/>
              <a:rect l="l" t="t" r="r" b="b"/>
              <a:pathLst>
                <a:path w="99285" h="121917" extrusionOk="0">
                  <a:moveTo>
                    <a:pt x="20661" y="1"/>
                  </a:moveTo>
                  <a:cubicBezTo>
                    <a:pt x="20119" y="1"/>
                    <a:pt x="19637" y="387"/>
                    <a:pt x="19536" y="939"/>
                  </a:cubicBezTo>
                  <a:lnTo>
                    <a:pt x="115" y="106300"/>
                  </a:lnTo>
                  <a:cubicBezTo>
                    <a:pt x="0" y="106922"/>
                    <a:pt x="411" y="107519"/>
                    <a:pt x="1033" y="107635"/>
                  </a:cubicBezTo>
                  <a:lnTo>
                    <a:pt x="78416" y="121898"/>
                  </a:lnTo>
                  <a:cubicBezTo>
                    <a:pt x="78485" y="121911"/>
                    <a:pt x="78555" y="121917"/>
                    <a:pt x="78623" y="121917"/>
                  </a:cubicBezTo>
                  <a:cubicBezTo>
                    <a:pt x="79166" y="121917"/>
                    <a:pt x="79648" y="121531"/>
                    <a:pt x="79749" y="120979"/>
                  </a:cubicBezTo>
                  <a:lnTo>
                    <a:pt x="99169" y="15618"/>
                  </a:lnTo>
                  <a:cubicBezTo>
                    <a:pt x="99285" y="14996"/>
                    <a:pt x="98873" y="14399"/>
                    <a:pt x="98251" y="14285"/>
                  </a:cubicBezTo>
                  <a:lnTo>
                    <a:pt x="20869" y="20"/>
                  </a:lnTo>
                  <a:cubicBezTo>
                    <a:pt x="20799" y="7"/>
                    <a:pt x="20730" y="1"/>
                    <a:pt x="206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370;p111">
              <a:extLst>
                <a:ext uri="{FF2B5EF4-FFF2-40B4-BE49-F238E27FC236}">
                  <a16:creationId xmlns:a16="http://schemas.microsoft.com/office/drawing/2014/main" id="{0E77DB39-4163-B0FD-C5C1-2CBA17B52BB8}"/>
                </a:ext>
              </a:extLst>
            </p:cNvPr>
            <p:cNvSpPr/>
            <p:nvPr/>
          </p:nvSpPr>
          <p:spPr>
            <a:xfrm>
              <a:off x="5764025" y="2657300"/>
              <a:ext cx="517350" cy="120275"/>
            </a:xfrm>
            <a:custGeom>
              <a:avLst/>
              <a:gdLst/>
              <a:ahLst/>
              <a:cxnLst/>
              <a:rect l="l" t="t" r="r" b="b"/>
              <a:pathLst>
                <a:path w="20694" h="4811" extrusionOk="0">
                  <a:moveTo>
                    <a:pt x="670" y="0"/>
                  </a:moveTo>
                  <a:cubicBezTo>
                    <a:pt x="379" y="0"/>
                    <a:pt x="119" y="209"/>
                    <a:pt x="64" y="506"/>
                  </a:cubicBezTo>
                  <a:cubicBezTo>
                    <a:pt x="1" y="847"/>
                    <a:pt x="229" y="1171"/>
                    <a:pt x="569" y="1229"/>
                  </a:cubicBezTo>
                  <a:lnTo>
                    <a:pt x="19939" y="4800"/>
                  </a:lnTo>
                  <a:cubicBezTo>
                    <a:pt x="19977" y="4808"/>
                    <a:pt x="20014" y="4810"/>
                    <a:pt x="20053" y="4810"/>
                  </a:cubicBezTo>
                  <a:lnTo>
                    <a:pt x="20053" y="4809"/>
                  </a:lnTo>
                  <a:cubicBezTo>
                    <a:pt x="20370" y="4808"/>
                    <a:pt x="20636" y="4564"/>
                    <a:pt x="20665" y="4246"/>
                  </a:cubicBezTo>
                  <a:cubicBezTo>
                    <a:pt x="20694" y="3929"/>
                    <a:pt x="20477" y="3642"/>
                    <a:pt x="20164" y="3583"/>
                  </a:cubicBezTo>
                  <a:lnTo>
                    <a:pt x="794" y="13"/>
                  </a:lnTo>
                  <a:cubicBezTo>
                    <a:pt x="753" y="4"/>
                    <a:pt x="711" y="0"/>
                    <a:pt x="6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371;p111">
              <a:extLst>
                <a:ext uri="{FF2B5EF4-FFF2-40B4-BE49-F238E27FC236}">
                  <a16:creationId xmlns:a16="http://schemas.microsoft.com/office/drawing/2014/main" id="{97F72A3A-006D-4E20-92D2-EF8388A725AD}"/>
                </a:ext>
              </a:extLst>
            </p:cNvPr>
            <p:cNvSpPr/>
            <p:nvPr/>
          </p:nvSpPr>
          <p:spPr>
            <a:xfrm>
              <a:off x="5736000" y="2812075"/>
              <a:ext cx="516850" cy="120175"/>
            </a:xfrm>
            <a:custGeom>
              <a:avLst/>
              <a:gdLst/>
              <a:ahLst/>
              <a:cxnLst/>
              <a:rect l="l" t="t" r="r" b="b"/>
              <a:pathLst>
                <a:path w="20674" h="4807" extrusionOk="0">
                  <a:moveTo>
                    <a:pt x="671" y="0"/>
                  </a:moveTo>
                  <a:cubicBezTo>
                    <a:pt x="378" y="0"/>
                    <a:pt x="118" y="210"/>
                    <a:pt x="63" y="507"/>
                  </a:cubicBezTo>
                  <a:cubicBezTo>
                    <a:pt x="1" y="839"/>
                    <a:pt x="217" y="1159"/>
                    <a:pt x="549" y="1225"/>
                  </a:cubicBezTo>
                  <a:lnTo>
                    <a:pt x="19920" y="4797"/>
                  </a:lnTo>
                  <a:cubicBezTo>
                    <a:pt x="19958" y="4804"/>
                    <a:pt x="19995" y="4807"/>
                    <a:pt x="20033" y="4807"/>
                  </a:cubicBezTo>
                  <a:cubicBezTo>
                    <a:pt x="20350" y="4805"/>
                    <a:pt x="20616" y="4561"/>
                    <a:pt x="20644" y="4244"/>
                  </a:cubicBezTo>
                  <a:cubicBezTo>
                    <a:pt x="20673" y="3927"/>
                    <a:pt x="20457" y="3639"/>
                    <a:pt x="20144" y="3580"/>
                  </a:cubicBezTo>
                  <a:lnTo>
                    <a:pt x="774" y="9"/>
                  </a:lnTo>
                  <a:cubicBezTo>
                    <a:pt x="739" y="3"/>
                    <a:pt x="705" y="0"/>
                    <a:pt x="6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372;p111">
              <a:extLst>
                <a:ext uri="{FF2B5EF4-FFF2-40B4-BE49-F238E27FC236}">
                  <a16:creationId xmlns:a16="http://schemas.microsoft.com/office/drawing/2014/main" id="{5F63BB83-6400-7B4A-C36B-479516610846}"/>
                </a:ext>
              </a:extLst>
            </p:cNvPr>
            <p:cNvSpPr/>
            <p:nvPr/>
          </p:nvSpPr>
          <p:spPr>
            <a:xfrm>
              <a:off x="5704550" y="2980125"/>
              <a:ext cx="517350" cy="120300"/>
            </a:xfrm>
            <a:custGeom>
              <a:avLst/>
              <a:gdLst/>
              <a:ahLst/>
              <a:cxnLst/>
              <a:rect l="l" t="t" r="r" b="b"/>
              <a:pathLst>
                <a:path w="20694" h="4812" extrusionOk="0">
                  <a:moveTo>
                    <a:pt x="671" y="0"/>
                  </a:moveTo>
                  <a:cubicBezTo>
                    <a:pt x="379" y="0"/>
                    <a:pt x="118" y="208"/>
                    <a:pt x="62" y="507"/>
                  </a:cubicBezTo>
                  <a:cubicBezTo>
                    <a:pt x="0" y="846"/>
                    <a:pt x="227" y="1173"/>
                    <a:pt x="569" y="1229"/>
                  </a:cubicBezTo>
                  <a:lnTo>
                    <a:pt x="19939" y="4800"/>
                  </a:lnTo>
                  <a:cubicBezTo>
                    <a:pt x="19976" y="4807"/>
                    <a:pt x="20014" y="4810"/>
                    <a:pt x="20051" y="4812"/>
                  </a:cubicBezTo>
                  <a:lnTo>
                    <a:pt x="20051" y="4810"/>
                  </a:lnTo>
                  <a:cubicBezTo>
                    <a:pt x="20370" y="4809"/>
                    <a:pt x="20636" y="4565"/>
                    <a:pt x="20664" y="4247"/>
                  </a:cubicBezTo>
                  <a:cubicBezTo>
                    <a:pt x="20693" y="3931"/>
                    <a:pt x="20477" y="3643"/>
                    <a:pt x="20164" y="3584"/>
                  </a:cubicBezTo>
                  <a:lnTo>
                    <a:pt x="793" y="12"/>
                  </a:lnTo>
                  <a:cubicBezTo>
                    <a:pt x="752" y="4"/>
                    <a:pt x="711" y="0"/>
                    <a:pt x="6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373;p111">
              <a:extLst>
                <a:ext uri="{FF2B5EF4-FFF2-40B4-BE49-F238E27FC236}">
                  <a16:creationId xmlns:a16="http://schemas.microsoft.com/office/drawing/2014/main" id="{BCDEE3FE-328C-FA21-2FBC-4B1D314DD651}"/>
                </a:ext>
              </a:extLst>
            </p:cNvPr>
            <p:cNvSpPr/>
            <p:nvPr/>
          </p:nvSpPr>
          <p:spPr>
            <a:xfrm>
              <a:off x="4598950" y="2136650"/>
              <a:ext cx="1061325" cy="1107250"/>
            </a:xfrm>
            <a:custGeom>
              <a:avLst/>
              <a:gdLst/>
              <a:ahLst/>
              <a:cxnLst/>
              <a:rect l="l" t="t" r="r" b="b"/>
              <a:pathLst>
                <a:path w="42453" h="44290" extrusionOk="0">
                  <a:moveTo>
                    <a:pt x="7921" y="1"/>
                  </a:moveTo>
                  <a:cubicBezTo>
                    <a:pt x="7335" y="1"/>
                    <a:pt x="6814" y="418"/>
                    <a:pt x="6704" y="1016"/>
                  </a:cubicBezTo>
                  <a:lnTo>
                    <a:pt x="124" y="36708"/>
                  </a:lnTo>
                  <a:cubicBezTo>
                    <a:pt x="0" y="37380"/>
                    <a:pt x="446" y="38027"/>
                    <a:pt x="1120" y="38151"/>
                  </a:cubicBezTo>
                  <a:lnTo>
                    <a:pt x="34307" y="44269"/>
                  </a:lnTo>
                  <a:cubicBezTo>
                    <a:pt x="34383" y="44283"/>
                    <a:pt x="34458" y="44290"/>
                    <a:pt x="34533" y="44290"/>
                  </a:cubicBezTo>
                  <a:cubicBezTo>
                    <a:pt x="35119" y="44290"/>
                    <a:pt x="35640" y="43871"/>
                    <a:pt x="35750" y="43275"/>
                  </a:cubicBezTo>
                  <a:lnTo>
                    <a:pt x="42328" y="7583"/>
                  </a:lnTo>
                  <a:cubicBezTo>
                    <a:pt x="42452" y="6909"/>
                    <a:pt x="42008" y="6262"/>
                    <a:pt x="41334" y="6138"/>
                  </a:cubicBezTo>
                  <a:lnTo>
                    <a:pt x="8147" y="22"/>
                  </a:lnTo>
                  <a:cubicBezTo>
                    <a:pt x="8071" y="8"/>
                    <a:pt x="7996" y="1"/>
                    <a:pt x="7921" y="1"/>
                  </a:cubicBezTo>
                  <a:close/>
                </a:path>
              </a:pathLst>
            </a:custGeom>
            <a:solidFill>
              <a:srgbClr val="3E47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374;p111">
              <a:extLst>
                <a:ext uri="{FF2B5EF4-FFF2-40B4-BE49-F238E27FC236}">
                  <a16:creationId xmlns:a16="http://schemas.microsoft.com/office/drawing/2014/main" id="{EFE255B3-50CA-429C-04AB-7750416859E3}"/>
                </a:ext>
              </a:extLst>
            </p:cNvPr>
            <p:cNvSpPr/>
            <p:nvPr/>
          </p:nvSpPr>
          <p:spPr>
            <a:xfrm>
              <a:off x="4607175" y="2139475"/>
              <a:ext cx="1013900" cy="1052625"/>
            </a:xfrm>
            <a:custGeom>
              <a:avLst/>
              <a:gdLst/>
              <a:ahLst/>
              <a:cxnLst/>
              <a:rect l="l" t="t" r="r" b="b"/>
              <a:pathLst>
                <a:path w="40556" h="42105" extrusionOk="0">
                  <a:moveTo>
                    <a:pt x="7572" y="1"/>
                  </a:moveTo>
                  <a:cubicBezTo>
                    <a:pt x="6985" y="1"/>
                    <a:pt x="6464" y="419"/>
                    <a:pt x="6354" y="1017"/>
                  </a:cubicBezTo>
                  <a:lnTo>
                    <a:pt x="124" y="34807"/>
                  </a:lnTo>
                  <a:cubicBezTo>
                    <a:pt x="0" y="35481"/>
                    <a:pt x="446" y="36128"/>
                    <a:pt x="1120" y="36252"/>
                  </a:cubicBezTo>
                  <a:lnTo>
                    <a:pt x="32759" y="42084"/>
                  </a:lnTo>
                  <a:cubicBezTo>
                    <a:pt x="32835" y="42098"/>
                    <a:pt x="32910" y="42105"/>
                    <a:pt x="32985" y="42105"/>
                  </a:cubicBezTo>
                  <a:cubicBezTo>
                    <a:pt x="33570" y="42105"/>
                    <a:pt x="34092" y="41686"/>
                    <a:pt x="34202" y="41090"/>
                  </a:cubicBezTo>
                  <a:lnTo>
                    <a:pt x="40431" y="7298"/>
                  </a:lnTo>
                  <a:cubicBezTo>
                    <a:pt x="40555" y="6624"/>
                    <a:pt x="40111" y="5978"/>
                    <a:pt x="39437" y="5854"/>
                  </a:cubicBezTo>
                  <a:lnTo>
                    <a:pt x="7798" y="21"/>
                  </a:lnTo>
                  <a:cubicBezTo>
                    <a:pt x="7722" y="7"/>
                    <a:pt x="7646" y="1"/>
                    <a:pt x="7572" y="1"/>
                  </a:cubicBezTo>
                  <a:close/>
                </a:path>
              </a:pathLst>
            </a:custGeom>
            <a:solidFill>
              <a:srgbClr val="599A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375;p111">
              <a:extLst>
                <a:ext uri="{FF2B5EF4-FFF2-40B4-BE49-F238E27FC236}">
                  <a16:creationId xmlns:a16="http://schemas.microsoft.com/office/drawing/2014/main" id="{C680B255-D64A-EF4A-32AB-550D9F5E2E10}"/>
                </a:ext>
              </a:extLst>
            </p:cNvPr>
            <p:cNvSpPr/>
            <p:nvPr/>
          </p:nvSpPr>
          <p:spPr>
            <a:xfrm>
              <a:off x="4751325" y="2139350"/>
              <a:ext cx="869875" cy="262300"/>
            </a:xfrm>
            <a:custGeom>
              <a:avLst/>
              <a:gdLst/>
              <a:ahLst/>
              <a:cxnLst/>
              <a:rect l="l" t="t" r="r" b="b"/>
              <a:pathLst>
                <a:path w="34795" h="10492" extrusionOk="0">
                  <a:moveTo>
                    <a:pt x="1777" y="0"/>
                  </a:moveTo>
                  <a:cubicBezTo>
                    <a:pt x="1208" y="0"/>
                    <a:pt x="702" y="406"/>
                    <a:pt x="595" y="986"/>
                  </a:cubicBezTo>
                  <a:lnTo>
                    <a:pt x="0" y="4211"/>
                  </a:lnTo>
                  <a:lnTo>
                    <a:pt x="34078" y="10492"/>
                  </a:lnTo>
                  <a:lnTo>
                    <a:pt x="34679" y="7224"/>
                  </a:lnTo>
                  <a:cubicBezTo>
                    <a:pt x="34795" y="6594"/>
                    <a:pt x="34379" y="5990"/>
                    <a:pt x="33749" y="5873"/>
                  </a:cubicBezTo>
                  <a:lnTo>
                    <a:pt x="1997" y="20"/>
                  </a:lnTo>
                  <a:cubicBezTo>
                    <a:pt x="1923" y="7"/>
                    <a:pt x="1850" y="0"/>
                    <a:pt x="17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376;p111">
              <a:extLst>
                <a:ext uri="{FF2B5EF4-FFF2-40B4-BE49-F238E27FC236}">
                  <a16:creationId xmlns:a16="http://schemas.microsoft.com/office/drawing/2014/main" id="{9BF103AA-FA11-54AF-2374-471F1AF3BC35}"/>
                </a:ext>
              </a:extLst>
            </p:cNvPr>
            <p:cNvSpPr/>
            <p:nvPr/>
          </p:nvSpPr>
          <p:spPr>
            <a:xfrm>
              <a:off x="4855500" y="2050075"/>
              <a:ext cx="318125" cy="614700"/>
            </a:xfrm>
            <a:custGeom>
              <a:avLst/>
              <a:gdLst/>
              <a:ahLst/>
              <a:cxnLst/>
              <a:rect l="l" t="t" r="r" b="b"/>
              <a:pathLst>
                <a:path w="12725" h="24588" extrusionOk="0">
                  <a:moveTo>
                    <a:pt x="7477" y="0"/>
                  </a:moveTo>
                  <a:cubicBezTo>
                    <a:pt x="5487" y="0"/>
                    <a:pt x="3712" y="1423"/>
                    <a:pt x="3338" y="3449"/>
                  </a:cubicBezTo>
                  <a:lnTo>
                    <a:pt x="3263" y="3853"/>
                  </a:lnTo>
                  <a:cubicBezTo>
                    <a:pt x="3178" y="4353"/>
                    <a:pt x="3511" y="4828"/>
                    <a:pt x="4010" y="4920"/>
                  </a:cubicBezTo>
                  <a:cubicBezTo>
                    <a:pt x="4067" y="4931"/>
                    <a:pt x="4124" y="4936"/>
                    <a:pt x="4180" y="4936"/>
                  </a:cubicBezTo>
                  <a:cubicBezTo>
                    <a:pt x="4614" y="4936"/>
                    <a:pt x="5001" y="4630"/>
                    <a:pt x="5088" y="4189"/>
                  </a:cubicBezTo>
                  <a:lnTo>
                    <a:pt x="5162" y="3785"/>
                  </a:lnTo>
                  <a:cubicBezTo>
                    <a:pt x="5372" y="2650"/>
                    <a:pt x="6362" y="1857"/>
                    <a:pt x="7477" y="1857"/>
                  </a:cubicBezTo>
                  <a:cubicBezTo>
                    <a:pt x="7619" y="1857"/>
                    <a:pt x="7762" y="1870"/>
                    <a:pt x="7906" y="1896"/>
                  </a:cubicBezTo>
                  <a:lnTo>
                    <a:pt x="8713" y="2045"/>
                  </a:lnTo>
                  <a:cubicBezTo>
                    <a:pt x="9916" y="2268"/>
                    <a:pt x="10713" y="3424"/>
                    <a:pt x="10492" y="4629"/>
                  </a:cubicBezTo>
                  <a:lnTo>
                    <a:pt x="7479" y="20971"/>
                  </a:lnTo>
                  <a:cubicBezTo>
                    <a:pt x="7288" y="22006"/>
                    <a:pt x="6384" y="22732"/>
                    <a:pt x="5368" y="22732"/>
                  </a:cubicBezTo>
                  <a:cubicBezTo>
                    <a:pt x="5239" y="22732"/>
                    <a:pt x="5107" y="22720"/>
                    <a:pt x="4976" y="22696"/>
                  </a:cubicBezTo>
                  <a:lnTo>
                    <a:pt x="4505" y="22609"/>
                  </a:lnTo>
                  <a:cubicBezTo>
                    <a:pt x="3005" y="22332"/>
                    <a:pt x="2010" y="20888"/>
                    <a:pt x="2287" y="19389"/>
                  </a:cubicBezTo>
                  <a:lnTo>
                    <a:pt x="3478" y="12932"/>
                  </a:lnTo>
                  <a:cubicBezTo>
                    <a:pt x="3570" y="12427"/>
                    <a:pt x="3237" y="11943"/>
                    <a:pt x="2733" y="11851"/>
                  </a:cubicBezTo>
                  <a:cubicBezTo>
                    <a:pt x="2676" y="11840"/>
                    <a:pt x="2619" y="11835"/>
                    <a:pt x="2562" y="11835"/>
                  </a:cubicBezTo>
                  <a:cubicBezTo>
                    <a:pt x="2123" y="11835"/>
                    <a:pt x="1734" y="12148"/>
                    <a:pt x="1653" y="12595"/>
                  </a:cubicBezTo>
                  <a:lnTo>
                    <a:pt x="462" y="19052"/>
                  </a:lnTo>
                  <a:cubicBezTo>
                    <a:pt x="0" y="21557"/>
                    <a:pt x="1663" y="23971"/>
                    <a:pt x="4168" y="24435"/>
                  </a:cubicBezTo>
                  <a:lnTo>
                    <a:pt x="4639" y="24521"/>
                  </a:lnTo>
                  <a:cubicBezTo>
                    <a:pt x="4879" y="24564"/>
                    <a:pt x="5123" y="24587"/>
                    <a:pt x="5367" y="24587"/>
                  </a:cubicBezTo>
                  <a:cubicBezTo>
                    <a:pt x="7260" y="24587"/>
                    <a:pt x="8948" y="23235"/>
                    <a:pt x="9304" y="21309"/>
                  </a:cubicBezTo>
                  <a:lnTo>
                    <a:pt x="12317" y="4965"/>
                  </a:lnTo>
                  <a:cubicBezTo>
                    <a:pt x="12724" y="2756"/>
                    <a:pt x="11258" y="628"/>
                    <a:pt x="9049" y="219"/>
                  </a:cubicBezTo>
                  <a:lnTo>
                    <a:pt x="8242" y="71"/>
                  </a:lnTo>
                  <a:cubicBezTo>
                    <a:pt x="7985" y="23"/>
                    <a:pt x="7730" y="0"/>
                    <a:pt x="7477" y="0"/>
                  </a:cubicBezTo>
                  <a:close/>
                </a:path>
              </a:pathLst>
            </a:custGeom>
            <a:solidFill>
              <a:srgbClr val="3E47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377;p111">
              <a:extLst>
                <a:ext uri="{FF2B5EF4-FFF2-40B4-BE49-F238E27FC236}">
                  <a16:creationId xmlns:a16="http://schemas.microsoft.com/office/drawing/2014/main" id="{49E3CF92-FCFA-08F9-FEF7-494A31621320}"/>
                </a:ext>
              </a:extLst>
            </p:cNvPr>
            <p:cNvSpPr/>
            <p:nvPr/>
          </p:nvSpPr>
          <p:spPr>
            <a:xfrm>
              <a:off x="4752650" y="2249175"/>
              <a:ext cx="325575" cy="72500"/>
            </a:xfrm>
            <a:custGeom>
              <a:avLst/>
              <a:gdLst/>
              <a:ahLst/>
              <a:cxnLst/>
              <a:rect l="l" t="t" r="r" b="b"/>
              <a:pathLst>
                <a:path w="13023" h="2900" extrusionOk="0">
                  <a:moveTo>
                    <a:pt x="337" y="0"/>
                  </a:moveTo>
                  <a:cubicBezTo>
                    <a:pt x="190" y="0"/>
                    <a:pt x="61" y="105"/>
                    <a:pt x="32" y="253"/>
                  </a:cubicBezTo>
                  <a:cubicBezTo>
                    <a:pt x="1" y="422"/>
                    <a:pt x="112" y="582"/>
                    <a:pt x="281" y="614"/>
                  </a:cubicBezTo>
                  <a:lnTo>
                    <a:pt x="12645" y="2894"/>
                  </a:lnTo>
                  <a:cubicBezTo>
                    <a:pt x="12664" y="2897"/>
                    <a:pt x="12682" y="2900"/>
                    <a:pt x="12701" y="2900"/>
                  </a:cubicBezTo>
                  <a:lnTo>
                    <a:pt x="12701" y="2898"/>
                  </a:lnTo>
                  <a:cubicBezTo>
                    <a:pt x="12861" y="2897"/>
                    <a:pt x="12994" y="2776"/>
                    <a:pt x="13009" y="2617"/>
                  </a:cubicBezTo>
                  <a:cubicBezTo>
                    <a:pt x="13023" y="2458"/>
                    <a:pt x="12913" y="2315"/>
                    <a:pt x="12757" y="2285"/>
                  </a:cubicBezTo>
                  <a:lnTo>
                    <a:pt x="393" y="5"/>
                  </a:lnTo>
                  <a:cubicBezTo>
                    <a:pt x="374" y="2"/>
                    <a:pt x="356" y="0"/>
                    <a:pt x="3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378;p111">
              <a:extLst>
                <a:ext uri="{FF2B5EF4-FFF2-40B4-BE49-F238E27FC236}">
                  <a16:creationId xmlns:a16="http://schemas.microsoft.com/office/drawing/2014/main" id="{056CE22F-C09B-50F8-2DDB-0E6BBC57D0EE}"/>
                </a:ext>
              </a:extLst>
            </p:cNvPr>
            <p:cNvSpPr/>
            <p:nvPr/>
          </p:nvSpPr>
          <p:spPr>
            <a:xfrm>
              <a:off x="4519200" y="3616025"/>
              <a:ext cx="1512300" cy="303650"/>
            </a:xfrm>
            <a:custGeom>
              <a:avLst/>
              <a:gdLst/>
              <a:ahLst/>
              <a:cxnLst/>
              <a:rect l="l" t="t" r="r" b="b"/>
              <a:pathLst>
                <a:path w="60492" h="12146" extrusionOk="0">
                  <a:moveTo>
                    <a:pt x="670" y="1"/>
                  </a:moveTo>
                  <a:cubicBezTo>
                    <a:pt x="377" y="1"/>
                    <a:pt x="116" y="210"/>
                    <a:pt x="62" y="507"/>
                  </a:cubicBezTo>
                  <a:cubicBezTo>
                    <a:pt x="0" y="839"/>
                    <a:pt x="216" y="1159"/>
                    <a:pt x="548" y="1226"/>
                  </a:cubicBezTo>
                  <a:lnTo>
                    <a:pt x="59735" y="12136"/>
                  </a:lnTo>
                  <a:cubicBezTo>
                    <a:pt x="59773" y="12143"/>
                    <a:pt x="59811" y="12146"/>
                    <a:pt x="59848" y="12146"/>
                  </a:cubicBezTo>
                  <a:cubicBezTo>
                    <a:pt x="60167" y="12146"/>
                    <a:pt x="60434" y="11902"/>
                    <a:pt x="60463" y="11583"/>
                  </a:cubicBezTo>
                  <a:cubicBezTo>
                    <a:pt x="60492" y="11266"/>
                    <a:pt x="60274" y="10979"/>
                    <a:pt x="59959" y="10919"/>
                  </a:cubicBezTo>
                  <a:lnTo>
                    <a:pt x="773" y="9"/>
                  </a:lnTo>
                  <a:cubicBezTo>
                    <a:pt x="739" y="4"/>
                    <a:pt x="704" y="1"/>
                    <a:pt x="6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379;p111">
              <a:extLst>
                <a:ext uri="{FF2B5EF4-FFF2-40B4-BE49-F238E27FC236}">
                  <a16:creationId xmlns:a16="http://schemas.microsoft.com/office/drawing/2014/main" id="{B8315B6B-B54C-F439-B693-EBEC7874A079}"/>
                </a:ext>
              </a:extLst>
            </p:cNvPr>
            <p:cNvSpPr/>
            <p:nvPr/>
          </p:nvSpPr>
          <p:spPr>
            <a:xfrm>
              <a:off x="4413375" y="4190000"/>
              <a:ext cx="1512325" cy="303650"/>
            </a:xfrm>
            <a:custGeom>
              <a:avLst/>
              <a:gdLst/>
              <a:ahLst/>
              <a:cxnLst/>
              <a:rect l="l" t="t" r="r" b="b"/>
              <a:pathLst>
                <a:path w="60493" h="12146" extrusionOk="0">
                  <a:moveTo>
                    <a:pt x="670" y="0"/>
                  </a:moveTo>
                  <a:cubicBezTo>
                    <a:pt x="377" y="0"/>
                    <a:pt x="117" y="208"/>
                    <a:pt x="63" y="507"/>
                  </a:cubicBezTo>
                  <a:cubicBezTo>
                    <a:pt x="1" y="838"/>
                    <a:pt x="217" y="1159"/>
                    <a:pt x="549" y="1225"/>
                  </a:cubicBezTo>
                  <a:lnTo>
                    <a:pt x="59736" y="12135"/>
                  </a:lnTo>
                  <a:cubicBezTo>
                    <a:pt x="59774" y="12141"/>
                    <a:pt x="59811" y="12145"/>
                    <a:pt x="59849" y="12145"/>
                  </a:cubicBezTo>
                  <a:lnTo>
                    <a:pt x="59849" y="12144"/>
                  </a:lnTo>
                  <a:cubicBezTo>
                    <a:pt x="60169" y="12144"/>
                    <a:pt x="60435" y="11900"/>
                    <a:pt x="60464" y="11583"/>
                  </a:cubicBezTo>
                  <a:cubicBezTo>
                    <a:pt x="60493" y="11264"/>
                    <a:pt x="60275" y="10976"/>
                    <a:pt x="59962" y="10917"/>
                  </a:cubicBezTo>
                  <a:lnTo>
                    <a:pt x="774" y="9"/>
                  </a:lnTo>
                  <a:cubicBezTo>
                    <a:pt x="739" y="3"/>
                    <a:pt x="705" y="0"/>
                    <a:pt x="6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380;p111">
              <a:extLst>
                <a:ext uri="{FF2B5EF4-FFF2-40B4-BE49-F238E27FC236}">
                  <a16:creationId xmlns:a16="http://schemas.microsoft.com/office/drawing/2014/main" id="{79E561FB-6FA3-7979-1F7A-5A1E3553B9C8}"/>
                </a:ext>
              </a:extLst>
            </p:cNvPr>
            <p:cNvSpPr/>
            <p:nvPr/>
          </p:nvSpPr>
          <p:spPr>
            <a:xfrm>
              <a:off x="4466300" y="3903000"/>
              <a:ext cx="732050" cy="159850"/>
            </a:xfrm>
            <a:custGeom>
              <a:avLst/>
              <a:gdLst/>
              <a:ahLst/>
              <a:cxnLst/>
              <a:rect l="l" t="t" r="r" b="b"/>
              <a:pathLst>
                <a:path w="29282" h="6394" extrusionOk="0">
                  <a:moveTo>
                    <a:pt x="669" y="0"/>
                  </a:moveTo>
                  <a:cubicBezTo>
                    <a:pt x="376" y="0"/>
                    <a:pt x="117" y="208"/>
                    <a:pt x="61" y="505"/>
                  </a:cubicBezTo>
                  <a:cubicBezTo>
                    <a:pt x="1" y="839"/>
                    <a:pt x="217" y="1157"/>
                    <a:pt x="548" y="1225"/>
                  </a:cubicBezTo>
                  <a:lnTo>
                    <a:pt x="28527" y="6384"/>
                  </a:lnTo>
                  <a:cubicBezTo>
                    <a:pt x="28565" y="6390"/>
                    <a:pt x="28602" y="6394"/>
                    <a:pt x="28641" y="6394"/>
                  </a:cubicBezTo>
                  <a:lnTo>
                    <a:pt x="28640" y="6392"/>
                  </a:lnTo>
                  <a:cubicBezTo>
                    <a:pt x="28959" y="6391"/>
                    <a:pt x="29224" y="6149"/>
                    <a:pt x="29253" y="5831"/>
                  </a:cubicBezTo>
                  <a:cubicBezTo>
                    <a:pt x="29282" y="5514"/>
                    <a:pt x="29065" y="5227"/>
                    <a:pt x="28752" y="5166"/>
                  </a:cubicBezTo>
                  <a:lnTo>
                    <a:pt x="773" y="9"/>
                  </a:lnTo>
                  <a:cubicBezTo>
                    <a:pt x="738" y="3"/>
                    <a:pt x="703" y="0"/>
                    <a:pt x="6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381;p111">
              <a:extLst>
                <a:ext uri="{FF2B5EF4-FFF2-40B4-BE49-F238E27FC236}">
                  <a16:creationId xmlns:a16="http://schemas.microsoft.com/office/drawing/2014/main" id="{E54009AF-3B5D-F51D-08F0-4D673D93462A}"/>
                </a:ext>
              </a:extLst>
            </p:cNvPr>
            <p:cNvSpPr/>
            <p:nvPr/>
          </p:nvSpPr>
          <p:spPr>
            <a:xfrm>
              <a:off x="4562700" y="3380150"/>
              <a:ext cx="732050" cy="159825"/>
            </a:xfrm>
            <a:custGeom>
              <a:avLst/>
              <a:gdLst/>
              <a:ahLst/>
              <a:cxnLst/>
              <a:rect l="l" t="t" r="r" b="b"/>
              <a:pathLst>
                <a:path w="29282" h="6393" extrusionOk="0">
                  <a:moveTo>
                    <a:pt x="668" y="0"/>
                  </a:moveTo>
                  <a:cubicBezTo>
                    <a:pt x="375" y="0"/>
                    <a:pt x="116" y="208"/>
                    <a:pt x="61" y="506"/>
                  </a:cubicBezTo>
                  <a:cubicBezTo>
                    <a:pt x="0" y="839"/>
                    <a:pt x="217" y="1158"/>
                    <a:pt x="547" y="1226"/>
                  </a:cubicBezTo>
                  <a:lnTo>
                    <a:pt x="28527" y="6383"/>
                  </a:lnTo>
                  <a:cubicBezTo>
                    <a:pt x="28564" y="6390"/>
                    <a:pt x="28602" y="6393"/>
                    <a:pt x="28639" y="6393"/>
                  </a:cubicBezTo>
                  <a:cubicBezTo>
                    <a:pt x="28958" y="6390"/>
                    <a:pt x="29224" y="6147"/>
                    <a:pt x="29253" y="5830"/>
                  </a:cubicBezTo>
                  <a:cubicBezTo>
                    <a:pt x="29281" y="5512"/>
                    <a:pt x="29065" y="5225"/>
                    <a:pt x="28752" y="5166"/>
                  </a:cubicBezTo>
                  <a:lnTo>
                    <a:pt x="772" y="9"/>
                  </a:lnTo>
                  <a:cubicBezTo>
                    <a:pt x="737" y="3"/>
                    <a:pt x="702" y="0"/>
                    <a:pt x="6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382;p111">
              <a:extLst>
                <a:ext uri="{FF2B5EF4-FFF2-40B4-BE49-F238E27FC236}">
                  <a16:creationId xmlns:a16="http://schemas.microsoft.com/office/drawing/2014/main" id="{3BFDCBC6-FE5F-E440-A4E9-6ABE1F7F56B5}"/>
                </a:ext>
              </a:extLst>
            </p:cNvPr>
            <p:cNvSpPr/>
            <p:nvPr/>
          </p:nvSpPr>
          <p:spPr>
            <a:xfrm>
              <a:off x="5279425" y="4050575"/>
              <a:ext cx="699600" cy="153875"/>
            </a:xfrm>
            <a:custGeom>
              <a:avLst/>
              <a:gdLst/>
              <a:ahLst/>
              <a:cxnLst/>
              <a:rect l="l" t="t" r="r" b="b"/>
              <a:pathLst>
                <a:path w="27984" h="6155" extrusionOk="0">
                  <a:moveTo>
                    <a:pt x="670" y="1"/>
                  </a:moveTo>
                  <a:cubicBezTo>
                    <a:pt x="378" y="1"/>
                    <a:pt x="119" y="209"/>
                    <a:pt x="64" y="507"/>
                  </a:cubicBezTo>
                  <a:cubicBezTo>
                    <a:pt x="1" y="847"/>
                    <a:pt x="229" y="1172"/>
                    <a:pt x="569" y="1230"/>
                  </a:cubicBezTo>
                  <a:lnTo>
                    <a:pt x="27227" y="6143"/>
                  </a:lnTo>
                  <a:cubicBezTo>
                    <a:pt x="27265" y="6150"/>
                    <a:pt x="27302" y="6154"/>
                    <a:pt x="27340" y="6154"/>
                  </a:cubicBezTo>
                  <a:lnTo>
                    <a:pt x="27340" y="6153"/>
                  </a:lnTo>
                  <a:cubicBezTo>
                    <a:pt x="27660" y="6153"/>
                    <a:pt x="27925" y="5909"/>
                    <a:pt x="27954" y="5590"/>
                  </a:cubicBezTo>
                  <a:cubicBezTo>
                    <a:pt x="27983" y="5273"/>
                    <a:pt x="27765" y="4986"/>
                    <a:pt x="27452" y="4926"/>
                  </a:cubicBezTo>
                  <a:lnTo>
                    <a:pt x="794" y="13"/>
                  </a:lnTo>
                  <a:cubicBezTo>
                    <a:pt x="753" y="5"/>
                    <a:pt x="711" y="1"/>
                    <a:pt x="6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383;p111">
              <a:extLst>
                <a:ext uri="{FF2B5EF4-FFF2-40B4-BE49-F238E27FC236}">
                  <a16:creationId xmlns:a16="http://schemas.microsoft.com/office/drawing/2014/main" id="{04E45C0A-8049-9456-67F7-52B91F73138D}"/>
                </a:ext>
              </a:extLst>
            </p:cNvPr>
            <p:cNvSpPr/>
            <p:nvPr/>
          </p:nvSpPr>
          <p:spPr>
            <a:xfrm>
              <a:off x="4932300" y="786675"/>
              <a:ext cx="925500" cy="378175"/>
            </a:xfrm>
            <a:custGeom>
              <a:avLst/>
              <a:gdLst/>
              <a:ahLst/>
              <a:cxnLst/>
              <a:rect l="l" t="t" r="r" b="b"/>
              <a:pathLst>
                <a:path w="37020" h="15127" extrusionOk="0">
                  <a:moveTo>
                    <a:pt x="2062" y="1"/>
                  </a:moveTo>
                  <a:cubicBezTo>
                    <a:pt x="920" y="1"/>
                    <a:pt x="0" y="921"/>
                    <a:pt x="0" y="2062"/>
                  </a:cubicBezTo>
                  <a:lnTo>
                    <a:pt x="0" y="13065"/>
                  </a:lnTo>
                  <a:cubicBezTo>
                    <a:pt x="0" y="14208"/>
                    <a:pt x="920" y="15127"/>
                    <a:pt x="2062" y="15127"/>
                  </a:cubicBezTo>
                  <a:lnTo>
                    <a:pt x="34958" y="15127"/>
                  </a:lnTo>
                  <a:cubicBezTo>
                    <a:pt x="36099" y="15127"/>
                    <a:pt x="37020" y="14208"/>
                    <a:pt x="37020" y="13065"/>
                  </a:cubicBezTo>
                  <a:lnTo>
                    <a:pt x="37020" y="2062"/>
                  </a:lnTo>
                  <a:cubicBezTo>
                    <a:pt x="37020" y="921"/>
                    <a:pt x="36099" y="1"/>
                    <a:pt x="349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384;p111">
              <a:extLst>
                <a:ext uri="{FF2B5EF4-FFF2-40B4-BE49-F238E27FC236}">
                  <a16:creationId xmlns:a16="http://schemas.microsoft.com/office/drawing/2014/main" id="{AFB4A7E6-1659-CFA1-4BFF-C10DA9C2B095}"/>
                </a:ext>
              </a:extLst>
            </p:cNvPr>
            <p:cNvSpPr/>
            <p:nvPr/>
          </p:nvSpPr>
          <p:spPr>
            <a:xfrm>
              <a:off x="5223850" y="1064875"/>
              <a:ext cx="1253475" cy="512175"/>
            </a:xfrm>
            <a:custGeom>
              <a:avLst/>
              <a:gdLst/>
              <a:ahLst/>
              <a:cxnLst/>
              <a:rect l="l" t="t" r="r" b="b"/>
              <a:pathLst>
                <a:path w="50139" h="20487" extrusionOk="0">
                  <a:moveTo>
                    <a:pt x="2062" y="0"/>
                  </a:moveTo>
                  <a:cubicBezTo>
                    <a:pt x="921" y="0"/>
                    <a:pt x="0" y="920"/>
                    <a:pt x="0" y="2062"/>
                  </a:cubicBezTo>
                  <a:lnTo>
                    <a:pt x="0" y="18425"/>
                  </a:lnTo>
                  <a:cubicBezTo>
                    <a:pt x="0" y="19566"/>
                    <a:pt x="921" y="20487"/>
                    <a:pt x="2062" y="20487"/>
                  </a:cubicBezTo>
                  <a:lnTo>
                    <a:pt x="48077" y="20487"/>
                  </a:lnTo>
                  <a:cubicBezTo>
                    <a:pt x="49220" y="20487"/>
                    <a:pt x="50139" y="19566"/>
                    <a:pt x="50139" y="18425"/>
                  </a:cubicBezTo>
                  <a:lnTo>
                    <a:pt x="50139" y="2062"/>
                  </a:lnTo>
                  <a:cubicBezTo>
                    <a:pt x="50139" y="920"/>
                    <a:pt x="49220" y="0"/>
                    <a:pt x="480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385;p111">
              <a:extLst>
                <a:ext uri="{FF2B5EF4-FFF2-40B4-BE49-F238E27FC236}">
                  <a16:creationId xmlns:a16="http://schemas.microsoft.com/office/drawing/2014/main" id="{159E88CF-4217-8D1C-AC3C-C30D126F554F}"/>
                </a:ext>
              </a:extLst>
            </p:cNvPr>
            <p:cNvSpPr/>
            <p:nvPr/>
          </p:nvSpPr>
          <p:spPr>
            <a:xfrm>
              <a:off x="5460225" y="1468750"/>
              <a:ext cx="1413825" cy="530225"/>
            </a:xfrm>
            <a:custGeom>
              <a:avLst/>
              <a:gdLst/>
              <a:ahLst/>
              <a:cxnLst/>
              <a:rect l="l" t="t" r="r" b="b"/>
              <a:pathLst>
                <a:path w="56553" h="21209" extrusionOk="0">
                  <a:moveTo>
                    <a:pt x="2798" y="0"/>
                  </a:moveTo>
                  <a:cubicBezTo>
                    <a:pt x="1249" y="0"/>
                    <a:pt x="1" y="1248"/>
                    <a:pt x="1" y="2800"/>
                  </a:cubicBezTo>
                  <a:lnTo>
                    <a:pt x="1" y="18409"/>
                  </a:lnTo>
                  <a:cubicBezTo>
                    <a:pt x="1" y="19959"/>
                    <a:pt x="1249" y="21208"/>
                    <a:pt x="2798" y="21208"/>
                  </a:cubicBezTo>
                  <a:lnTo>
                    <a:pt x="53754" y="21208"/>
                  </a:lnTo>
                  <a:cubicBezTo>
                    <a:pt x="55305" y="21208"/>
                    <a:pt x="56553" y="19959"/>
                    <a:pt x="56553" y="18409"/>
                  </a:cubicBezTo>
                  <a:lnTo>
                    <a:pt x="56553" y="2800"/>
                  </a:lnTo>
                  <a:cubicBezTo>
                    <a:pt x="56553" y="1248"/>
                    <a:pt x="55305" y="0"/>
                    <a:pt x="5375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386;p111">
              <a:extLst>
                <a:ext uri="{FF2B5EF4-FFF2-40B4-BE49-F238E27FC236}">
                  <a16:creationId xmlns:a16="http://schemas.microsoft.com/office/drawing/2014/main" id="{5C37E3F1-7041-717F-CB15-10C3FFA1E76F}"/>
                </a:ext>
              </a:extLst>
            </p:cNvPr>
            <p:cNvSpPr/>
            <p:nvPr/>
          </p:nvSpPr>
          <p:spPr>
            <a:xfrm>
              <a:off x="5460225" y="1468750"/>
              <a:ext cx="1413825" cy="530225"/>
            </a:xfrm>
            <a:custGeom>
              <a:avLst/>
              <a:gdLst/>
              <a:ahLst/>
              <a:cxnLst/>
              <a:rect l="l" t="t" r="r" b="b"/>
              <a:pathLst>
                <a:path w="56553" h="21209" extrusionOk="0">
                  <a:moveTo>
                    <a:pt x="2798" y="0"/>
                  </a:moveTo>
                  <a:cubicBezTo>
                    <a:pt x="1249" y="0"/>
                    <a:pt x="1" y="1248"/>
                    <a:pt x="1" y="2800"/>
                  </a:cubicBezTo>
                  <a:lnTo>
                    <a:pt x="1" y="18409"/>
                  </a:lnTo>
                  <a:cubicBezTo>
                    <a:pt x="1" y="19959"/>
                    <a:pt x="1249" y="21208"/>
                    <a:pt x="2798" y="21208"/>
                  </a:cubicBezTo>
                  <a:lnTo>
                    <a:pt x="53754" y="21208"/>
                  </a:lnTo>
                  <a:cubicBezTo>
                    <a:pt x="55305" y="21208"/>
                    <a:pt x="56553" y="19959"/>
                    <a:pt x="56553" y="18409"/>
                  </a:cubicBezTo>
                  <a:lnTo>
                    <a:pt x="56553" y="2800"/>
                  </a:lnTo>
                  <a:cubicBezTo>
                    <a:pt x="56553" y="1248"/>
                    <a:pt x="55305" y="0"/>
                    <a:pt x="537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387;p111">
              <a:extLst>
                <a:ext uri="{FF2B5EF4-FFF2-40B4-BE49-F238E27FC236}">
                  <a16:creationId xmlns:a16="http://schemas.microsoft.com/office/drawing/2014/main" id="{C5B72613-70FA-63A9-69C4-80A9A108F95E}"/>
                </a:ext>
              </a:extLst>
            </p:cNvPr>
            <p:cNvSpPr/>
            <p:nvPr/>
          </p:nvSpPr>
          <p:spPr>
            <a:xfrm>
              <a:off x="2329100" y="823725"/>
              <a:ext cx="2148100" cy="3227700"/>
            </a:xfrm>
            <a:custGeom>
              <a:avLst/>
              <a:gdLst/>
              <a:ahLst/>
              <a:cxnLst/>
              <a:rect l="l" t="t" r="r" b="b"/>
              <a:pathLst>
                <a:path w="85924" h="129108" extrusionOk="0">
                  <a:moveTo>
                    <a:pt x="4088" y="0"/>
                  </a:moveTo>
                  <a:cubicBezTo>
                    <a:pt x="1831" y="0"/>
                    <a:pt x="0" y="1831"/>
                    <a:pt x="0" y="4088"/>
                  </a:cubicBezTo>
                  <a:lnTo>
                    <a:pt x="0" y="107940"/>
                  </a:lnTo>
                  <a:cubicBezTo>
                    <a:pt x="0" y="119630"/>
                    <a:pt x="9477" y="129107"/>
                    <a:pt x="21168" y="129107"/>
                  </a:cubicBezTo>
                  <a:lnTo>
                    <a:pt x="75989" y="129107"/>
                  </a:lnTo>
                  <a:cubicBezTo>
                    <a:pt x="81476" y="129107"/>
                    <a:pt x="85923" y="124660"/>
                    <a:pt x="85923" y="119174"/>
                  </a:cubicBezTo>
                  <a:lnTo>
                    <a:pt x="85923" y="2880"/>
                  </a:lnTo>
                  <a:cubicBezTo>
                    <a:pt x="85923" y="1290"/>
                    <a:pt x="84633" y="0"/>
                    <a:pt x="830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388;p111">
              <a:extLst>
                <a:ext uri="{FF2B5EF4-FFF2-40B4-BE49-F238E27FC236}">
                  <a16:creationId xmlns:a16="http://schemas.microsoft.com/office/drawing/2014/main" id="{B410ACC9-BB25-6209-01E7-D3A052C74433}"/>
                </a:ext>
              </a:extLst>
            </p:cNvPr>
            <p:cNvSpPr/>
            <p:nvPr/>
          </p:nvSpPr>
          <p:spPr>
            <a:xfrm>
              <a:off x="2519875" y="823725"/>
              <a:ext cx="1957325" cy="3227700"/>
            </a:xfrm>
            <a:custGeom>
              <a:avLst/>
              <a:gdLst/>
              <a:ahLst/>
              <a:cxnLst/>
              <a:rect l="l" t="t" r="r" b="b"/>
              <a:pathLst>
                <a:path w="78293" h="129108" extrusionOk="0">
                  <a:moveTo>
                    <a:pt x="683" y="0"/>
                  </a:moveTo>
                  <a:cubicBezTo>
                    <a:pt x="307" y="0"/>
                    <a:pt x="1" y="306"/>
                    <a:pt x="2" y="683"/>
                  </a:cubicBezTo>
                  <a:lnTo>
                    <a:pt x="2" y="110145"/>
                  </a:lnTo>
                  <a:cubicBezTo>
                    <a:pt x="2" y="120617"/>
                    <a:pt x="8491" y="129107"/>
                    <a:pt x="18963" y="129107"/>
                  </a:cubicBezTo>
                  <a:lnTo>
                    <a:pt x="69144" y="129107"/>
                  </a:lnTo>
                  <a:cubicBezTo>
                    <a:pt x="74196" y="129107"/>
                    <a:pt x="78292" y="125011"/>
                    <a:pt x="78292" y="119959"/>
                  </a:cubicBezTo>
                  <a:lnTo>
                    <a:pt x="78292" y="1221"/>
                  </a:lnTo>
                  <a:cubicBezTo>
                    <a:pt x="78292" y="547"/>
                    <a:pt x="77745" y="0"/>
                    <a:pt x="7707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389;p111">
              <a:extLst>
                <a:ext uri="{FF2B5EF4-FFF2-40B4-BE49-F238E27FC236}">
                  <a16:creationId xmlns:a16="http://schemas.microsoft.com/office/drawing/2014/main" id="{1867CB5F-1561-22FE-5925-6FFFB188E11E}"/>
                </a:ext>
              </a:extLst>
            </p:cNvPr>
            <p:cNvSpPr/>
            <p:nvPr/>
          </p:nvSpPr>
          <p:spPr>
            <a:xfrm>
              <a:off x="2819675" y="3555250"/>
              <a:ext cx="2084875" cy="496175"/>
            </a:xfrm>
            <a:custGeom>
              <a:avLst/>
              <a:gdLst/>
              <a:ahLst/>
              <a:cxnLst/>
              <a:rect l="l" t="t" r="r" b="b"/>
              <a:pathLst>
                <a:path w="83395" h="19847" extrusionOk="0">
                  <a:moveTo>
                    <a:pt x="13602" y="0"/>
                  </a:moveTo>
                  <a:lnTo>
                    <a:pt x="13602" y="5465"/>
                  </a:lnTo>
                  <a:cubicBezTo>
                    <a:pt x="13602" y="13146"/>
                    <a:pt x="7580" y="19419"/>
                    <a:pt x="1" y="19825"/>
                  </a:cubicBezTo>
                  <a:lnTo>
                    <a:pt x="1" y="19846"/>
                  </a:lnTo>
                  <a:lnTo>
                    <a:pt x="69013" y="19846"/>
                  </a:lnTo>
                  <a:cubicBezTo>
                    <a:pt x="76956" y="19846"/>
                    <a:pt x="83394" y="13407"/>
                    <a:pt x="83394" y="5465"/>
                  </a:cubicBezTo>
                  <a:lnTo>
                    <a:pt x="833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390;p111">
              <a:extLst>
                <a:ext uri="{FF2B5EF4-FFF2-40B4-BE49-F238E27FC236}">
                  <a16:creationId xmlns:a16="http://schemas.microsoft.com/office/drawing/2014/main" id="{3ADA1463-D4E7-B0DB-F74D-F499AB0234D5}"/>
                </a:ext>
              </a:extLst>
            </p:cNvPr>
            <p:cNvSpPr/>
            <p:nvPr/>
          </p:nvSpPr>
          <p:spPr>
            <a:xfrm>
              <a:off x="2894850" y="3152300"/>
              <a:ext cx="1271500" cy="30950"/>
            </a:xfrm>
            <a:custGeom>
              <a:avLst/>
              <a:gdLst/>
              <a:ahLst/>
              <a:cxnLst/>
              <a:rect l="l" t="t" r="r" b="b"/>
              <a:pathLst>
                <a:path w="50860" h="1238" extrusionOk="0">
                  <a:moveTo>
                    <a:pt x="619" y="1"/>
                  </a:moveTo>
                  <a:cubicBezTo>
                    <a:pt x="279" y="1"/>
                    <a:pt x="1" y="277"/>
                    <a:pt x="1" y="619"/>
                  </a:cubicBezTo>
                  <a:cubicBezTo>
                    <a:pt x="1" y="961"/>
                    <a:pt x="279" y="1238"/>
                    <a:pt x="619" y="1238"/>
                  </a:cubicBezTo>
                  <a:cubicBezTo>
                    <a:pt x="623" y="1238"/>
                    <a:pt x="626" y="1238"/>
                    <a:pt x="630" y="1238"/>
                  </a:cubicBezTo>
                  <a:lnTo>
                    <a:pt x="50252" y="1238"/>
                  </a:lnTo>
                  <a:cubicBezTo>
                    <a:pt x="50590" y="1232"/>
                    <a:pt x="50859" y="956"/>
                    <a:pt x="50859" y="619"/>
                  </a:cubicBezTo>
                  <a:cubicBezTo>
                    <a:pt x="50859" y="281"/>
                    <a:pt x="50590" y="7"/>
                    <a:pt x="50252" y="1"/>
                  </a:cubicBezTo>
                  <a:lnTo>
                    <a:pt x="630" y="1"/>
                  </a:lnTo>
                  <a:cubicBezTo>
                    <a:pt x="626" y="1"/>
                    <a:pt x="623" y="1"/>
                    <a:pt x="6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391;p111">
              <a:extLst>
                <a:ext uri="{FF2B5EF4-FFF2-40B4-BE49-F238E27FC236}">
                  <a16:creationId xmlns:a16="http://schemas.microsoft.com/office/drawing/2014/main" id="{599D72B9-78E4-7E17-0CC7-0355772679EA}"/>
                </a:ext>
              </a:extLst>
            </p:cNvPr>
            <p:cNvSpPr/>
            <p:nvPr/>
          </p:nvSpPr>
          <p:spPr>
            <a:xfrm>
              <a:off x="2872200" y="2629975"/>
              <a:ext cx="1320700" cy="30975"/>
            </a:xfrm>
            <a:custGeom>
              <a:avLst/>
              <a:gdLst/>
              <a:ahLst/>
              <a:cxnLst/>
              <a:rect l="l" t="t" r="r" b="b"/>
              <a:pathLst>
                <a:path w="52828" h="1239" extrusionOk="0">
                  <a:moveTo>
                    <a:pt x="52209" y="0"/>
                  </a:moveTo>
                  <a:cubicBezTo>
                    <a:pt x="52205" y="0"/>
                    <a:pt x="52202" y="0"/>
                    <a:pt x="52198" y="0"/>
                  </a:cubicBezTo>
                  <a:lnTo>
                    <a:pt x="608" y="0"/>
                  </a:lnTo>
                  <a:cubicBezTo>
                    <a:pt x="270" y="6"/>
                    <a:pt x="1" y="282"/>
                    <a:pt x="1" y="619"/>
                  </a:cubicBezTo>
                  <a:cubicBezTo>
                    <a:pt x="1" y="957"/>
                    <a:pt x="270" y="1233"/>
                    <a:pt x="608" y="1239"/>
                  </a:cubicBezTo>
                  <a:lnTo>
                    <a:pt x="52198" y="1239"/>
                  </a:lnTo>
                  <a:cubicBezTo>
                    <a:pt x="52202" y="1239"/>
                    <a:pt x="52205" y="1239"/>
                    <a:pt x="52209" y="1239"/>
                  </a:cubicBezTo>
                  <a:cubicBezTo>
                    <a:pt x="52549" y="1239"/>
                    <a:pt x="52827" y="962"/>
                    <a:pt x="52827" y="619"/>
                  </a:cubicBezTo>
                  <a:cubicBezTo>
                    <a:pt x="52827" y="277"/>
                    <a:pt x="52549" y="0"/>
                    <a:pt x="5220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392;p111">
              <a:extLst>
                <a:ext uri="{FF2B5EF4-FFF2-40B4-BE49-F238E27FC236}">
                  <a16:creationId xmlns:a16="http://schemas.microsoft.com/office/drawing/2014/main" id="{4F335B19-ACD9-9AAE-2A96-E1F0FC43D4EE}"/>
                </a:ext>
              </a:extLst>
            </p:cNvPr>
            <p:cNvSpPr/>
            <p:nvPr/>
          </p:nvSpPr>
          <p:spPr>
            <a:xfrm>
              <a:off x="2856625" y="2890925"/>
              <a:ext cx="690000" cy="30950"/>
            </a:xfrm>
            <a:custGeom>
              <a:avLst/>
              <a:gdLst/>
              <a:ahLst/>
              <a:cxnLst/>
              <a:rect l="l" t="t" r="r" b="b"/>
              <a:pathLst>
                <a:path w="27600" h="1238" extrusionOk="0">
                  <a:moveTo>
                    <a:pt x="26980" y="1"/>
                  </a:moveTo>
                  <a:cubicBezTo>
                    <a:pt x="26977" y="1"/>
                    <a:pt x="26973" y="1"/>
                    <a:pt x="26970" y="1"/>
                  </a:cubicBezTo>
                  <a:lnTo>
                    <a:pt x="609" y="1"/>
                  </a:lnTo>
                  <a:cubicBezTo>
                    <a:pt x="272" y="6"/>
                    <a:pt x="0" y="282"/>
                    <a:pt x="0" y="620"/>
                  </a:cubicBezTo>
                  <a:cubicBezTo>
                    <a:pt x="0" y="957"/>
                    <a:pt x="272" y="1231"/>
                    <a:pt x="609" y="1237"/>
                  </a:cubicBezTo>
                  <a:lnTo>
                    <a:pt x="26970" y="1237"/>
                  </a:lnTo>
                  <a:cubicBezTo>
                    <a:pt x="26973" y="1237"/>
                    <a:pt x="26977" y="1237"/>
                    <a:pt x="26980" y="1237"/>
                  </a:cubicBezTo>
                  <a:cubicBezTo>
                    <a:pt x="27321" y="1237"/>
                    <a:pt x="27599" y="961"/>
                    <a:pt x="27599" y="620"/>
                  </a:cubicBezTo>
                  <a:cubicBezTo>
                    <a:pt x="27599" y="277"/>
                    <a:pt x="27321" y="1"/>
                    <a:pt x="269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393;p111">
              <a:extLst>
                <a:ext uri="{FF2B5EF4-FFF2-40B4-BE49-F238E27FC236}">
                  <a16:creationId xmlns:a16="http://schemas.microsoft.com/office/drawing/2014/main" id="{54F4DBAD-7BDC-58E7-103E-E66D900E4542}"/>
                </a:ext>
              </a:extLst>
            </p:cNvPr>
            <p:cNvSpPr/>
            <p:nvPr/>
          </p:nvSpPr>
          <p:spPr>
            <a:xfrm>
              <a:off x="2906050" y="2890925"/>
              <a:ext cx="590100" cy="30950"/>
            </a:xfrm>
            <a:custGeom>
              <a:avLst/>
              <a:gdLst/>
              <a:ahLst/>
              <a:cxnLst/>
              <a:rect l="l" t="t" r="r" b="b"/>
              <a:pathLst>
                <a:path w="23604" h="1238" extrusionOk="0">
                  <a:moveTo>
                    <a:pt x="619" y="1"/>
                  </a:moveTo>
                  <a:cubicBezTo>
                    <a:pt x="277" y="1"/>
                    <a:pt x="0" y="277"/>
                    <a:pt x="0" y="620"/>
                  </a:cubicBezTo>
                  <a:cubicBezTo>
                    <a:pt x="0" y="961"/>
                    <a:pt x="277" y="1237"/>
                    <a:pt x="619" y="1237"/>
                  </a:cubicBezTo>
                  <a:cubicBezTo>
                    <a:pt x="622" y="1237"/>
                    <a:pt x="626" y="1237"/>
                    <a:pt x="629" y="1237"/>
                  </a:cubicBezTo>
                  <a:lnTo>
                    <a:pt x="22996" y="1237"/>
                  </a:lnTo>
                  <a:cubicBezTo>
                    <a:pt x="23334" y="1231"/>
                    <a:pt x="23603" y="957"/>
                    <a:pt x="23603" y="620"/>
                  </a:cubicBezTo>
                  <a:cubicBezTo>
                    <a:pt x="23603" y="282"/>
                    <a:pt x="23334" y="6"/>
                    <a:pt x="22996" y="1"/>
                  </a:cubicBezTo>
                  <a:lnTo>
                    <a:pt x="629" y="1"/>
                  </a:lnTo>
                  <a:cubicBezTo>
                    <a:pt x="626" y="1"/>
                    <a:pt x="622" y="1"/>
                    <a:pt x="6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394;p111">
              <a:extLst>
                <a:ext uri="{FF2B5EF4-FFF2-40B4-BE49-F238E27FC236}">
                  <a16:creationId xmlns:a16="http://schemas.microsoft.com/office/drawing/2014/main" id="{2914C9E1-0F19-94FD-4B43-45B3010F1F47}"/>
                </a:ext>
              </a:extLst>
            </p:cNvPr>
            <p:cNvSpPr/>
            <p:nvPr/>
          </p:nvSpPr>
          <p:spPr>
            <a:xfrm>
              <a:off x="2881175" y="2071525"/>
              <a:ext cx="879975" cy="30950"/>
            </a:xfrm>
            <a:custGeom>
              <a:avLst/>
              <a:gdLst/>
              <a:ahLst/>
              <a:cxnLst/>
              <a:rect l="l" t="t" r="r" b="b"/>
              <a:pathLst>
                <a:path w="35199" h="1238" extrusionOk="0">
                  <a:moveTo>
                    <a:pt x="34580" y="0"/>
                  </a:moveTo>
                  <a:cubicBezTo>
                    <a:pt x="34576" y="0"/>
                    <a:pt x="34572" y="1"/>
                    <a:pt x="34569" y="1"/>
                  </a:cubicBezTo>
                  <a:lnTo>
                    <a:pt x="608" y="1"/>
                  </a:lnTo>
                  <a:cubicBezTo>
                    <a:pt x="271" y="6"/>
                    <a:pt x="1" y="281"/>
                    <a:pt x="1" y="618"/>
                  </a:cubicBezTo>
                  <a:cubicBezTo>
                    <a:pt x="1" y="956"/>
                    <a:pt x="271" y="1231"/>
                    <a:pt x="608" y="1237"/>
                  </a:cubicBezTo>
                  <a:lnTo>
                    <a:pt x="34569" y="1237"/>
                  </a:lnTo>
                  <a:cubicBezTo>
                    <a:pt x="34572" y="1237"/>
                    <a:pt x="34576" y="1237"/>
                    <a:pt x="34580" y="1237"/>
                  </a:cubicBezTo>
                  <a:cubicBezTo>
                    <a:pt x="34921" y="1237"/>
                    <a:pt x="35198" y="961"/>
                    <a:pt x="35198" y="618"/>
                  </a:cubicBezTo>
                  <a:cubicBezTo>
                    <a:pt x="35198" y="277"/>
                    <a:pt x="34921" y="0"/>
                    <a:pt x="3458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395;p111">
              <a:extLst>
                <a:ext uri="{FF2B5EF4-FFF2-40B4-BE49-F238E27FC236}">
                  <a16:creationId xmlns:a16="http://schemas.microsoft.com/office/drawing/2014/main" id="{B6B42AE8-7A9A-71B8-35CA-8E446E70CB0C}"/>
                </a:ext>
              </a:extLst>
            </p:cNvPr>
            <p:cNvSpPr/>
            <p:nvPr/>
          </p:nvSpPr>
          <p:spPr>
            <a:xfrm>
              <a:off x="3865150" y="2071525"/>
              <a:ext cx="289050" cy="30950"/>
            </a:xfrm>
            <a:custGeom>
              <a:avLst/>
              <a:gdLst/>
              <a:ahLst/>
              <a:cxnLst/>
              <a:rect l="l" t="t" r="r" b="b"/>
              <a:pathLst>
                <a:path w="11562" h="1238" extrusionOk="0">
                  <a:moveTo>
                    <a:pt x="608" y="1"/>
                  </a:moveTo>
                  <a:cubicBezTo>
                    <a:pt x="270" y="6"/>
                    <a:pt x="0" y="281"/>
                    <a:pt x="0" y="618"/>
                  </a:cubicBezTo>
                  <a:cubicBezTo>
                    <a:pt x="0" y="956"/>
                    <a:pt x="270" y="1231"/>
                    <a:pt x="608" y="1237"/>
                  </a:cubicBezTo>
                  <a:lnTo>
                    <a:pt x="10954" y="1237"/>
                  </a:lnTo>
                  <a:cubicBezTo>
                    <a:pt x="11291" y="1231"/>
                    <a:pt x="11561" y="956"/>
                    <a:pt x="11561" y="618"/>
                  </a:cubicBezTo>
                  <a:cubicBezTo>
                    <a:pt x="11561" y="281"/>
                    <a:pt x="11291" y="6"/>
                    <a:pt x="109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396;p111">
              <a:extLst>
                <a:ext uri="{FF2B5EF4-FFF2-40B4-BE49-F238E27FC236}">
                  <a16:creationId xmlns:a16="http://schemas.microsoft.com/office/drawing/2014/main" id="{17C4B83E-3532-6B3B-74F7-AA0DB6185C87}"/>
                </a:ext>
              </a:extLst>
            </p:cNvPr>
            <p:cNvSpPr/>
            <p:nvPr/>
          </p:nvSpPr>
          <p:spPr>
            <a:xfrm>
              <a:off x="3242600" y="2332450"/>
              <a:ext cx="950300" cy="30975"/>
            </a:xfrm>
            <a:custGeom>
              <a:avLst/>
              <a:gdLst/>
              <a:ahLst/>
              <a:cxnLst/>
              <a:rect l="l" t="t" r="r" b="b"/>
              <a:pathLst>
                <a:path w="38012" h="1239" extrusionOk="0">
                  <a:moveTo>
                    <a:pt x="37393" y="0"/>
                  </a:moveTo>
                  <a:cubicBezTo>
                    <a:pt x="37389" y="0"/>
                    <a:pt x="37386" y="0"/>
                    <a:pt x="37382" y="0"/>
                  </a:cubicBezTo>
                  <a:lnTo>
                    <a:pt x="608" y="0"/>
                  </a:lnTo>
                  <a:cubicBezTo>
                    <a:pt x="270" y="6"/>
                    <a:pt x="1" y="282"/>
                    <a:pt x="1" y="619"/>
                  </a:cubicBezTo>
                  <a:cubicBezTo>
                    <a:pt x="1" y="957"/>
                    <a:pt x="270" y="1233"/>
                    <a:pt x="608" y="1238"/>
                  </a:cubicBezTo>
                  <a:lnTo>
                    <a:pt x="37382" y="1238"/>
                  </a:lnTo>
                  <a:cubicBezTo>
                    <a:pt x="37386" y="1238"/>
                    <a:pt x="37389" y="1238"/>
                    <a:pt x="37393" y="1238"/>
                  </a:cubicBezTo>
                  <a:cubicBezTo>
                    <a:pt x="37733" y="1238"/>
                    <a:pt x="38011" y="962"/>
                    <a:pt x="38011" y="619"/>
                  </a:cubicBezTo>
                  <a:cubicBezTo>
                    <a:pt x="38011" y="276"/>
                    <a:pt x="37733" y="0"/>
                    <a:pt x="373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397;p111">
              <a:extLst>
                <a:ext uri="{FF2B5EF4-FFF2-40B4-BE49-F238E27FC236}">
                  <a16:creationId xmlns:a16="http://schemas.microsoft.com/office/drawing/2014/main" id="{8F063DD8-020A-8223-3757-D74BC72DA1AB}"/>
                </a:ext>
              </a:extLst>
            </p:cNvPr>
            <p:cNvSpPr/>
            <p:nvPr/>
          </p:nvSpPr>
          <p:spPr>
            <a:xfrm>
              <a:off x="2872200" y="2332450"/>
              <a:ext cx="310000" cy="30975"/>
            </a:xfrm>
            <a:custGeom>
              <a:avLst/>
              <a:gdLst/>
              <a:ahLst/>
              <a:cxnLst/>
              <a:rect l="l" t="t" r="r" b="b"/>
              <a:pathLst>
                <a:path w="12400" h="1239" extrusionOk="0">
                  <a:moveTo>
                    <a:pt x="608" y="0"/>
                  </a:moveTo>
                  <a:cubicBezTo>
                    <a:pt x="270" y="6"/>
                    <a:pt x="1" y="282"/>
                    <a:pt x="1" y="619"/>
                  </a:cubicBezTo>
                  <a:cubicBezTo>
                    <a:pt x="1" y="957"/>
                    <a:pt x="270" y="1233"/>
                    <a:pt x="608" y="1238"/>
                  </a:cubicBezTo>
                  <a:lnTo>
                    <a:pt x="11792" y="1238"/>
                  </a:lnTo>
                  <a:cubicBezTo>
                    <a:pt x="12130" y="1233"/>
                    <a:pt x="12400" y="957"/>
                    <a:pt x="12400" y="619"/>
                  </a:cubicBezTo>
                  <a:cubicBezTo>
                    <a:pt x="12400" y="282"/>
                    <a:pt x="12130" y="6"/>
                    <a:pt x="117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398;p111">
              <a:extLst>
                <a:ext uri="{FF2B5EF4-FFF2-40B4-BE49-F238E27FC236}">
                  <a16:creationId xmlns:a16="http://schemas.microsoft.com/office/drawing/2014/main" id="{95C172AF-EC46-89E1-5B8D-3D2AC4668D79}"/>
                </a:ext>
              </a:extLst>
            </p:cNvPr>
            <p:cNvSpPr/>
            <p:nvPr/>
          </p:nvSpPr>
          <p:spPr>
            <a:xfrm>
              <a:off x="2894850" y="1850575"/>
              <a:ext cx="1271500" cy="30950"/>
            </a:xfrm>
            <a:custGeom>
              <a:avLst/>
              <a:gdLst/>
              <a:ahLst/>
              <a:cxnLst/>
              <a:rect l="l" t="t" r="r" b="b"/>
              <a:pathLst>
                <a:path w="50860" h="1238" extrusionOk="0">
                  <a:moveTo>
                    <a:pt x="619" y="1"/>
                  </a:moveTo>
                  <a:cubicBezTo>
                    <a:pt x="279" y="1"/>
                    <a:pt x="1" y="277"/>
                    <a:pt x="1" y="618"/>
                  </a:cubicBezTo>
                  <a:cubicBezTo>
                    <a:pt x="1" y="961"/>
                    <a:pt x="279" y="1237"/>
                    <a:pt x="619" y="1237"/>
                  </a:cubicBezTo>
                  <a:cubicBezTo>
                    <a:pt x="623" y="1237"/>
                    <a:pt x="626" y="1237"/>
                    <a:pt x="630" y="1237"/>
                  </a:cubicBezTo>
                  <a:lnTo>
                    <a:pt x="50252" y="1237"/>
                  </a:lnTo>
                  <a:cubicBezTo>
                    <a:pt x="50590" y="1231"/>
                    <a:pt x="50859" y="956"/>
                    <a:pt x="50859" y="618"/>
                  </a:cubicBezTo>
                  <a:cubicBezTo>
                    <a:pt x="50859" y="281"/>
                    <a:pt x="50590" y="6"/>
                    <a:pt x="50252" y="1"/>
                  </a:cubicBezTo>
                  <a:lnTo>
                    <a:pt x="630" y="1"/>
                  </a:lnTo>
                  <a:cubicBezTo>
                    <a:pt x="626" y="1"/>
                    <a:pt x="623" y="1"/>
                    <a:pt x="6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399;p111">
              <a:extLst>
                <a:ext uri="{FF2B5EF4-FFF2-40B4-BE49-F238E27FC236}">
                  <a16:creationId xmlns:a16="http://schemas.microsoft.com/office/drawing/2014/main" id="{E4254FE1-C5F5-1982-B1D7-9070B1A0239F}"/>
                </a:ext>
              </a:extLst>
            </p:cNvPr>
            <p:cNvSpPr/>
            <p:nvPr/>
          </p:nvSpPr>
          <p:spPr>
            <a:xfrm>
              <a:off x="2894850" y="1328250"/>
              <a:ext cx="1271500" cy="30925"/>
            </a:xfrm>
            <a:custGeom>
              <a:avLst/>
              <a:gdLst/>
              <a:ahLst/>
              <a:cxnLst/>
              <a:rect l="l" t="t" r="r" b="b"/>
              <a:pathLst>
                <a:path w="50860" h="1237" extrusionOk="0">
                  <a:moveTo>
                    <a:pt x="619" y="0"/>
                  </a:moveTo>
                  <a:cubicBezTo>
                    <a:pt x="279" y="0"/>
                    <a:pt x="1" y="276"/>
                    <a:pt x="1" y="619"/>
                  </a:cubicBezTo>
                  <a:cubicBezTo>
                    <a:pt x="1" y="960"/>
                    <a:pt x="278" y="1237"/>
                    <a:pt x="617" y="1237"/>
                  </a:cubicBezTo>
                  <a:cubicBezTo>
                    <a:pt x="621" y="1237"/>
                    <a:pt x="626" y="1237"/>
                    <a:pt x="630" y="1237"/>
                  </a:cubicBezTo>
                  <a:lnTo>
                    <a:pt x="50252" y="1237"/>
                  </a:lnTo>
                  <a:cubicBezTo>
                    <a:pt x="50590" y="1232"/>
                    <a:pt x="50859" y="957"/>
                    <a:pt x="50859" y="619"/>
                  </a:cubicBezTo>
                  <a:cubicBezTo>
                    <a:pt x="50859" y="282"/>
                    <a:pt x="50590" y="6"/>
                    <a:pt x="50252" y="0"/>
                  </a:cubicBezTo>
                  <a:lnTo>
                    <a:pt x="630" y="0"/>
                  </a:lnTo>
                  <a:cubicBezTo>
                    <a:pt x="626" y="0"/>
                    <a:pt x="623" y="0"/>
                    <a:pt x="6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400;p111">
              <a:extLst>
                <a:ext uri="{FF2B5EF4-FFF2-40B4-BE49-F238E27FC236}">
                  <a16:creationId xmlns:a16="http://schemas.microsoft.com/office/drawing/2014/main" id="{2F1AAB69-1131-06F8-4829-282FF6BC3A6F}"/>
                </a:ext>
              </a:extLst>
            </p:cNvPr>
            <p:cNvSpPr/>
            <p:nvPr/>
          </p:nvSpPr>
          <p:spPr>
            <a:xfrm>
              <a:off x="2881175" y="1589200"/>
              <a:ext cx="499925" cy="30925"/>
            </a:xfrm>
            <a:custGeom>
              <a:avLst/>
              <a:gdLst/>
              <a:ahLst/>
              <a:cxnLst/>
              <a:rect l="l" t="t" r="r" b="b"/>
              <a:pathLst>
                <a:path w="19997" h="1237" extrusionOk="0">
                  <a:moveTo>
                    <a:pt x="608" y="0"/>
                  </a:moveTo>
                  <a:cubicBezTo>
                    <a:pt x="271" y="6"/>
                    <a:pt x="1" y="282"/>
                    <a:pt x="1" y="619"/>
                  </a:cubicBezTo>
                  <a:cubicBezTo>
                    <a:pt x="1" y="957"/>
                    <a:pt x="271" y="1231"/>
                    <a:pt x="608" y="1237"/>
                  </a:cubicBezTo>
                  <a:lnTo>
                    <a:pt x="19389" y="1237"/>
                  </a:lnTo>
                  <a:cubicBezTo>
                    <a:pt x="19727" y="1231"/>
                    <a:pt x="19997" y="957"/>
                    <a:pt x="19997" y="619"/>
                  </a:cubicBezTo>
                  <a:cubicBezTo>
                    <a:pt x="19997" y="282"/>
                    <a:pt x="19727" y="6"/>
                    <a:pt x="193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401;p111">
              <a:extLst>
                <a:ext uri="{FF2B5EF4-FFF2-40B4-BE49-F238E27FC236}">
                  <a16:creationId xmlns:a16="http://schemas.microsoft.com/office/drawing/2014/main" id="{8DE44CEF-6519-91E9-7A69-EAE403682E1B}"/>
                </a:ext>
              </a:extLst>
            </p:cNvPr>
            <p:cNvSpPr/>
            <p:nvPr/>
          </p:nvSpPr>
          <p:spPr>
            <a:xfrm>
              <a:off x="3567300" y="1589200"/>
              <a:ext cx="589600" cy="30925"/>
            </a:xfrm>
            <a:custGeom>
              <a:avLst/>
              <a:gdLst/>
              <a:ahLst/>
              <a:cxnLst/>
              <a:rect l="l" t="t" r="r" b="b"/>
              <a:pathLst>
                <a:path w="23584" h="1237" extrusionOk="0">
                  <a:moveTo>
                    <a:pt x="609" y="0"/>
                  </a:moveTo>
                  <a:cubicBezTo>
                    <a:pt x="272" y="6"/>
                    <a:pt x="0" y="282"/>
                    <a:pt x="0" y="619"/>
                  </a:cubicBezTo>
                  <a:cubicBezTo>
                    <a:pt x="0" y="957"/>
                    <a:pt x="272" y="1231"/>
                    <a:pt x="609" y="1237"/>
                  </a:cubicBezTo>
                  <a:lnTo>
                    <a:pt x="22976" y="1237"/>
                  </a:lnTo>
                  <a:cubicBezTo>
                    <a:pt x="23314" y="1231"/>
                    <a:pt x="23583" y="957"/>
                    <a:pt x="23583" y="619"/>
                  </a:cubicBezTo>
                  <a:cubicBezTo>
                    <a:pt x="23583" y="282"/>
                    <a:pt x="23314" y="6"/>
                    <a:pt x="2297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402;p111">
              <a:extLst>
                <a:ext uri="{FF2B5EF4-FFF2-40B4-BE49-F238E27FC236}">
                  <a16:creationId xmlns:a16="http://schemas.microsoft.com/office/drawing/2014/main" id="{C2506CC3-52DB-E64F-9C44-50EE6E64A792}"/>
                </a:ext>
              </a:extLst>
            </p:cNvPr>
            <p:cNvSpPr/>
            <p:nvPr/>
          </p:nvSpPr>
          <p:spPr>
            <a:xfrm>
              <a:off x="4105500" y="1736000"/>
              <a:ext cx="1957575" cy="1957575"/>
            </a:xfrm>
            <a:custGeom>
              <a:avLst/>
              <a:gdLst/>
              <a:ahLst/>
              <a:cxnLst/>
              <a:rect l="l" t="t" r="r" b="b"/>
              <a:pathLst>
                <a:path w="78303" h="78303" extrusionOk="0">
                  <a:moveTo>
                    <a:pt x="39151" y="1"/>
                  </a:moveTo>
                  <a:cubicBezTo>
                    <a:pt x="28768" y="1"/>
                    <a:pt x="18811" y="4126"/>
                    <a:pt x="11468" y="11468"/>
                  </a:cubicBezTo>
                  <a:cubicBezTo>
                    <a:pt x="4126" y="18811"/>
                    <a:pt x="1" y="28769"/>
                    <a:pt x="1" y="39152"/>
                  </a:cubicBezTo>
                  <a:cubicBezTo>
                    <a:pt x="1" y="49535"/>
                    <a:pt x="4126" y="59493"/>
                    <a:pt x="11468" y="66836"/>
                  </a:cubicBezTo>
                  <a:cubicBezTo>
                    <a:pt x="18811" y="74177"/>
                    <a:pt x="28768" y="78303"/>
                    <a:pt x="39151" y="78303"/>
                  </a:cubicBezTo>
                  <a:cubicBezTo>
                    <a:pt x="49535" y="78303"/>
                    <a:pt x="59492" y="74177"/>
                    <a:pt x="66835" y="66836"/>
                  </a:cubicBezTo>
                  <a:cubicBezTo>
                    <a:pt x="74177" y="59493"/>
                    <a:pt x="78302" y="49535"/>
                    <a:pt x="78302" y="39152"/>
                  </a:cubicBezTo>
                  <a:cubicBezTo>
                    <a:pt x="78302" y="28769"/>
                    <a:pt x="74177" y="18811"/>
                    <a:pt x="66835" y="11468"/>
                  </a:cubicBezTo>
                  <a:cubicBezTo>
                    <a:pt x="59492" y="4126"/>
                    <a:pt x="49535" y="1"/>
                    <a:pt x="391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403;p111">
              <a:extLst>
                <a:ext uri="{FF2B5EF4-FFF2-40B4-BE49-F238E27FC236}">
                  <a16:creationId xmlns:a16="http://schemas.microsoft.com/office/drawing/2014/main" id="{0D2BB578-4789-FE03-C206-51D3A6CA4F7E}"/>
                </a:ext>
              </a:extLst>
            </p:cNvPr>
            <p:cNvSpPr/>
            <p:nvPr/>
          </p:nvSpPr>
          <p:spPr>
            <a:xfrm>
              <a:off x="4255425" y="1827825"/>
              <a:ext cx="957325" cy="957325"/>
            </a:xfrm>
            <a:custGeom>
              <a:avLst/>
              <a:gdLst/>
              <a:ahLst/>
              <a:cxnLst/>
              <a:rect l="l" t="t" r="r" b="b"/>
              <a:pathLst>
                <a:path w="38293" h="38293" extrusionOk="0">
                  <a:moveTo>
                    <a:pt x="35818" y="0"/>
                  </a:moveTo>
                  <a:cubicBezTo>
                    <a:pt x="16069" y="0"/>
                    <a:pt x="0" y="16069"/>
                    <a:pt x="0" y="35818"/>
                  </a:cubicBezTo>
                  <a:cubicBezTo>
                    <a:pt x="0" y="37184"/>
                    <a:pt x="1109" y="38292"/>
                    <a:pt x="2475" y="38292"/>
                  </a:cubicBezTo>
                  <a:cubicBezTo>
                    <a:pt x="3841" y="38292"/>
                    <a:pt x="4950" y="37184"/>
                    <a:pt x="4950" y="35818"/>
                  </a:cubicBezTo>
                  <a:cubicBezTo>
                    <a:pt x="4950" y="18797"/>
                    <a:pt x="18797" y="4949"/>
                    <a:pt x="35818" y="4949"/>
                  </a:cubicBezTo>
                  <a:cubicBezTo>
                    <a:pt x="37184" y="4949"/>
                    <a:pt x="38293" y="3841"/>
                    <a:pt x="38293" y="2475"/>
                  </a:cubicBezTo>
                  <a:cubicBezTo>
                    <a:pt x="38293" y="1108"/>
                    <a:pt x="37184" y="0"/>
                    <a:pt x="358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404;p111">
              <a:extLst>
                <a:ext uri="{FF2B5EF4-FFF2-40B4-BE49-F238E27FC236}">
                  <a16:creationId xmlns:a16="http://schemas.microsoft.com/office/drawing/2014/main" id="{3F35BF8F-AB92-36BC-F9AE-62DB6F5385A3}"/>
                </a:ext>
              </a:extLst>
            </p:cNvPr>
            <p:cNvSpPr/>
            <p:nvPr/>
          </p:nvSpPr>
          <p:spPr>
            <a:xfrm>
              <a:off x="4074600" y="1705100"/>
              <a:ext cx="2019375" cy="2019400"/>
            </a:xfrm>
            <a:custGeom>
              <a:avLst/>
              <a:gdLst/>
              <a:ahLst/>
              <a:cxnLst/>
              <a:rect l="l" t="t" r="r" b="b"/>
              <a:pathLst>
                <a:path w="80775" h="80776" extrusionOk="0">
                  <a:moveTo>
                    <a:pt x="40387" y="2475"/>
                  </a:moveTo>
                  <a:cubicBezTo>
                    <a:pt x="61294" y="2475"/>
                    <a:pt x="78300" y="19483"/>
                    <a:pt x="78300" y="40388"/>
                  </a:cubicBezTo>
                  <a:cubicBezTo>
                    <a:pt x="78300" y="61291"/>
                    <a:pt x="61292" y="78301"/>
                    <a:pt x="40387" y="78301"/>
                  </a:cubicBezTo>
                  <a:cubicBezTo>
                    <a:pt x="19484" y="78301"/>
                    <a:pt x="2475" y="61291"/>
                    <a:pt x="2475" y="40388"/>
                  </a:cubicBezTo>
                  <a:cubicBezTo>
                    <a:pt x="2475" y="19483"/>
                    <a:pt x="19482" y="2475"/>
                    <a:pt x="40387" y="2475"/>
                  </a:cubicBezTo>
                  <a:close/>
                  <a:moveTo>
                    <a:pt x="40387" y="0"/>
                  </a:moveTo>
                  <a:cubicBezTo>
                    <a:pt x="18117" y="0"/>
                    <a:pt x="0" y="18118"/>
                    <a:pt x="0" y="40388"/>
                  </a:cubicBezTo>
                  <a:cubicBezTo>
                    <a:pt x="0" y="62658"/>
                    <a:pt x="18117" y="80775"/>
                    <a:pt x="40387" y="80775"/>
                  </a:cubicBezTo>
                  <a:cubicBezTo>
                    <a:pt x="62657" y="80775"/>
                    <a:pt x="80775" y="62658"/>
                    <a:pt x="80775" y="40388"/>
                  </a:cubicBezTo>
                  <a:cubicBezTo>
                    <a:pt x="80775" y="18118"/>
                    <a:pt x="62657" y="0"/>
                    <a:pt x="4038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405;p111">
              <a:extLst>
                <a:ext uri="{FF2B5EF4-FFF2-40B4-BE49-F238E27FC236}">
                  <a16:creationId xmlns:a16="http://schemas.microsoft.com/office/drawing/2014/main" id="{F0BC2E63-FC1F-C39B-F146-039F8E60ABD5}"/>
                </a:ext>
              </a:extLst>
            </p:cNvPr>
            <p:cNvSpPr/>
            <p:nvPr/>
          </p:nvSpPr>
          <p:spPr>
            <a:xfrm>
              <a:off x="3942125" y="1572625"/>
              <a:ext cx="2284350" cy="2284375"/>
            </a:xfrm>
            <a:custGeom>
              <a:avLst/>
              <a:gdLst/>
              <a:ahLst/>
              <a:cxnLst/>
              <a:rect l="l" t="t" r="r" b="b"/>
              <a:pathLst>
                <a:path w="91374" h="91375" extrusionOk="0">
                  <a:moveTo>
                    <a:pt x="45686" y="6537"/>
                  </a:moveTo>
                  <a:cubicBezTo>
                    <a:pt x="67309" y="6537"/>
                    <a:pt x="84837" y="24066"/>
                    <a:pt x="84837" y="45688"/>
                  </a:cubicBezTo>
                  <a:cubicBezTo>
                    <a:pt x="84837" y="67310"/>
                    <a:pt x="67309" y="84838"/>
                    <a:pt x="45686" y="84838"/>
                  </a:cubicBezTo>
                  <a:cubicBezTo>
                    <a:pt x="24064" y="84838"/>
                    <a:pt x="6536" y="67309"/>
                    <a:pt x="6536" y="45687"/>
                  </a:cubicBezTo>
                  <a:cubicBezTo>
                    <a:pt x="6536" y="24065"/>
                    <a:pt x="24064" y="6537"/>
                    <a:pt x="45686" y="6537"/>
                  </a:cubicBezTo>
                  <a:close/>
                  <a:moveTo>
                    <a:pt x="45686" y="1"/>
                  </a:moveTo>
                  <a:cubicBezTo>
                    <a:pt x="20454" y="1"/>
                    <a:pt x="1" y="20454"/>
                    <a:pt x="1" y="45687"/>
                  </a:cubicBezTo>
                  <a:cubicBezTo>
                    <a:pt x="1" y="70919"/>
                    <a:pt x="20454" y="91374"/>
                    <a:pt x="45686" y="91374"/>
                  </a:cubicBezTo>
                  <a:cubicBezTo>
                    <a:pt x="56150" y="91374"/>
                    <a:pt x="65782" y="87843"/>
                    <a:pt x="73484" y="81924"/>
                  </a:cubicBezTo>
                  <a:lnTo>
                    <a:pt x="78770" y="76640"/>
                  </a:lnTo>
                  <a:lnTo>
                    <a:pt x="81671" y="73739"/>
                  </a:lnTo>
                  <a:cubicBezTo>
                    <a:pt x="81729" y="73684"/>
                    <a:pt x="81791" y="73632"/>
                    <a:pt x="81858" y="73587"/>
                  </a:cubicBezTo>
                  <a:cubicBezTo>
                    <a:pt x="87820" y="65869"/>
                    <a:pt x="91374" y="56194"/>
                    <a:pt x="91374" y="45687"/>
                  </a:cubicBezTo>
                  <a:cubicBezTo>
                    <a:pt x="91374" y="20454"/>
                    <a:pt x="70919" y="1"/>
                    <a:pt x="456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406;p111">
              <a:extLst>
                <a:ext uri="{FF2B5EF4-FFF2-40B4-BE49-F238E27FC236}">
                  <a16:creationId xmlns:a16="http://schemas.microsoft.com/office/drawing/2014/main" id="{85996C76-BE71-750F-2D87-160B65E0176F}"/>
                </a:ext>
              </a:extLst>
            </p:cNvPr>
            <p:cNvSpPr/>
            <p:nvPr/>
          </p:nvSpPr>
          <p:spPr>
            <a:xfrm>
              <a:off x="5760025" y="3488600"/>
              <a:ext cx="195650" cy="249850"/>
            </a:xfrm>
            <a:custGeom>
              <a:avLst/>
              <a:gdLst/>
              <a:ahLst/>
              <a:cxnLst/>
              <a:rect l="l" t="t" r="r" b="b"/>
              <a:pathLst>
                <a:path w="7826" h="9994" extrusionOk="0">
                  <a:moveTo>
                    <a:pt x="6053" y="0"/>
                  </a:moveTo>
                  <a:lnTo>
                    <a:pt x="770" y="5285"/>
                  </a:lnTo>
                  <a:lnTo>
                    <a:pt x="683" y="5372"/>
                  </a:lnTo>
                  <a:cubicBezTo>
                    <a:pt x="1" y="6053"/>
                    <a:pt x="1" y="7160"/>
                    <a:pt x="683" y="7842"/>
                  </a:cubicBezTo>
                  <a:lnTo>
                    <a:pt x="2833" y="9994"/>
                  </a:lnTo>
                  <a:cubicBezTo>
                    <a:pt x="3543" y="8803"/>
                    <a:pt x="5616" y="6476"/>
                    <a:pt x="7826" y="4242"/>
                  </a:cubicBezTo>
                  <a:lnTo>
                    <a:pt x="6054" y="2470"/>
                  </a:lnTo>
                  <a:cubicBezTo>
                    <a:pt x="5371" y="1788"/>
                    <a:pt x="5371" y="683"/>
                    <a:pt x="6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407;p111">
              <a:extLst>
                <a:ext uri="{FF2B5EF4-FFF2-40B4-BE49-F238E27FC236}">
                  <a16:creationId xmlns:a16="http://schemas.microsoft.com/office/drawing/2014/main" id="{5484BAD3-B106-5F6D-4FA7-103DDD46BD4B}"/>
                </a:ext>
              </a:extLst>
            </p:cNvPr>
            <p:cNvSpPr/>
            <p:nvPr/>
          </p:nvSpPr>
          <p:spPr>
            <a:xfrm>
              <a:off x="5894300" y="3403375"/>
              <a:ext cx="202850" cy="191300"/>
            </a:xfrm>
            <a:custGeom>
              <a:avLst/>
              <a:gdLst/>
              <a:ahLst/>
              <a:cxnLst/>
              <a:rect l="l" t="t" r="r" b="b"/>
              <a:pathLst>
                <a:path w="8114" h="7652" extrusionOk="0">
                  <a:moveTo>
                    <a:pt x="4830" y="0"/>
                  </a:moveTo>
                  <a:cubicBezTo>
                    <a:pt x="4457" y="0"/>
                    <a:pt x="4083" y="120"/>
                    <a:pt x="3771" y="357"/>
                  </a:cubicBezTo>
                  <a:cubicBezTo>
                    <a:pt x="3704" y="402"/>
                    <a:pt x="3642" y="454"/>
                    <a:pt x="3584" y="507"/>
                  </a:cubicBezTo>
                  <a:lnTo>
                    <a:pt x="683" y="3409"/>
                  </a:lnTo>
                  <a:cubicBezTo>
                    <a:pt x="0" y="4091"/>
                    <a:pt x="0" y="5197"/>
                    <a:pt x="683" y="5879"/>
                  </a:cubicBezTo>
                  <a:lnTo>
                    <a:pt x="2455" y="7651"/>
                  </a:lnTo>
                  <a:cubicBezTo>
                    <a:pt x="4593" y="5490"/>
                    <a:pt x="6848" y="3425"/>
                    <a:pt x="8114" y="2568"/>
                  </a:cubicBezTo>
                  <a:lnTo>
                    <a:pt x="6055" y="507"/>
                  </a:lnTo>
                  <a:cubicBezTo>
                    <a:pt x="5715" y="169"/>
                    <a:pt x="5273" y="0"/>
                    <a:pt x="4830" y="0"/>
                  </a:cubicBezTo>
                  <a:close/>
                </a:path>
              </a:pathLst>
            </a:custGeom>
            <a:solidFill>
              <a:srgbClr val="4C65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408;p111">
              <a:extLst>
                <a:ext uri="{FF2B5EF4-FFF2-40B4-BE49-F238E27FC236}">
                  <a16:creationId xmlns:a16="http://schemas.microsoft.com/office/drawing/2014/main" id="{62433A1A-1927-A6AB-8848-3D7FDFBE8D39}"/>
                </a:ext>
              </a:extLst>
            </p:cNvPr>
            <p:cNvSpPr/>
            <p:nvPr/>
          </p:nvSpPr>
          <p:spPr>
            <a:xfrm>
              <a:off x="5894300" y="3403375"/>
              <a:ext cx="202850" cy="191300"/>
            </a:xfrm>
            <a:custGeom>
              <a:avLst/>
              <a:gdLst/>
              <a:ahLst/>
              <a:cxnLst/>
              <a:rect l="l" t="t" r="r" b="b"/>
              <a:pathLst>
                <a:path w="8114" h="7652" extrusionOk="0">
                  <a:moveTo>
                    <a:pt x="4830" y="0"/>
                  </a:moveTo>
                  <a:cubicBezTo>
                    <a:pt x="4457" y="0"/>
                    <a:pt x="4083" y="120"/>
                    <a:pt x="3771" y="357"/>
                  </a:cubicBezTo>
                  <a:cubicBezTo>
                    <a:pt x="3704" y="402"/>
                    <a:pt x="3642" y="454"/>
                    <a:pt x="3584" y="507"/>
                  </a:cubicBezTo>
                  <a:lnTo>
                    <a:pt x="683" y="3409"/>
                  </a:lnTo>
                  <a:cubicBezTo>
                    <a:pt x="0" y="4091"/>
                    <a:pt x="0" y="5197"/>
                    <a:pt x="683" y="5879"/>
                  </a:cubicBezTo>
                  <a:lnTo>
                    <a:pt x="2455" y="7651"/>
                  </a:lnTo>
                  <a:cubicBezTo>
                    <a:pt x="4593" y="5490"/>
                    <a:pt x="6848" y="3425"/>
                    <a:pt x="8114" y="2568"/>
                  </a:cubicBezTo>
                  <a:lnTo>
                    <a:pt x="6055" y="507"/>
                  </a:lnTo>
                  <a:cubicBezTo>
                    <a:pt x="5715" y="169"/>
                    <a:pt x="5273" y="0"/>
                    <a:pt x="483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409;p111">
              <a:extLst>
                <a:ext uri="{FF2B5EF4-FFF2-40B4-BE49-F238E27FC236}">
                  <a16:creationId xmlns:a16="http://schemas.microsoft.com/office/drawing/2014/main" id="{BE8BB95B-B2A6-8D30-5427-406164BDAD21}"/>
                </a:ext>
              </a:extLst>
            </p:cNvPr>
            <p:cNvSpPr/>
            <p:nvPr/>
          </p:nvSpPr>
          <p:spPr>
            <a:xfrm>
              <a:off x="5822825" y="3457025"/>
              <a:ext cx="1184775" cy="1175425"/>
            </a:xfrm>
            <a:custGeom>
              <a:avLst/>
              <a:gdLst/>
              <a:ahLst/>
              <a:cxnLst/>
              <a:rect l="l" t="t" r="r" b="b"/>
              <a:pathLst>
                <a:path w="47391" h="47017" extrusionOk="0">
                  <a:moveTo>
                    <a:pt x="11836" y="1"/>
                  </a:moveTo>
                  <a:cubicBezTo>
                    <a:pt x="11667" y="1"/>
                    <a:pt x="11366" y="155"/>
                    <a:pt x="10973" y="422"/>
                  </a:cubicBezTo>
                  <a:cubicBezTo>
                    <a:pt x="9707" y="1279"/>
                    <a:pt x="7452" y="3344"/>
                    <a:pt x="5314" y="5505"/>
                  </a:cubicBezTo>
                  <a:cubicBezTo>
                    <a:pt x="3104" y="7739"/>
                    <a:pt x="1031" y="10066"/>
                    <a:pt x="321" y="11255"/>
                  </a:cubicBezTo>
                  <a:cubicBezTo>
                    <a:pt x="90" y="11642"/>
                    <a:pt x="1" y="11910"/>
                    <a:pt x="102" y="12013"/>
                  </a:cubicBezTo>
                  <a:lnTo>
                    <a:pt x="32275" y="44536"/>
                  </a:lnTo>
                  <a:cubicBezTo>
                    <a:pt x="33837" y="46122"/>
                    <a:pt x="35971" y="47017"/>
                    <a:pt x="38198" y="47017"/>
                  </a:cubicBezTo>
                  <a:cubicBezTo>
                    <a:pt x="40424" y="47017"/>
                    <a:pt x="42557" y="46122"/>
                    <a:pt x="44119" y="44536"/>
                  </a:cubicBezTo>
                  <a:cubicBezTo>
                    <a:pt x="47391" y="41230"/>
                    <a:pt x="47391" y="35869"/>
                    <a:pt x="44119" y="32563"/>
                  </a:cubicBezTo>
                  <a:lnTo>
                    <a:pt x="11947" y="39"/>
                  </a:lnTo>
                  <a:cubicBezTo>
                    <a:pt x="11921" y="13"/>
                    <a:pt x="11884" y="1"/>
                    <a:pt x="1183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410;p111">
              <a:extLst>
                <a:ext uri="{FF2B5EF4-FFF2-40B4-BE49-F238E27FC236}">
                  <a16:creationId xmlns:a16="http://schemas.microsoft.com/office/drawing/2014/main" id="{2F08F849-CE38-DEB5-0E88-0DDFCFA0FEC5}"/>
                </a:ext>
              </a:extLst>
            </p:cNvPr>
            <p:cNvSpPr/>
            <p:nvPr/>
          </p:nvSpPr>
          <p:spPr>
            <a:xfrm>
              <a:off x="5876050" y="3457025"/>
              <a:ext cx="1131550" cy="1118400"/>
            </a:xfrm>
            <a:custGeom>
              <a:avLst/>
              <a:gdLst/>
              <a:ahLst/>
              <a:cxnLst/>
              <a:rect l="l" t="t" r="r" b="b"/>
              <a:pathLst>
                <a:path w="45262" h="44736" extrusionOk="0">
                  <a:moveTo>
                    <a:pt x="9704" y="0"/>
                  </a:moveTo>
                  <a:cubicBezTo>
                    <a:pt x="8942" y="0"/>
                    <a:pt x="5528" y="3083"/>
                    <a:pt x="2571" y="6131"/>
                  </a:cubicBezTo>
                  <a:cubicBezTo>
                    <a:pt x="1" y="8781"/>
                    <a:pt x="35630" y="44735"/>
                    <a:pt x="41420" y="44735"/>
                  </a:cubicBezTo>
                  <a:cubicBezTo>
                    <a:pt x="41666" y="44735"/>
                    <a:pt x="41857" y="44671"/>
                    <a:pt x="41990" y="44536"/>
                  </a:cubicBezTo>
                  <a:cubicBezTo>
                    <a:pt x="45262" y="41230"/>
                    <a:pt x="45262" y="35869"/>
                    <a:pt x="41990" y="32563"/>
                  </a:cubicBezTo>
                  <a:lnTo>
                    <a:pt x="9818" y="39"/>
                  </a:lnTo>
                  <a:cubicBezTo>
                    <a:pt x="9791" y="13"/>
                    <a:pt x="9753" y="0"/>
                    <a:pt x="970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4414;p111">
              <a:extLst>
                <a:ext uri="{FF2B5EF4-FFF2-40B4-BE49-F238E27FC236}">
                  <a16:creationId xmlns:a16="http://schemas.microsoft.com/office/drawing/2014/main" id="{7ADCF419-3050-2D09-5B72-9863048800F2}"/>
                </a:ext>
              </a:extLst>
            </p:cNvPr>
            <p:cNvSpPr/>
            <p:nvPr/>
          </p:nvSpPr>
          <p:spPr>
            <a:xfrm>
              <a:off x="3904975" y="3018200"/>
              <a:ext cx="130725" cy="128000"/>
            </a:xfrm>
            <a:custGeom>
              <a:avLst/>
              <a:gdLst/>
              <a:ahLst/>
              <a:cxnLst/>
              <a:rect l="l" t="t" r="r" b="b"/>
              <a:pathLst>
                <a:path w="5229" h="5120" extrusionOk="0">
                  <a:moveTo>
                    <a:pt x="679" y="0"/>
                  </a:moveTo>
                  <a:cubicBezTo>
                    <a:pt x="521" y="0"/>
                    <a:pt x="363" y="61"/>
                    <a:pt x="241" y="182"/>
                  </a:cubicBezTo>
                  <a:cubicBezTo>
                    <a:pt x="0" y="423"/>
                    <a:pt x="0" y="815"/>
                    <a:pt x="241" y="1056"/>
                  </a:cubicBezTo>
                  <a:lnTo>
                    <a:pt x="4124" y="4939"/>
                  </a:lnTo>
                  <a:cubicBezTo>
                    <a:pt x="4240" y="5055"/>
                    <a:pt x="4397" y="5120"/>
                    <a:pt x="4561" y="5120"/>
                  </a:cubicBezTo>
                  <a:lnTo>
                    <a:pt x="4561" y="5120"/>
                  </a:lnTo>
                  <a:cubicBezTo>
                    <a:pt x="4812" y="5119"/>
                    <a:pt x="5036" y="4969"/>
                    <a:pt x="5131" y="4739"/>
                  </a:cubicBezTo>
                  <a:cubicBezTo>
                    <a:pt x="5228" y="4506"/>
                    <a:pt x="5175" y="4241"/>
                    <a:pt x="4999" y="4065"/>
                  </a:cubicBezTo>
                  <a:lnTo>
                    <a:pt x="1117" y="182"/>
                  </a:lnTo>
                  <a:cubicBezTo>
                    <a:pt x="996" y="61"/>
                    <a:pt x="838" y="0"/>
                    <a:pt x="679" y="0"/>
                  </a:cubicBezTo>
                  <a:close/>
                  <a:moveTo>
                    <a:pt x="4561" y="5120"/>
                  </a:moveTo>
                  <a:lnTo>
                    <a:pt x="4561" y="5120"/>
                  </a:lnTo>
                  <a:cubicBezTo>
                    <a:pt x="4561" y="5120"/>
                    <a:pt x="4560" y="5120"/>
                    <a:pt x="4560" y="5120"/>
                  </a:cubicBezTo>
                  <a:lnTo>
                    <a:pt x="4562" y="5120"/>
                  </a:lnTo>
                  <a:cubicBezTo>
                    <a:pt x="4561" y="5120"/>
                    <a:pt x="4561" y="5120"/>
                    <a:pt x="4561" y="512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4415;p111">
              <a:extLst>
                <a:ext uri="{FF2B5EF4-FFF2-40B4-BE49-F238E27FC236}">
                  <a16:creationId xmlns:a16="http://schemas.microsoft.com/office/drawing/2014/main" id="{4883F75C-AABC-F7E7-2344-FEC42D9710F5}"/>
                </a:ext>
              </a:extLst>
            </p:cNvPr>
            <p:cNvSpPr/>
            <p:nvPr/>
          </p:nvSpPr>
          <p:spPr>
            <a:xfrm>
              <a:off x="1601575" y="3416300"/>
              <a:ext cx="2581225" cy="2060450"/>
            </a:xfrm>
            <a:custGeom>
              <a:avLst/>
              <a:gdLst/>
              <a:ahLst/>
              <a:cxnLst/>
              <a:rect l="l" t="t" r="r" b="b"/>
              <a:pathLst>
                <a:path w="103249" h="82418" extrusionOk="0">
                  <a:moveTo>
                    <a:pt x="6695" y="0"/>
                  </a:moveTo>
                  <a:cubicBezTo>
                    <a:pt x="2997" y="0"/>
                    <a:pt x="0" y="2997"/>
                    <a:pt x="0" y="6694"/>
                  </a:cubicBezTo>
                  <a:lnTo>
                    <a:pt x="0" y="76181"/>
                  </a:lnTo>
                  <a:cubicBezTo>
                    <a:pt x="0" y="79625"/>
                    <a:pt x="2792" y="82417"/>
                    <a:pt x="6235" y="82417"/>
                  </a:cubicBezTo>
                  <a:lnTo>
                    <a:pt x="97014" y="82417"/>
                  </a:lnTo>
                  <a:cubicBezTo>
                    <a:pt x="100458" y="82417"/>
                    <a:pt x="103248" y="79625"/>
                    <a:pt x="103248" y="76181"/>
                  </a:cubicBezTo>
                  <a:lnTo>
                    <a:pt x="103248" y="23976"/>
                  </a:lnTo>
                  <a:cubicBezTo>
                    <a:pt x="103248" y="20532"/>
                    <a:pt x="100456" y="17740"/>
                    <a:pt x="97014" y="17740"/>
                  </a:cubicBezTo>
                  <a:lnTo>
                    <a:pt x="44373" y="17740"/>
                  </a:lnTo>
                  <a:cubicBezTo>
                    <a:pt x="40689" y="17740"/>
                    <a:pt x="37702" y="14753"/>
                    <a:pt x="37702" y="11069"/>
                  </a:cubicBezTo>
                  <a:lnTo>
                    <a:pt x="37702" y="6694"/>
                  </a:lnTo>
                  <a:cubicBezTo>
                    <a:pt x="37702" y="2997"/>
                    <a:pt x="34705" y="0"/>
                    <a:pt x="310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4416;p111">
              <a:extLst>
                <a:ext uri="{FF2B5EF4-FFF2-40B4-BE49-F238E27FC236}">
                  <a16:creationId xmlns:a16="http://schemas.microsoft.com/office/drawing/2014/main" id="{27EAD221-4859-FFC9-846A-76A078BDBD55}"/>
                </a:ext>
              </a:extLst>
            </p:cNvPr>
            <p:cNvSpPr/>
            <p:nvPr/>
          </p:nvSpPr>
          <p:spPr>
            <a:xfrm>
              <a:off x="1456550" y="3416300"/>
              <a:ext cx="2581225" cy="2060450"/>
            </a:xfrm>
            <a:custGeom>
              <a:avLst/>
              <a:gdLst/>
              <a:ahLst/>
              <a:cxnLst/>
              <a:rect l="l" t="t" r="r" b="b"/>
              <a:pathLst>
                <a:path w="103249" h="82418" extrusionOk="0">
                  <a:moveTo>
                    <a:pt x="6696" y="0"/>
                  </a:moveTo>
                  <a:cubicBezTo>
                    <a:pt x="2998" y="0"/>
                    <a:pt x="1" y="2997"/>
                    <a:pt x="1" y="6694"/>
                  </a:cubicBezTo>
                  <a:lnTo>
                    <a:pt x="1" y="76181"/>
                  </a:lnTo>
                  <a:cubicBezTo>
                    <a:pt x="1" y="79625"/>
                    <a:pt x="2793" y="82417"/>
                    <a:pt x="6236" y="82417"/>
                  </a:cubicBezTo>
                  <a:lnTo>
                    <a:pt x="97014" y="82417"/>
                  </a:lnTo>
                  <a:cubicBezTo>
                    <a:pt x="100458" y="82417"/>
                    <a:pt x="103249" y="79625"/>
                    <a:pt x="103249" y="76181"/>
                  </a:cubicBezTo>
                  <a:lnTo>
                    <a:pt x="103249" y="23976"/>
                  </a:lnTo>
                  <a:cubicBezTo>
                    <a:pt x="103249" y="20532"/>
                    <a:pt x="100457" y="17740"/>
                    <a:pt x="97014" y="17740"/>
                  </a:cubicBezTo>
                  <a:lnTo>
                    <a:pt x="44373" y="17740"/>
                  </a:lnTo>
                  <a:cubicBezTo>
                    <a:pt x="40690" y="17740"/>
                    <a:pt x="37703" y="14753"/>
                    <a:pt x="37703" y="11069"/>
                  </a:cubicBezTo>
                  <a:lnTo>
                    <a:pt x="37703" y="6694"/>
                  </a:lnTo>
                  <a:cubicBezTo>
                    <a:pt x="37703" y="2997"/>
                    <a:pt x="34706" y="0"/>
                    <a:pt x="310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7" name="Google Shape;4520;p111">
            <a:extLst>
              <a:ext uri="{FF2B5EF4-FFF2-40B4-BE49-F238E27FC236}">
                <a16:creationId xmlns:a16="http://schemas.microsoft.com/office/drawing/2014/main" id="{CDAC9AAC-D8C7-CA86-F57F-8EE51256558A}"/>
              </a:ext>
            </a:extLst>
          </p:cNvPr>
          <p:cNvGrpSpPr/>
          <p:nvPr/>
        </p:nvGrpSpPr>
        <p:grpSpPr>
          <a:xfrm>
            <a:off x="7896331" y="3321424"/>
            <a:ext cx="900121" cy="1516048"/>
            <a:chOff x="6553295" y="1978399"/>
            <a:chExt cx="900121" cy="1516048"/>
          </a:xfrm>
        </p:grpSpPr>
        <p:sp>
          <p:nvSpPr>
            <p:cNvPr id="508" name="Google Shape;4521;p111">
              <a:extLst>
                <a:ext uri="{FF2B5EF4-FFF2-40B4-BE49-F238E27FC236}">
                  <a16:creationId xmlns:a16="http://schemas.microsoft.com/office/drawing/2014/main" id="{CEBCE4C2-691B-8CCF-3688-7C73EEB7BA19}"/>
                </a:ext>
              </a:extLst>
            </p:cNvPr>
            <p:cNvSpPr/>
            <p:nvPr/>
          </p:nvSpPr>
          <p:spPr>
            <a:xfrm>
              <a:off x="6591548" y="1978399"/>
              <a:ext cx="853448" cy="806828"/>
            </a:xfrm>
            <a:custGeom>
              <a:avLst/>
              <a:gdLst/>
              <a:ahLst/>
              <a:cxnLst/>
              <a:rect l="l" t="t" r="r" b="b"/>
              <a:pathLst>
                <a:path w="80476" h="76080" extrusionOk="0">
                  <a:moveTo>
                    <a:pt x="38844" y="0"/>
                  </a:moveTo>
                  <a:cubicBezTo>
                    <a:pt x="36206" y="0"/>
                    <a:pt x="33561" y="866"/>
                    <a:pt x="31518" y="2542"/>
                  </a:cubicBezTo>
                  <a:cubicBezTo>
                    <a:pt x="29654" y="4072"/>
                    <a:pt x="28262" y="6196"/>
                    <a:pt x="26145" y="7348"/>
                  </a:cubicBezTo>
                  <a:cubicBezTo>
                    <a:pt x="24603" y="8187"/>
                    <a:pt x="22879" y="8415"/>
                    <a:pt x="21110" y="8415"/>
                  </a:cubicBezTo>
                  <a:cubicBezTo>
                    <a:pt x="19637" y="8415"/>
                    <a:pt x="18133" y="8257"/>
                    <a:pt x="16675" y="8164"/>
                  </a:cubicBezTo>
                  <a:cubicBezTo>
                    <a:pt x="16210" y="8134"/>
                    <a:pt x="15734" y="8117"/>
                    <a:pt x="15255" y="8117"/>
                  </a:cubicBezTo>
                  <a:cubicBezTo>
                    <a:pt x="12431" y="8117"/>
                    <a:pt x="9492" y="8719"/>
                    <a:pt x="7872" y="10942"/>
                  </a:cubicBezTo>
                  <a:cubicBezTo>
                    <a:pt x="5210" y="14593"/>
                    <a:pt x="7895" y="19737"/>
                    <a:pt x="7196" y="24202"/>
                  </a:cubicBezTo>
                  <a:cubicBezTo>
                    <a:pt x="6713" y="27277"/>
                    <a:pt x="4651" y="29822"/>
                    <a:pt x="2991" y="32455"/>
                  </a:cubicBezTo>
                  <a:cubicBezTo>
                    <a:pt x="1333" y="35088"/>
                    <a:pt x="1" y="38354"/>
                    <a:pt x="1139" y="41252"/>
                  </a:cubicBezTo>
                  <a:cubicBezTo>
                    <a:pt x="2336" y="44301"/>
                    <a:pt x="5848" y="45861"/>
                    <a:pt x="7357" y="48770"/>
                  </a:cubicBezTo>
                  <a:cubicBezTo>
                    <a:pt x="10182" y="54219"/>
                    <a:pt x="4758" y="61233"/>
                    <a:pt x="7335" y="66806"/>
                  </a:cubicBezTo>
                  <a:cubicBezTo>
                    <a:pt x="8435" y="69186"/>
                    <a:pt x="11021" y="70770"/>
                    <a:pt x="13630" y="70770"/>
                  </a:cubicBezTo>
                  <a:cubicBezTo>
                    <a:pt x="13941" y="70770"/>
                    <a:pt x="14252" y="70747"/>
                    <a:pt x="14562" y="70701"/>
                  </a:cubicBezTo>
                  <a:cubicBezTo>
                    <a:pt x="16032" y="70481"/>
                    <a:pt x="17447" y="69782"/>
                    <a:pt x="18919" y="69782"/>
                  </a:cubicBezTo>
                  <a:cubicBezTo>
                    <a:pt x="19046" y="69782"/>
                    <a:pt x="19174" y="69787"/>
                    <a:pt x="19303" y="69799"/>
                  </a:cubicBezTo>
                  <a:cubicBezTo>
                    <a:pt x="21623" y="70002"/>
                    <a:pt x="23269" y="72038"/>
                    <a:pt x="24909" y="73690"/>
                  </a:cubicBezTo>
                  <a:cubicBezTo>
                    <a:pt x="26145" y="74936"/>
                    <a:pt x="27872" y="76079"/>
                    <a:pt x="29518" y="76079"/>
                  </a:cubicBezTo>
                  <a:cubicBezTo>
                    <a:pt x="30055" y="76079"/>
                    <a:pt x="30584" y="75957"/>
                    <a:pt x="31085" y="75677"/>
                  </a:cubicBezTo>
                  <a:cubicBezTo>
                    <a:pt x="31827" y="75260"/>
                    <a:pt x="32356" y="74559"/>
                    <a:pt x="32971" y="73971"/>
                  </a:cubicBezTo>
                  <a:cubicBezTo>
                    <a:pt x="35024" y="72009"/>
                    <a:pt x="37484" y="71326"/>
                    <a:pt x="40118" y="71326"/>
                  </a:cubicBezTo>
                  <a:cubicBezTo>
                    <a:pt x="45921" y="71326"/>
                    <a:pt x="52573" y="74640"/>
                    <a:pt x="57602" y="74896"/>
                  </a:cubicBezTo>
                  <a:cubicBezTo>
                    <a:pt x="57796" y="74906"/>
                    <a:pt x="57990" y="74911"/>
                    <a:pt x="58185" y="74911"/>
                  </a:cubicBezTo>
                  <a:cubicBezTo>
                    <a:pt x="61485" y="74911"/>
                    <a:pt x="64941" y="73490"/>
                    <a:pt x="66480" y="70594"/>
                  </a:cubicBezTo>
                  <a:cubicBezTo>
                    <a:pt x="68795" y="66239"/>
                    <a:pt x="66151" y="60224"/>
                    <a:pt x="69090" y="56261"/>
                  </a:cubicBezTo>
                  <a:cubicBezTo>
                    <a:pt x="71030" y="53646"/>
                    <a:pt x="74691" y="52989"/>
                    <a:pt x="77113" y="50813"/>
                  </a:cubicBezTo>
                  <a:cubicBezTo>
                    <a:pt x="79662" y="48522"/>
                    <a:pt x="80475" y="44512"/>
                    <a:pt x="79023" y="41409"/>
                  </a:cubicBezTo>
                  <a:cubicBezTo>
                    <a:pt x="78141" y="39529"/>
                    <a:pt x="76576" y="38065"/>
                    <a:pt x="75463" y="36312"/>
                  </a:cubicBezTo>
                  <a:cubicBezTo>
                    <a:pt x="72509" y="31657"/>
                    <a:pt x="73080" y="25713"/>
                    <a:pt x="72761" y="20210"/>
                  </a:cubicBezTo>
                  <a:cubicBezTo>
                    <a:pt x="72443" y="14706"/>
                    <a:pt x="70308" y="8345"/>
                    <a:pt x="65016" y="6801"/>
                  </a:cubicBezTo>
                  <a:cubicBezTo>
                    <a:pt x="64087" y="6530"/>
                    <a:pt x="63137" y="6435"/>
                    <a:pt x="62174" y="6435"/>
                  </a:cubicBezTo>
                  <a:cubicBezTo>
                    <a:pt x="59887" y="6435"/>
                    <a:pt x="57532" y="6973"/>
                    <a:pt x="55249" y="6973"/>
                  </a:cubicBezTo>
                  <a:cubicBezTo>
                    <a:pt x="54235" y="6973"/>
                    <a:pt x="53236" y="6867"/>
                    <a:pt x="52264" y="6561"/>
                  </a:cubicBezTo>
                  <a:cubicBezTo>
                    <a:pt x="49242" y="5610"/>
                    <a:pt x="47114" y="2929"/>
                    <a:pt x="44347" y="1389"/>
                  </a:cubicBezTo>
                  <a:cubicBezTo>
                    <a:pt x="42672" y="456"/>
                    <a:pt x="40760" y="0"/>
                    <a:pt x="388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4522;p111">
              <a:extLst>
                <a:ext uri="{FF2B5EF4-FFF2-40B4-BE49-F238E27FC236}">
                  <a16:creationId xmlns:a16="http://schemas.microsoft.com/office/drawing/2014/main" id="{F2A85F53-352A-72D6-FB22-951609FD143D}"/>
                </a:ext>
              </a:extLst>
            </p:cNvPr>
            <p:cNvSpPr/>
            <p:nvPr/>
          </p:nvSpPr>
          <p:spPr>
            <a:xfrm>
              <a:off x="6820202" y="2352363"/>
              <a:ext cx="395874" cy="498202"/>
            </a:xfrm>
            <a:custGeom>
              <a:avLst/>
              <a:gdLst/>
              <a:ahLst/>
              <a:cxnLst/>
              <a:rect l="l" t="t" r="r" b="b"/>
              <a:pathLst>
                <a:path w="37329" h="46978" extrusionOk="0">
                  <a:moveTo>
                    <a:pt x="17208" y="0"/>
                  </a:moveTo>
                  <a:cubicBezTo>
                    <a:pt x="16037" y="0"/>
                    <a:pt x="14886" y="494"/>
                    <a:pt x="14004" y="1460"/>
                  </a:cubicBezTo>
                  <a:cubicBezTo>
                    <a:pt x="13167" y="2376"/>
                    <a:pt x="12557" y="3670"/>
                    <a:pt x="11596" y="4350"/>
                  </a:cubicBezTo>
                  <a:cubicBezTo>
                    <a:pt x="10961" y="4798"/>
                    <a:pt x="10249" y="4933"/>
                    <a:pt x="9511" y="4933"/>
                  </a:cubicBezTo>
                  <a:cubicBezTo>
                    <a:pt x="8759" y="4933"/>
                    <a:pt x="7979" y="4793"/>
                    <a:pt x="7228" y="4703"/>
                  </a:cubicBezTo>
                  <a:cubicBezTo>
                    <a:pt x="6938" y="4668"/>
                    <a:pt x="6640" y="4646"/>
                    <a:pt x="6341" y="4646"/>
                  </a:cubicBezTo>
                  <a:cubicBezTo>
                    <a:pt x="5108" y="4646"/>
                    <a:pt x="3872" y="5010"/>
                    <a:pt x="3200" y="6281"/>
                  </a:cubicBezTo>
                  <a:cubicBezTo>
                    <a:pt x="2027" y="8501"/>
                    <a:pt x="3353" y="11730"/>
                    <a:pt x="3101" y="14484"/>
                  </a:cubicBezTo>
                  <a:cubicBezTo>
                    <a:pt x="2927" y="16380"/>
                    <a:pt x="2014" y="17924"/>
                    <a:pt x="1288" y="19529"/>
                  </a:cubicBezTo>
                  <a:cubicBezTo>
                    <a:pt x="564" y="21134"/>
                    <a:pt x="0" y="23134"/>
                    <a:pt x="573" y="24946"/>
                  </a:cubicBezTo>
                  <a:cubicBezTo>
                    <a:pt x="1176" y="26855"/>
                    <a:pt x="2827" y="27878"/>
                    <a:pt x="3571" y="29703"/>
                  </a:cubicBezTo>
                  <a:cubicBezTo>
                    <a:pt x="4965" y="33126"/>
                    <a:pt x="2569" y="37383"/>
                    <a:pt x="3852" y="40875"/>
                  </a:cubicBezTo>
                  <a:cubicBezTo>
                    <a:pt x="4411" y="42399"/>
                    <a:pt x="5673" y="43433"/>
                    <a:pt x="6905" y="43433"/>
                  </a:cubicBezTo>
                  <a:cubicBezTo>
                    <a:pt x="7023" y="43433"/>
                    <a:pt x="7141" y="43424"/>
                    <a:pt x="7258" y="43404"/>
                  </a:cubicBezTo>
                  <a:cubicBezTo>
                    <a:pt x="7915" y="43295"/>
                    <a:pt x="8541" y="42905"/>
                    <a:pt x="9200" y="42905"/>
                  </a:cubicBezTo>
                  <a:cubicBezTo>
                    <a:pt x="9278" y="42905"/>
                    <a:pt x="9357" y="42910"/>
                    <a:pt x="9436" y="42922"/>
                  </a:cubicBezTo>
                  <a:cubicBezTo>
                    <a:pt x="10513" y="43087"/>
                    <a:pt x="11307" y="44372"/>
                    <a:pt x="12092" y="45423"/>
                  </a:cubicBezTo>
                  <a:cubicBezTo>
                    <a:pt x="12695" y="46230"/>
                    <a:pt x="13531" y="46978"/>
                    <a:pt x="14304" y="46978"/>
                  </a:cubicBezTo>
                  <a:cubicBezTo>
                    <a:pt x="14539" y="46978"/>
                    <a:pt x="14767" y="46909"/>
                    <a:pt x="14981" y="46752"/>
                  </a:cubicBezTo>
                  <a:cubicBezTo>
                    <a:pt x="15317" y="46507"/>
                    <a:pt x="15552" y="46080"/>
                    <a:pt x="15826" y="45726"/>
                  </a:cubicBezTo>
                  <a:cubicBezTo>
                    <a:pt x="16700" y="44602"/>
                    <a:pt x="17762" y="44200"/>
                    <a:pt x="18913" y="44200"/>
                  </a:cubicBezTo>
                  <a:cubicBezTo>
                    <a:pt x="21636" y="44200"/>
                    <a:pt x="24854" y="46450"/>
                    <a:pt x="27236" y="46695"/>
                  </a:cubicBezTo>
                  <a:cubicBezTo>
                    <a:pt x="27372" y="46709"/>
                    <a:pt x="27508" y="46716"/>
                    <a:pt x="27644" y="46716"/>
                  </a:cubicBezTo>
                  <a:cubicBezTo>
                    <a:pt x="29127" y="46716"/>
                    <a:pt x="30628" y="45890"/>
                    <a:pt x="31275" y="44174"/>
                  </a:cubicBezTo>
                  <a:cubicBezTo>
                    <a:pt x="32276" y="41514"/>
                    <a:pt x="30956" y="37745"/>
                    <a:pt x="32252" y="35338"/>
                  </a:cubicBezTo>
                  <a:cubicBezTo>
                    <a:pt x="33107" y="33750"/>
                    <a:pt x="34790" y="33402"/>
                    <a:pt x="35875" y="32093"/>
                  </a:cubicBezTo>
                  <a:cubicBezTo>
                    <a:pt x="37017" y="30715"/>
                    <a:pt x="37329" y="28244"/>
                    <a:pt x="36607" y="26299"/>
                  </a:cubicBezTo>
                  <a:cubicBezTo>
                    <a:pt x="36169" y="25121"/>
                    <a:pt x="35421" y="24188"/>
                    <a:pt x="34878" y="23084"/>
                  </a:cubicBezTo>
                  <a:cubicBezTo>
                    <a:pt x="33437" y="20154"/>
                    <a:pt x="33604" y="16481"/>
                    <a:pt x="33369" y="13067"/>
                  </a:cubicBezTo>
                  <a:cubicBezTo>
                    <a:pt x="33133" y="9653"/>
                    <a:pt x="32042" y="5677"/>
                    <a:pt x="29569" y="4637"/>
                  </a:cubicBezTo>
                  <a:cubicBezTo>
                    <a:pt x="29075" y="4429"/>
                    <a:pt x="28570" y="4362"/>
                    <a:pt x="28062" y="4362"/>
                  </a:cubicBezTo>
                  <a:cubicBezTo>
                    <a:pt x="27126" y="4362"/>
                    <a:pt x="26176" y="4589"/>
                    <a:pt x="25242" y="4589"/>
                  </a:cubicBezTo>
                  <a:cubicBezTo>
                    <a:pt x="24709" y="4589"/>
                    <a:pt x="24182" y="4515"/>
                    <a:pt x="23667" y="4283"/>
                  </a:cubicBezTo>
                  <a:cubicBezTo>
                    <a:pt x="22254" y="3646"/>
                    <a:pt x="21225" y="1950"/>
                    <a:pt x="19921" y="951"/>
                  </a:cubicBezTo>
                  <a:cubicBezTo>
                    <a:pt x="19087" y="314"/>
                    <a:pt x="18141" y="0"/>
                    <a:pt x="1720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4523;p111">
              <a:extLst>
                <a:ext uri="{FF2B5EF4-FFF2-40B4-BE49-F238E27FC236}">
                  <a16:creationId xmlns:a16="http://schemas.microsoft.com/office/drawing/2014/main" id="{D3E4C93E-430B-1829-55B5-16A343A94648}"/>
                </a:ext>
              </a:extLst>
            </p:cNvPr>
            <p:cNvSpPr/>
            <p:nvPr/>
          </p:nvSpPr>
          <p:spPr>
            <a:xfrm>
              <a:off x="6935224" y="2522118"/>
              <a:ext cx="136264" cy="222663"/>
            </a:xfrm>
            <a:custGeom>
              <a:avLst/>
              <a:gdLst/>
              <a:ahLst/>
              <a:cxnLst/>
              <a:rect l="l" t="t" r="r" b="b"/>
              <a:pathLst>
                <a:path w="12849" h="20996" extrusionOk="0">
                  <a:moveTo>
                    <a:pt x="1" y="0"/>
                  </a:moveTo>
                  <a:lnTo>
                    <a:pt x="1" y="20995"/>
                  </a:lnTo>
                  <a:lnTo>
                    <a:pt x="12848" y="20995"/>
                  </a:lnTo>
                  <a:lnTo>
                    <a:pt x="1284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4524;p111">
              <a:extLst>
                <a:ext uri="{FF2B5EF4-FFF2-40B4-BE49-F238E27FC236}">
                  <a16:creationId xmlns:a16="http://schemas.microsoft.com/office/drawing/2014/main" id="{345E50CC-F76F-2C4E-0239-C50431F27B88}"/>
                </a:ext>
              </a:extLst>
            </p:cNvPr>
            <p:cNvSpPr/>
            <p:nvPr/>
          </p:nvSpPr>
          <p:spPr>
            <a:xfrm>
              <a:off x="6935224" y="2522118"/>
              <a:ext cx="136264" cy="122626"/>
            </a:xfrm>
            <a:custGeom>
              <a:avLst/>
              <a:gdLst/>
              <a:ahLst/>
              <a:cxnLst/>
              <a:rect l="l" t="t" r="r" b="b"/>
              <a:pathLst>
                <a:path w="12849" h="11563" extrusionOk="0">
                  <a:moveTo>
                    <a:pt x="1" y="0"/>
                  </a:moveTo>
                  <a:lnTo>
                    <a:pt x="1" y="11563"/>
                  </a:lnTo>
                  <a:lnTo>
                    <a:pt x="12848" y="9254"/>
                  </a:lnTo>
                  <a:lnTo>
                    <a:pt x="1284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4525;p111">
              <a:extLst>
                <a:ext uri="{FF2B5EF4-FFF2-40B4-BE49-F238E27FC236}">
                  <a16:creationId xmlns:a16="http://schemas.microsoft.com/office/drawing/2014/main" id="{ACCF49F4-B233-750D-D686-B3AFB2C3787E}"/>
                </a:ext>
              </a:extLst>
            </p:cNvPr>
            <p:cNvSpPr/>
            <p:nvPr/>
          </p:nvSpPr>
          <p:spPr>
            <a:xfrm>
              <a:off x="6863576" y="2171060"/>
              <a:ext cx="280417" cy="430404"/>
            </a:xfrm>
            <a:custGeom>
              <a:avLst/>
              <a:gdLst/>
              <a:ahLst/>
              <a:cxnLst/>
              <a:rect l="l" t="t" r="r" b="b"/>
              <a:pathLst>
                <a:path w="26442" h="40585" extrusionOk="0">
                  <a:moveTo>
                    <a:pt x="10435" y="0"/>
                  </a:moveTo>
                  <a:cubicBezTo>
                    <a:pt x="4631" y="0"/>
                    <a:pt x="1" y="4842"/>
                    <a:pt x="260" y="10641"/>
                  </a:cubicBezTo>
                  <a:lnTo>
                    <a:pt x="1164" y="30854"/>
                  </a:lnTo>
                  <a:cubicBezTo>
                    <a:pt x="1407" y="36297"/>
                    <a:pt x="5891" y="40584"/>
                    <a:pt x="11339" y="40584"/>
                  </a:cubicBezTo>
                  <a:lnTo>
                    <a:pt x="14720" y="40584"/>
                  </a:lnTo>
                  <a:cubicBezTo>
                    <a:pt x="20110" y="40584"/>
                    <a:pt x="24566" y="36386"/>
                    <a:pt x="24887" y="31005"/>
                  </a:cubicBezTo>
                  <a:lnTo>
                    <a:pt x="26092" y="10792"/>
                  </a:lnTo>
                  <a:cubicBezTo>
                    <a:pt x="26442" y="4939"/>
                    <a:pt x="21789" y="0"/>
                    <a:pt x="159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4526;p111">
              <a:extLst>
                <a:ext uri="{FF2B5EF4-FFF2-40B4-BE49-F238E27FC236}">
                  <a16:creationId xmlns:a16="http://schemas.microsoft.com/office/drawing/2014/main" id="{F4B5CEB3-0F72-F089-357E-88B37D6A6617}"/>
                </a:ext>
              </a:extLst>
            </p:cNvPr>
            <p:cNvSpPr/>
            <p:nvPr/>
          </p:nvSpPr>
          <p:spPr>
            <a:xfrm>
              <a:off x="6807709" y="2078373"/>
              <a:ext cx="421602" cy="335436"/>
            </a:xfrm>
            <a:custGeom>
              <a:avLst/>
              <a:gdLst/>
              <a:ahLst/>
              <a:cxnLst/>
              <a:rect l="l" t="t" r="r" b="b"/>
              <a:pathLst>
                <a:path w="39755" h="31630" extrusionOk="0">
                  <a:moveTo>
                    <a:pt x="20370" y="0"/>
                  </a:moveTo>
                  <a:cubicBezTo>
                    <a:pt x="15285" y="0"/>
                    <a:pt x="10225" y="2050"/>
                    <a:pt x="6582" y="5599"/>
                  </a:cubicBezTo>
                  <a:cubicBezTo>
                    <a:pt x="5244" y="6903"/>
                    <a:pt x="4099" y="8388"/>
                    <a:pt x="2960" y="9868"/>
                  </a:cubicBezTo>
                  <a:cubicBezTo>
                    <a:pt x="2348" y="10661"/>
                    <a:pt x="1731" y="11466"/>
                    <a:pt x="1356" y="12394"/>
                  </a:cubicBezTo>
                  <a:cubicBezTo>
                    <a:pt x="984" y="13316"/>
                    <a:pt x="869" y="14317"/>
                    <a:pt x="762" y="15304"/>
                  </a:cubicBezTo>
                  <a:cubicBezTo>
                    <a:pt x="353" y="19021"/>
                    <a:pt x="1" y="22824"/>
                    <a:pt x="604" y="26540"/>
                  </a:cubicBezTo>
                  <a:cubicBezTo>
                    <a:pt x="768" y="27555"/>
                    <a:pt x="1207" y="31087"/>
                    <a:pt x="2267" y="31560"/>
                  </a:cubicBezTo>
                  <a:cubicBezTo>
                    <a:pt x="2373" y="31608"/>
                    <a:pt x="2492" y="31629"/>
                    <a:pt x="2621" y="31629"/>
                  </a:cubicBezTo>
                  <a:cubicBezTo>
                    <a:pt x="3737" y="31629"/>
                    <a:pt x="5581" y="30005"/>
                    <a:pt x="6049" y="29348"/>
                  </a:cubicBezTo>
                  <a:cubicBezTo>
                    <a:pt x="6860" y="28207"/>
                    <a:pt x="7241" y="26822"/>
                    <a:pt x="7606" y="25471"/>
                  </a:cubicBezTo>
                  <a:cubicBezTo>
                    <a:pt x="7970" y="24118"/>
                    <a:pt x="8350" y="22733"/>
                    <a:pt x="9161" y="21592"/>
                  </a:cubicBezTo>
                  <a:cubicBezTo>
                    <a:pt x="9329" y="21355"/>
                    <a:pt x="9522" y="21126"/>
                    <a:pt x="9778" y="20988"/>
                  </a:cubicBezTo>
                  <a:cubicBezTo>
                    <a:pt x="9961" y="20889"/>
                    <a:pt x="10156" y="20846"/>
                    <a:pt x="10355" y="20846"/>
                  </a:cubicBezTo>
                  <a:cubicBezTo>
                    <a:pt x="10912" y="20846"/>
                    <a:pt x="11497" y="21183"/>
                    <a:pt x="11950" y="21555"/>
                  </a:cubicBezTo>
                  <a:cubicBezTo>
                    <a:pt x="12565" y="22059"/>
                    <a:pt x="13200" y="22676"/>
                    <a:pt x="13995" y="22684"/>
                  </a:cubicBezTo>
                  <a:cubicBezTo>
                    <a:pt x="14000" y="22684"/>
                    <a:pt x="14006" y="22684"/>
                    <a:pt x="14011" y="22684"/>
                  </a:cubicBezTo>
                  <a:cubicBezTo>
                    <a:pt x="14979" y="22684"/>
                    <a:pt x="15681" y="21795"/>
                    <a:pt x="16264" y="21020"/>
                  </a:cubicBezTo>
                  <a:cubicBezTo>
                    <a:pt x="16791" y="20321"/>
                    <a:pt x="17517" y="19582"/>
                    <a:pt x="18350" y="19582"/>
                  </a:cubicBezTo>
                  <a:cubicBezTo>
                    <a:pt x="18447" y="19582"/>
                    <a:pt x="18546" y="19592"/>
                    <a:pt x="18645" y="19613"/>
                  </a:cubicBezTo>
                  <a:cubicBezTo>
                    <a:pt x="20121" y="19929"/>
                    <a:pt x="20357" y="22380"/>
                    <a:pt x="21850" y="22600"/>
                  </a:cubicBezTo>
                  <a:cubicBezTo>
                    <a:pt x="21920" y="22611"/>
                    <a:pt x="21989" y="22615"/>
                    <a:pt x="22059" y="22615"/>
                  </a:cubicBezTo>
                  <a:cubicBezTo>
                    <a:pt x="22591" y="22615"/>
                    <a:pt x="23112" y="22345"/>
                    <a:pt x="23653" y="22310"/>
                  </a:cubicBezTo>
                  <a:cubicBezTo>
                    <a:pt x="23694" y="22307"/>
                    <a:pt x="23734" y="22306"/>
                    <a:pt x="23775" y="22306"/>
                  </a:cubicBezTo>
                  <a:cubicBezTo>
                    <a:pt x="24643" y="22306"/>
                    <a:pt x="25431" y="22915"/>
                    <a:pt x="25916" y="23647"/>
                  </a:cubicBezTo>
                  <a:cubicBezTo>
                    <a:pt x="26423" y="24413"/>
                    <a:pt x="26682" y="25312"/>
                    <a:pt x="27041" y="26157"/>
                  </a:cubicBezTo>
                  <a:cubicBezTo>
                    <a:pt x="27528" y="27303"/>
                    <a:pt x="28207" y="28359"/>
                    <a:pt x="29048" y="29279"/>
                  </a:cubicBezTo>
                  <a:cubicBezTo>
                    <a:pt x="29723" y="30019"/>
                    <a:pt x="30552" y="30690"/>
                    <a:pt x="31540" y="30854"/>
                  </a:cubicBezTo>
                  <a:cubicBezTo>
                    <a:pt x="31697" y="30880"/>
                    <a:pt x="31856" y="30893"/>
                    <a:pt x="32014" y="30893"/>
                  </a:cubicBezTo>
                  <a:cubicBezTo>
                    <a:pt x="32801" y="30893"/>
                    <a:pt x="33584" y="30587"/>
                    <a:pt x="34243" y="30143"/>
                  </a:cubicBezTo>
                  <a:cubicBezTo>
                    <a:pt x="36178" y="28838"/>
                    <a:pt x="37110" y="26508"/>
                    <a:pt x="37848" y="24294"/>
                  </a:cubicBezTo>
                  <a:cubicBezTo>
                    <a:pt x="38880" y="21193"/>
                    <a:pt x="39754" y="17920"/>
                    <a:pt x="39270" y="14688"/>
                  </a:cubicBezTo>
                  <a:cubicBezTo>
                    <a:pt x="39050" y="13216"/>
                    <a:pt x="38554" y="11801"/>
                    <a:pt x="38006" y="10418"/>
                  </a:cubicBezTo>
                  <a:cubicBezTo>
                    <a:pt x="37518" y="9183"/>
                    <a:pt x="36979" y="7952"/>
                    <a:pt x="36177" y="6894"/>
                  </a:cubicBezTo>
                  <a:cubicBezTo>
                    <a:pt x="35327" y="5774"/>
                    <a:pt x="34207" y="4886"/>
                    <a:pt x="33040" y="4101"/>
                  </a:cubicBezTo>
                  <a:cubicBezTo>
                    <a:pt x="29393" y="1646"/>
                    <a:pt x="25091" y="80"/>
                    <a:pt x="20696" y="3"/>
                  </a:cubicBezTo>
                  <a:cubicBezTo>
                    <a:pt x="20588" y="1"/>
                    <a:pt x="20479" y="0"/>
                    <a:pt x="203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4527;p111">
              <a:extLst>
                <a:ext uri="{FF2B5EF4-FFF2-40B4-BE49-F238E27FC236}">
                  <a16:creationId xmlns:a16="http://schemas.microsoft.com/office/drawing/2014/main" id="{02660077-D0A8-5A52-BC14-34DD6A9A77A3}"/>
                </a:ext>
              </a:extLst>
            </p:cNvPr>
            <p:cNvSpPr/>
            <p:nvPr/>
          </p:nvSpPr>
          <p:spPr>
            <a:xfrm>
              <a:off x="6553295" y="2667290"/>
              <a:ext cx="900121" cy="563338"/>
            </a:xfrm>
            <a:custGeom>
              <a:avLst/>
              <a:gdLst/>
              <a:ahLst/>
              <a:cxnLst/>
              <a:rect l="l" t="t" r="r" b="b"/>
              <a:pathLst>
                <a:path w="84877" h="53120" extrusionOk="0">
                  <a:moveTo>
                    <a:pt x="42438" y="1"/>
                  </a:moveTo>
                  <a:lnTo>
                    <a:pt x="36015" y="3073"/>
                  </a:lnTo>
                  <a:lnTo>
                    <a:pt x="17845" y="11055"/>
                  </a:lnTo>
                  <a:cubicBezTo>
                    <a:pt x="9020" y="14933"/>
                    <a:pt x="2911" y="23198"/>
                    <a:pt x="1792" y="32773"/>
                  </a:cubicBezTo>
                  <a:lnTo>
                    <a:pt x="0" y="48122"/>
                  </a:lnTo>
                  <a:lnTo>
                    <a:pt x="14641" y="49212"/>
                  </a:lnTo>
                  <a:lnTo>
                    <a:pt x="20512" y="32870"/>
                  </a:lnTo>
                  <a:lnTo>
                    <a:pt x="26658" y="53120"/>
                  </a:lnTo>
                  <a:lnTo>
                    <a:pt x="58219" y="53120"/>
                  </a:lnTo>
                  <a:lnTo>
                    <a:pt x="64366" y="32870"/>
                  </a:lnTo>
                  <a:lnTo>
                    <a:pt x="70236" y="49212"/>
                  </a:lnTo>
                  <a:lnTo>
                    <a:pt x="84877" y="48122"/>
                  </a:lnTo>
                  <a:lnTo>
                    <a:pt x="83085" y="32773"/>
                  </a:lnTo>
                  <a:cubicBezTo>
                    <a:pt x="81965" y="23198"/>
                    <a:pt x="75857" y="14933"/>
                    <a:pt x="67031" y="11055"/>
                  </a:cubicBezTo>
                  <a:lnTo>
                    <a:pt x="48862" y="3073"/>
                  </a:lnTo>
                  <a:lnTo>
                    <a:pt x="424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4528;p111">
              <a:extLst>
                <a:ext uri="{FF2B5EF4-FFF2-40B4-BE49-F238E27FC236}">
                  <a16:creationId xmlns:a16="http://schemas.microsoft.com/office/drawing/2014/main" id="{602A6FCA-A881-76B4-38B0-6F6859B23680}"/>
                </a:ext>
              </a:extLst>
            </p:cNvPr>
            <p:cNvSpPr/>
            <p:nvPr/>
          </p:nvSpPr>
          <p:spPr>
            <a:xfrm>
              <a:off x="6557940" y="3129318"/>
              <a:ext cx="278074" cy="302009"/>
            </a:xfrm>
            <a:custGeom>
              <a:avLst/>
              <a:gdLst/>
              <a:ahLst/>
              <a:cxnLst/>
              <a:rect l="l" t="t" r="r" b="b"/>
              <a:pathLst>
                <a:path w="26221" h="28478" extrusionOk="0">
                  <a:moveTo>
                    <a:pt x="2264" y="1"/>
                  </a:moveTo>
                  <a:lnTo>
                    <a:pt x="508" y="18509"/>
                  </a:lnTo>
                  <a:cubicBezTo>
                    <a:pt x="1" y="23855"/>
                    <a:pt x="4205" y="28478"/>
                    <a:pt x="9574" y="28478"/>
                  </a:cubicBezTo>
                  <a:lnTo>
                    <a:pt x="26220" y="28478"/>
                  </a:lnTo>
                  <a:lnTo>
                    <a:pt x="2622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4529;p111">
              <a:extLst>
                <a:ext uri="{FF2B5EF4-FFF2-40B4-BE49-F238E27FC236}">
                  <a16:creationId xmlns:a16="http://schemas.microsoft.com/office/drawing/2014/main" id="{80F004C8-5876-CEC7-BBD2-9DDE6E6FAD54}"/>
                </a:ext>
              </a:extLst>
            </p:cNvPr>
            <p:cNvSpPr/>
            <p:nvPr/>
          </p:nvSpPr>
          <p:spPr>
            <a:xfrm>
              <a:off x="7173688" y="3129318"/>
              <a:ext cx="278074" cy="301999"/>
            </a:xfrm>
            <a:custGeom>
              <a:avLst/>
              <a:gdLst/>
              <a:ahLst/>
              <a:cxnLst/>
              <a:rect l="l" t="t" r="r" b="b"/>
              <a:pathLst>
                <a:path w="26221" h="28477" extrusionOk="0">
                  <a:moveTo>
                    <a:pt x="1" y="1"/>
                  </a:moveTo>
                  <a:lnTo>
                    <a:pt x="1" y="28477"/>
                  </a:lnTo>
                  <a:lnTo>
                    <a:pt x="16645" y="28477"/>
                  </a:lnTo>
                  <a:cubicBezTo>
                    <a:pt x="22016" y="28477"/>
                    <a:pt x="26220" y="23855"/>
                    <a:pt x="25713" y="18508"/>
                  </a:cubicBezTo>
                  <a:lnTo>
                    <a:pt x="23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4530;p111">
              <a:extLst>
                <a:ext uri="{FF2B5EF4-FFF2-40B4-BE49-F238E27FC236}">
                  <a16:creationId xmlns:a16="http://schemas.microsoft.com/office/drawing/2014/main" id="{7BA22DD3-4E78-C3BC-74B5-94DAED74EE7A}"/>
                </a:ext>
              </a:extLst>
            </p:cNvPr>
            <p:cNvSpPr/>
            <p:nvPr/>
          </p:nvSpPr>
          <p:spPr>
            <a:xfrm>
              <a:off x="6553295" y="2706327"/>
              <a:ext cx="900121" cy="524301"/>
            </a:xfrm>
            <a:custGeom>
              <a:avLst/>
              <a:gdLst/>
              <a:ahLst/>
              <a:cxnLst/>
              <a:rect l="l" t="t" r="r" b="b"/>
              <a:pathLst>
                <a:path w="84877" h="49439" extrusionOk="0">
                  <a:moveTo>
                    <a:pt x="34628" y="1"/>
                  </a:moveTo>
                  <a:lnTo>
                    <a:pt x="17845" y="7374"/>
                  </a:lnTo>
                  <a:cubicBezTo>
                    <a:pt x="9020" y="11252"/>
                    <a:pt x="2911" y="19517"/>
                    <a:pt x="1792" y="29092"/>
                  </a:cubicBezTo>
                  <a:lnTo>
                    <a:pt x="0" y="44441"/>
                  </a:lnTo>
                  <a:lnTo>
                    <a:pt x="14641" y="45531"/>
                  </a:lnTo>
                  <a:lnTo>
                    <a:pt x="20512" y="29189"/>
                  </a:lnTo>
                  <a:lnTo>
                    <a:pt x="26658" y="49439"/>
                  </a:lnTo>
                  <a:lnTo>
                    <a:pt x="58219" y="49439"/>
                  </a:lnTo>
                  <a:lnTo>
                    <a:pt x="64366" y="29189"/>
                  </a:lnTo>
                  <a:lnTo>
                    <a:pt x="70236" y="45531"/>
                  </a:lnTo>
                  <a:lnTo>
                    <a:pt x="84877" y="44441"/>
                  </a:lnTo>
                  <a:lnTo>
                    <a:pt x="83085" y="29092"/>
                  </a:lnTo>
                  <a:cubicBezTo>
                    <a:pt x="81965" y="19517"/>
                    <a:pt x="75857" y="11252"/>
                    <a:pt x="67031" y="7374"/>
                  </a:cubicBezTo>
                  <a:lnTo>
                    <a:pt x="50482" y="104"/>
                  </a:lnTo>
                  <a:cubicBezTo>
                    <a:pt x="50388" y="3805"/>
                    <a:pt x="47104" y="7731"/>
                    <a:pt x="43301" y="7731"/>
                  </a:cubicBezTo>
                  <a:cubicBezTo>
                    <a:pt x="38856" y="7731"/>
                    <a:pt x="35315" y="5174"/>
                    <a:pt x="34677" y="601"/>
                  </a:cubicBezTo>
                  <a:cubicBezTo>
                    <a:pt x="34651" y="402"/>
                    <a:pt x="34635" y="202"/>
                    <a:pt x="346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4531;p111">
              <a:extLst>
                <a:ext uri="{FF2B5EF4-FFF2-40B4-BE49-F238E27FC236}">
                  <a16:creationId xmlns:a16="http://schemas.microsoft.com/office/drawing/2014/main" id="{05112D89-17D3-065C-91CE-64DDE9FEA3D7}"/>
                </a:ext>
              </a:extLst>
            </p:cNvPr>
            <p:cNvSpPr/>
            <p:nvPr/>
          </p:nvSpPr>
          <p:spPr>
            <a:xfrm>
              <a:off x="7087968" y="2941439"/>
              <a:ext cx="171451" cy="107344"/>
            </a:xfrm>
            <a:custGeom>
              <a:avLst/>
              <a:gdLst/>
              <a:ahLst/>
              <a:cxnLst/>
              <a:rect l="l" t="t" r="r" b="b"/>
              <a:pathLst>
                <a:path w="16167" h="10122" extrusionOk="0">
                  <a:moveTo>
                    <a:pt x="268" y="1"/>
                  </a:moveTo>
                  <a:cubicBezTo>
                    <a:pt x="92" y="665"/>
                    <a:pt x="2" y="1350"/>
                    <a:pt x="1" y="2039"/>
                  </a:cubicBezTo>
                  <a:cubicBezTo>
                    <a:pt x="1" y="6503"/>
                    <a:pt x="3620" y="10122"/>
                    <a:pt x="8084" y="10122"/>
                  </a:cubicBezTo>
                  <a:cubicBezTo>
                    <a:pt x="12548" y="10122"/>
                    <a:pt x="16166" y="6503"/>
                    <a:pt x="16166" y="2039"/>
                  </a:cubicBezTo>
                  <a:cubicBezTo>
                    <a:pt x="16164" y="1350"/>
                    <a:pt x="16073" y="665"/>
                    <a:pt x="1589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4532;p111">
              <a:extLst>
                <a:ext uri="{FF2B5EF4-FFF2-40B4-BE49-F238E27FC236}">
                  <a16:creationId xmlns:a16="http://schemas.microsoft.com/office/drawing/2014/main" id="{B698D82B-B965-333C-AFD4-F4E53CFE8494}"/>
                </a:ext>
              </a:extLst>
            </p:cNvPr>
            <p:cNvSpPr/>
            <p:nvPr/>
          </p:nvSpPr>
          <p:spPr>
            <a:xfrm>
              <a:off x="6634158" y="2996129"/>
              <a:ext cx="735478" cy="468974"/>
            </a:xfrm>
            <a:custGeom>
              <a:avLst/>
              <a:gdLst/>
              <a:ahLst/>
              <a:cxnLst/>
              <a:rect l="l" t="t" r="r" b="b"/>
              <a:pathLst>
                <a:path w="69352" h="44222" extrusionOk="0">
                  <a:moveTo>
                    <a:pt x="243" y="1"/>
                  </a:moveTo>
                  <a:cubicBezTo>
                    <a:pt x="109" y="1"/>
                    <a:pt x="1" y="109"/>
                    <a:pt x="1" y="243"/>
                  </a:cubicBezTo>
                  <a:lnTo>
                    <a:pt x="1" y="44221"/>
                  </a:lnTo>
                  <a:lnTo>
                    <a:pt x="69351" y="44221"/>
                  </a:lnTo>
                  <a:lnTo>
                    <a:pt x="69351" y="243"/>
                  </a:lnTo>
                  <a:cubicBezTo>
                    <a:pt x="69351" y="109"/>
                    <a:pt x="69243" y="1"/>
                    <a:pt x="691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4533;p111">
              <a:extLst>
                <a:ext uri="{FF2B5EF4-FFF2-40B4-BE49-F238E27FC236}">
                  <a16:creationId xmlns:a16="http://schemas.microsoft.com/office/drawing/2014/main" id="{99226667-0171-7FB3-AB12-9F3084256A45}"/>
                </a:ext>
              </a:extLst>
            </p:cNvPr>
            <p:cNvSpPr/>
            <p:nvPr/>
          </p:nvSpPr>
          <p:spPr>
            <a:xfrm>
              <a:off x="6932297" y="3143931"/>
              <a:ext cx="139191" cy="111702"/>
            </a:xfrm>
            <a:custGeom>
              <a:avLst/>
              <a:gdLst/>
              <a:ahLst/>
              <a:cxnLst/>
              <a:rect l="l" t="t" r="r" b="b"/>
              <a:pathLst>
                <a:path w="13125" h="10533" extrusionOk="0">
                  <a:moveTo>
                    <a:pt x="3618" y="1"/>
                  </a:moveTo>
                  <a:cubicBezTo>
                    <a:pt x="1621" y="1"/>
                    <a:pt x="2" y="1619"/>
                    <a:pt x="2" y="3616"/>
                  </a:cubicBezTo>
                  <a:cubicBezTo>
                    <a:pt x="1" y="4295"/>
                    <a:pt x="191" y="4960"/>
                    <a:pt x="552" y="5535"/>
                  </a:cubicBezTo>
                  <a:cubicBezTo>
                    <a:pt x="1192" y="6554"/>
                    <a:pt x="3800" y="8988"/>
                    <a:pt x="6563" y="10533"/>
                  </a:cubicBezTo>
                  <a:cubicBezTo>
                    <a:pt x="9543" y="8795"/>
                    <a:pt x="12080" y="6463"/>
                    <a:pt x="12692" y="5332"/>
                  </a:cubicBezTo>
                  <a:cubicBezTo>
                    <a:pt x="12976" y="4805"/>
                    <a:pt x="13124" y="4215"/>
                    <a:pt x="13124" y="3616"/>
                  </a:cubicBezTo>
                  <a:cubicBezTo>
                    <a:pt x="13124" y="1619"/>
                    <a:pt x="11505" y="1"/>
                    <a:pt x="9508" y="1"/>
                  </a:cubicBezTo>
                  <a:cubicBezTo>
                    <a:pt x="8292" y="1"/>
                    <a:pt x="7218" y="603"/>
                    <a:pt x="6563" y="1522"/>
                  </a:cubicBezTo>
                  <a:cubicBezTo>
                    <a:pt x="5907" y="603"/>
                    <a:pt x="4834" y="1"/>
                    <a:pt x="36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4534;p111">
              <a:extLst>
                <a:ext uri="{FF2B5EF4-FFF2-40B4-BE49-F238E27FC236}">
                  <a16:creationId xmlns:a16="http://schemas.microsoft.com/office/drawing/2014/main" id="{4E9216F7-B318-D888-3597-A06A5DC02A41}"/>
                </a:ext>
              </a:extLst>
            </p:cNvPr>
            <p:cNvSpPr/>
            <p:nvPr/>
          </p:nvSpPr>
          <p:spPr>
            <a:xfrm>
              <a:off x="6556625" y="3414412"/>
              <a:ext cx="890534" cy="80036"/>
            </a:xfrm>
            <a:custGeom>
              <a:avLst/>
              <a:gdLst/>
              <a:ahLst/>
              <a:cxnLst/>
              <a:rect l="l" t="t" r="r" b="b"/>
              <a:pathLst>
                <a:path w="83973" h="7547" extrusionOk="0">
                  <a:moveTo>
                    <a:pt x="97" y="1"/>
                  </a:moveTo>
                  <a:cubicBezTo>
                    <a:pt x="43" y="1"/>
                    <a:pt x="1" y="43"/>
                    <a:pt x="1" y="97"/>
                  </a:cubicBezTo>
                  <a:lnTo>
                    <a:pt x="1" y="7450"/>
                  </a:lnTo>
                  <a:cubicBezTo>
                    <a:pt x="1" y="7502"/>
                    <a:pt x="43" y="7546"/>
                    <a:pt x="97" y="7546"/>
                  </a:cubicBezTo>
                  <a:lnTo>
                    <a:pt x="83876" y="7546"/>
                  </a:lnTo>
                  <a:cubicBezTo>
                    <a:pt x="83929" y="7546"/>
                    <a:pt x="83972" y="7502"/>
                    <a:pt x="83972" y="7450"/>
                  </a:cubicBezTo>
                  <a:lnTo>
                    <a:pt x="83972" y="97"/>
                  </a:lnTo>
                  <a:cubicBezTo>
                    <a:pt x="83972" y="43"/>
                    <a:pt x="83929" y="1"/>
                    <a:pt x="838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541D1408-0D2C-C970-4D20-9E1743A5AB89}"/>
              </a:ext>
            </a:extLst>
          </p:cNvPr>
          <p:cNvPicPr>
            <a:picLocks noChangeAspect="1"/>
          </p:cNvPicPr>
          <p:nvPr/>
        </p:nvPicPr>
        <p:blipFill>
          <a:blip r:embed="rId3"/>
          <a:stretch>
            <a:fillRect/>
          </a:stretch>
        </p:blipFill>
        <p:spPr>
          <a:xfrm>
            <a:off x="1" y="266135"/>
            <a:ext cx="5140904" cy="4660710"/>
          </a:xfrm>
          <a:prstGeom prst="rect">
            <a:avLst/>
          </a:prstGeom>
        </p:spPr>
      </p:pic>
    </p:spTree>
    <p:extLst>
      <p:ext uri="{BB962C8B-B14F-4D97-AF65-F5344CB8AC3E}">
        <p14:creationId xmlns:p14="http://schemas.microsoft.com/office/powerpoint/2010/main" val="3991264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4">
          <a:extLst>
            <a:ext uri="{FF2B5EF4-FFF2-40B4-BE49-F238E27FC236}">
              <a16:creationId xmlns:a16="http://schemas.microsoft.com/office/drawing/2014/main" id="{F7A85152-9F53-1EAB-FD40-706D36D482B0}"/>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7E15DD79-AD4E-C10F-8F0B-F48E4CC9F05B}"/>
              </a:ext>
            </a:extLst>
          </p:cNvPr>
          <p:cNvPicPr>
            <a:picLocks noChangeAspect="1"/>
          </p:cNvPicPr>
          <p:nvPr/>
        </p:nvPicPr>
        <p:blipFill>
          <a:blip r:embed="rId3"/>
          <a:stretch>
            <a:fillRect/>
          </a:stretch>
        </p:blipFill>
        <p:spPr>
          <a:xfrm>
            <a:off x="2657833" y="616655"/>
            <a:ext cx="3124163" cy="911699"/>
          </a:xfrm>
          <a:prstGeom prst="rect">
            <a:avLst/>
          </a:prstGeom>
        </p:spPr>
      </p:pic>
      <p:pic>
        <p:nvPicPr>
          <p:cNvPr id="17" name="Picture 16">
            <a:extLst>
              <a:ext uri="{FF2B5EF4-FFF2-40B4-BE49-F238E27FC236}">
                <a16:creationId xmlns:a16="http://schemas.microsoft.com/office/drawing/2014/main" id="{8CBDC487-239B-AF08-97D7-B79DF201E9AF}"/>
              </a:ext>
            </a:extLst>
          </p:cNvPr>
          <p:cNvPicPr>
            <a:picLocks noChangeAspect="1"/>
          </p:cNvPicPr>
          <p:nvPr/>
        </p:nvPicPr>
        <p:blipFill>
          <a:blip r:embed="rId4"/>
          <a:stretch>
            <a:fillRect/>
          </a:stretch>
        </p:blipFill>
        <p:spPr>
          <a:xfrm>
            <a:off x="5860043" y="3028970"/>
            <a:ext cx="3212517" cy="422560"/>
          </a:xfrm>
          <a:prstGeom prst="rect">
            <a:avLst/>
          </a:prstGeom>
        </p:spPr>
      </p:pic>
      <p:pic>
        <p:nvPicPr>
          <p:cNvPr id="19" name="Picture 18">
            <a:extLst>
              <a:ext uri="{FF2B5EF4-FFF2-40B4-BE49-F238E27FC236}">
                <a16:creationId xmlns:a16="http://schemas.microsoft.com/office/drawing/2014/main" id="{09B24654-7A66-3C70-05E4-EAF1B02CA413}"/>
              </a:ext>
            </a:extLst>
          </p:cNvPr>
          <p:cNvPicPr>
            <a:picLocks noChangeAspect="1"/>
          </p:cNvPicPr>
          <p:nvPr/>
        </p:nvPicPr>
        <p:blipFill>
          <a:blip r:embed="rId5"/>
          <a:stretch>
            <a:fillRect/>
          </a:stretch>
        </p:blipFill>
        <p:spPr>
          <a:xfrm>
            <a:off x="2654155" y="3393281"/>
            <a:ext cx="3038558" cy="1047381"/>
          </a:xfrm>
          <a:prstGeom prst="rect">
            <a:avLst/>
          </a:prstGeom>
        </p:spPr>
      </p:pic>
      <p:pic>
        <p:nvPicPr>
          <p:cNvPr id="21" name="Picture 20">
            <a:extLst>
              <a:ext uri="{FF2B5EF4-FFF2-40B4-BE49-F238E27FC236}">
                <a16:creationId xmlns:a16="http://schemas.microsoft.com/office/drawing/2014/main" id="{C0EF6222-60DF-E2F7-1202-2BACFAE5EA47}"/>
              </a:ext>
            </a:extLst>
          </p:cNvPr>
          <p:cNvPicPr>
            <a:picLocks noChangeAspect="1"/>
          </p:cNvPicPr>
          <p:nvPr/>
        </p:nvPicPr>
        <p:blipFill>
          <a:blip r:embed="rId6"/>
          <a:stretch>
            <a:fillRect/>
          </a:stretch>
        </p:blipFill>
        <p:spPr>
          <a:xfrm>
            <a:off x="2657833" y="1590081"/>
            <a:ext cx="3130770" cy="1348288"/>
          </a:xfrm>
          <a:prstGeom prst="rect">
            <a:avLst/>
          </a:prstGeom>
        </p:spPr>
      </p:pic>
      <p:pic>
        <p:nvPicPr>
          <p:cNvPr id="23" name="Picture 22">
            <a:extLst>
              <a:ext uri="{FF2B5EF4-FFF2-40B4-BE49-F238E27FC236}">
                <a16:creationId xmlns:a16="http://schemas.microsoft.com/office/drawing/2014/main" id="{F488E8E7-5B0A-2826-6F01-70DD594FA164}"/>
              </a:ext>
            </a:extLst>
          </p:cNvPr>
          <p:cNvPicPr>
            <a:picLocks noChangeAspect="1"/>
          </p:cNvPicPr>
          <p:nvPr/>
        </p:nvPicPr>
        <p:blipFill>
          <a:blip r:embed="rId7"/>
          <a:stretch>
            <a:fillRect/>
          </a:stretch>
        </p:blipFill>
        <p:spPr>
          <a:xfrm>
            <a:off x="2657833" y="80379"/>
            <a:ext cx="3124163" cy="435930"/>
          </a:xfrm>
          <a:prstGeom prst="rect">
            <a:avLst/>
          </a:prstGeom>
        </p:spPr>
      </p:pic>
      <p:pic>
        <p:nvPicPr>
          <p:cNvPr id="25" name="Picture 24">
            <a:extLst>
              <a:ext uri="{FF2B5EF4-FFF2-40B4-BE49-F238E27FC236}">
                <a16:creationId xmlns:a16="http://schemas.microsoft.com/office/drawing/2014/main" id="{539B035A-B790-6B16-D8BA-3B9DDCD5905C}"/>
              </a:ext>
            </a:extLst>
          </p:cNvPr>
          <p:cNvPicPr>
            <a:picLocks noChangeAspect="1"/>
          </p:cNvPicPr>
          <p:nvPr/>
        </p:nvPicPr>
        <p:blipFill>
          <a:blip r:embed="rId8"/>
          <a:stretch>
            <a:fillRect/>
          </a:stretch>
        </p:blipFill>
        <p:spPr>
          <a:xfrm>
            <a:off x="5860043" y="3620740"/>
            <a:ext cx="3212517" cy="637744"/>
          </a:xfrm>
          <a:prstGeom prst="rect">
            <a:avLst/>
          </a:prstGeom>
        </p:spPr>
      </p:pic>
      <p:pic>
        <p:nvPicPr>
          <p:cNvPr id="29" name="Picture 28">
            <a:extLst>
              <a:ext uri="{FF2B5EF4-FFF2-40B4-BE49-F238E27FC236}">
                <a16:creationId xmlns:a16="http://schemas.microsoft.com/office/drawing/2014/main" id="{7B907917-F20A-A9D9-35D4-71C2B5474D52}"/>
              </a:ext>
            </a:extLst>
          </p:cNvPr>
          <p:cNvPicPr>
            <a:picLocks noChangeAspect="1"/>
          </p:cNvPicPr>
          <p:nvPr/>
        </p:nvPicPr>
        <p:blipFill>
          <a:blip r:embed="rId9"/>
          <a:stretch>
            <a:fillRect/>
          </a:stretch>
        </p:blipFill>
        <p:spPr>
          <a:xfrm>
            <a:off x="55748" y="0"/>
            <a:ext cx="2344739" cy="5143500"/>
          </a:xfrm>
          <a:prstGeom prst="rect">
            <a:avLst/>
          </a:prstGeom>
        </p:spPr>
      </p:pic>
      <p:cxnSp>
        <p:nvCxnSpPr>
          <p:cNvPr id="31" name="Straight Arrow Connector 30">
            <a:extLst>
              <a:ext uri="{FF2B5EF4-FFF2-40B4-BE49-F238E27FC236}">
                <a16:creationId xmlns:a16="http://schemas.microsoft.com/office/drawing/2014/main" id="{32B3DFBA-8033-1DA0-2A30-8905D1C8C7D5}"/>
              </a:ext>
            </a:extLst>
          </p:cNvPr>
          <p:cNvCxnSpPr>
            <a:endCxn id="17" idx="1"/>
          </p:cNvCxnSpPr>
          <p:nvPr/>
        </p:nvCxnSpPr>
        <p:spPr>
          <a:xfrm flipV="1">
            <a:off x="5692713" y="3240250"/>
            <a:ext cx="167330" cy="2744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835301A-A58A-578D-7CA5-B93A4B5405DE}"/>
              </a:ext>
            </a:extLst>
          </p:cNvPr>
          <p:cNvCxnSpPr>
            <a:cxnSpLocks/>
          </p:cNvCxnSpPr>
          <p:nvPr/>
        </p:nvCxnSpPr>
        <p:spPr>
          <a:xfrm>
            <a:off x="5552217" y="4452958"/>
            <a:ext cx="307826" cy="241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587A483-96A1-C5CF-0126-67FCA97AF4EC}"/>
              </a:ext>
            </a:extLst>
          </p:cNvPr>
          <p:cNvCxnSpPr>
            <a:cxnSpLocks/>
            <a:endCxn id="25" idx="1"/>
          </p:cNvCxnSpPr>
          <p:nvPr/>
        </p:nvCxnSpPr>
        <p:spPr>
          <a:xfrm>
            <a:off x="5704617" y="3926695"/>
            <a:ext cx="155426" cy="129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4231157-6121-B681-E6FA-A7727B8A0DCC}"/>
              </a:ext>
            </a:extLst>
          </p:cNvPr>
          <p:cNvCxnSpPr>
            <a:cxnSpLocks/>
          </p:cNvCxnSpPr>
          <p:nvPr/>
        </p:nvCxnSpPr>
        <p:spPr>
          <a:xfrm>
            <a:off x="2387517" y="4002883"/>
            <a:ext cx="269022" cy="9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96525B9A-A25C-7CAD-46DB-EC5E49DD8360}"/>
              </a:ext>
            </a:extLst>
          </p:cNvPr>
          <p:cNvCxnSpPr>
            <a:cxnSpLocks/>
          </p:cNvCxnSpPr>
          <p:nvPr/>
        </p:nvCxnSpPr>
        <p:spPr>
          <a:xfrm>
            <a:off x="2389895" y="2112159"/>
            <a:ext cx="269022" cy="9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A15F0B0-E7B3-C997-3832-7306F14D4ECA}"/>
              </a:ext>
            </a:extLst>
          </p:cNvPr>
          <p:cNvCxnSpPr>
            <a:cxnSpLocks/>
          </p:cNvCxnSpPr>
          <p:nvPr/>
        </p:nvCxnSpPr>
        <p:spPr>
          <a:xfrm>
            <a:off x="2382750" y="1040589"/>
            <a:ext cx="269022" cy="9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08511D7-5E0E-D72C-2EC1-E71C5D441ACB}"/>
              </a:ext>
            </a:extLst>
          </p:cNvPr>
          <p:cNvCxnSpPr>
            <a:cxnSpLocks/>
          </p:cNvCxnSpPr>
          <p:nvPr/>
        </p:nvCxnSpPr>
        <p:spPr>
          <a:xfrm>
            <a:off x="2397039" y="290494"/>
            <a:ext cx="269022" cy="9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Google Shape;2049;p84">
            <a:extLst>
              <a:ext uri="{FF2B5EF4-FFF2-40B4-BE49-F238E27FC236}">
                <a16:creationId xmlns:a16="http://schemas.microsoft.com/office/drawing/2014/main" id="{59CD969B-DDB8-6CB6-5D17-AC1C8DED3925}"/>
              </a:ext>
            </a:extLst>
          </p:cNvPr>
          <p:cNvSpPr txBox="1">
            <a:spLocks noGrp="1"/>
          </p:cNvSpPr>
          <p:nvPr>
            <p:ph type="title"/>
          </p:nvPr>
        </p:nvSpPr>
        <p:spPr>
          <a:xfrm>
            <a:off x="5816092" y="-41629"/>
            <a:ext cx="2927898" cy="572700"/>
          </a:xfrm>
          <a:prstGeom prst="rect">
            <a:avLst/>
          </a:prstGeom>
        </p:spPr>
        <p:txBody>
          <a:bodyPr spcFirstLastPara="1" wrap="square" lIns="91425" tIns="91425" rIns="91425" bIns="91425" anchor="t" anchorCtr="0">
            <a:noAutofit/>
          </a:bodyPr>
          <a:lstStyle/>
          <a:p>
            <a:pPr lvl="0"/>
            <a:r>
              <a:rPr lang="en-US" dirty="0"/>
              <a:t>Class Diagram</a:t>
            </a:r>
            <a:endParaRPr dirty="0"/>
          </a:p>
        </p:txBody>
      </p:sp>
      <p:grpSp>
        <p:nvGrpSpPr>
          <p:cNvPr id="394" name="Google Shape;4573;p112">
            <a:extLst>
              <a:ext uri="{FF2B5EF4-FFF2-40B4-BE49-F238E27FC236}">
                <a16:creationId xmlns:a16="http://schemas.microsoft.com/office/drawing/2014/main" id="{81144168-1499-DFFB-5627-98F160B39365}"/>
              </a:ext>
            </a:extLst>
          </p:cNvPr>
          <p:cNvGrpSpPr/>
          <p:nvPr/>
        </p:nvGrpSpPr>
        <p:grpSpPr>
          <a:xfrm flipH="1">
            <a:off x="6429581" y="671709"/>
            <a:ext cx="1089674" cy="2210240"/>
            <a:chOff x="3969725" y="1237175"/>
            <a:chExt cx="1465600" cy="2972750"/>
          </a:xfrm>
        </p:grpSpPr>
        <p:sp>
          <p:nvSpPr>
            <p:cNvPr id="395" name="Google Shape;4574;p112">
              <a:extLst>
                <a:ext uri="{FF2B5EF4-FFF2-40B4-BE49-F238E27FC236}">
                  <a16:creationId xmlns:a16="http://schemas.microsoft.com/office/drawing/2014/main" id="{241A5802-F4B4-98C7-DB62-CBA753E7BEC5}"/>
                </a:ext>
              </a:extLst>
            </p:cNvPr>
            <p:cNvSpPr/>
            <p:nvPr/>
          </p:nvSpPr>
          <p:spPr>
            <a:xfrm>
              <a:off x="4765750" y="1798275"/>
              <a:ext cx="295600" cy="488375"/>
            </a:xfrm>
            <a:custGeom>
              <a:avLst/>
              <a:gdLst/>
              <a:ahLst/>
              <a:cxnLst/>
              <a:rect l="l" t="t" r="r" b="b"/>
              <a:pathLst>
                <a:path w="11824" h="19535" extrusionOk="0">
                  <a:moveTo>
                    <a:pt x="7883" y="0"/>
                  </a:moveTo>
                  <a:lnTo>
                    <a:pt x="1" y="18550"/>
                  </a:lnTo>
                  <a:lnTo>
                    <a:pt x="2608" y="19348"/>
                  </a:lnTo>
                  <a:cubicBezTo>
                    <a:pt x="3022" y="19474"/>
                    <a:pt x="3439" y="19534"/>
                    <a:pt x="3850" y="19534"/>
                  </a:cubicBezTo>
                  <a:cubicBezTo>
                    <a:pt x="5722" y="19534"/>
                    <a:pt x="7447" y="18285"/>
                    <a:pt x="7954" y="16371"/>
                  </a:cubicBezTo>
                  <a:lnTo>
                    <a:pt x="11824" y="1786"/>
                  </a:lnTo>
                  <a:lnTo>
                    <a:pt x="78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4575;p112">
              <a:extLst>
                <a:ext uri="{FF2B5EF4-FFF2-40B4-BE49-F238E27FC236}">
                  <a16:creationId xmlns:a16="http://schemas.microsoft.com/office/drawing/2014/main" id="{82DAF66F-840B-3CF9-9A2E-31F38017E8A2}"/>
                </a:ext>
              </a:extLst>
            </p:cNvPr>
            <p:cNvSpPr/>
            <p:nvPr/>
          </p:nvSpPr>
          <p:spPr>
            <a:xfrm>
              <a:off x="4903950" y="1740175"/>
              <a:ext cx="98175" cy="65200"/>
            </a:xfrm>
            <a:custGeom>
              <a:avLst/>
              <a:gdLst/>
              <a:ahLst/>
              <a:cxnLst/>
              <a:rect l="l" t="t" r="r" b="b"/>
              <a:pathLst>
                <a:path w="3927" h="2608" extrusionOk="0">
                  <a:moveTo>
                    <a:pt x="3706" y="1"/>
                  </a:moveTo>
                  <a:cubicBezTo>
                    <a:pt x="3010" y="1"/>
                    <a:pt x="1075" y="1008"/>
                    <a:pt x="557" y="1122"/>
                  </a:cubicBezTo>
                  <a:cubicBezTo>
                    <a:pt x="1" y="1258"/>
                    <a:pt x="452" y="2608"/>
                    <a:pt x="1445" y="2608"/>
                  </a:cubicBezTo>
                  <a:cubicBezTo>
                    <a:pt x="1493" y="2608"/>
                    <a:pt x="1542" y="2605"/>
                    <a:pt x="1593" y="2598"/>
                  </a:cubicBezTo>
                  <a:cubicBezTo>
                    <a:pt x="2676" y="2455"/>
                    <a:pt x="3022" y="1300"/>
                    <a:pt x="3022" y="1300"/>
                  </a:cubicBezTo>
                  <a:lnTo>
                    <a:pt x="3927" y="74"/>
                  </a:lnTo>
                  <a:cubicBezTo>
                    <a:pt x="3886" y="23"/>
                    <a:pt x="3810" y="1"/>
                    <a:pt x="3706" y="1"/>
                  </a:cubicBezTo>
                  <a:close/>
                </a:path>
              </a:pathLst>
            </a:custGeom>
            <a:solidFill>
              <a:srgbClr val="FFCC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4576;p112">
              <a:extLst>
                <a:ext uri="{FF2B5EF4-FFF2-40B4-BE49-F238E27FC236}">
                  <a16:creationId xmlns:a16="http://schemas.microsoft.com/office/drawing/2014/main" id="{A5DE95D6-2684-BD34-ED8D-EF9E86FB8B75}"/>
                </a:ext>
              </a:extLst>
            </p:cNvPr>
            <p:cNvSpPr/>
            <p:nvPr/>
          </p:nvSpPr>
          <p:spPr>
            <a:xfrm>
              <a:off x="4955075" y="1651575"/>
              <a:ext cx="25625" cy="250300"/>
            </a:xfrm>
            <a:custGeom>
              <a:avLst/>
              <a:gdLst/>
              <a:ahLst/>
              <a:cxnLst/>
              <a:rect l="l" t="t" r="r" b="b"/>
              <a:pathLst>
                <a:path w="1025" h="10012" extrusionOk="0">
                  <a:moveTo>
                    <a:pt x="546" y="0"/>
                  </a:moveTo>
                  <a:cubicBezTo>
                    <a:pt x="292" y="0"/>
                    <a:pt x="72" y="204"/>
                    <a:pt x="72" y="475"/>
                  </a:cubicBezTo>
                  <a:lnTo>
                    <a:pt x="0" y="10012"/>
                  </a:lnTo>
                  <a:lnTo>
                    <a:pt x="1024" y="9797"/>
                  </a:lnTo>
                  <a:lnTo>
                    <a:pt x="1024" y="475"/>
                  </a:lnTo>
                  <a:cubicBezTo>
                    <a:pt x="1024" y="272"/>
                    <a:pt x="893" y="94"/>
                    <a:pt x="691" y="22"/>
                  </a:cubicBezTo>
                  <a:cubicBezTo>
                    <a:pt x="642" y="7"/>
                    <a:pt x="594" y="0"/>
                    <a:pt x="54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4577;p112">
              <a:extLst>
                <a:ext uri="{FF2B5EF4-FFF2-40B4-BE49-F238E27FC236}">
                  <a16:creationId xmlns:a16="http://schemas.microsoft.com/office/drawing/2014/main" id="{4178D105-BCB0-B483-9D3F-6F7B33A4DFB7}"/>
                </a:ext>
              </a:extLst>
            </p:cNvPr>
            <p:cNvSpPr/>
            <p:nvPr/>
          </p:nvSpPr>
          <p:spPr>
            <a:xfrm>
              <a:off x="4914900" y="1740025"/>
              <a:ext cx="183375" cy="124050"/>
            </a:xfrm>
            <a:custGeom>
              <a:avLst/>
              <a:gdLst/>
              <a:ahLst/>
              <a:cxnLst/>
              <a:rect l="l" t="t" r="r" b="b"/>
              <a:pathLst>
                <a:path w="7335" h="4962" extrusionOk="0">
                  <a:moveTo>
                    <a:pt x="3495" y="0"/>
                  </a:moveTo>
                  <a:cubicBezTo>
                    <a:pt x="3382" y="0"/>
                    <a:pt x="3263" y="68"/>
                    <a:pt x="3143" y="235"/>
                  </a:cubicBezTo>
                  <a:cubicBezTo>
                    <a:pt x="3143" y="235"/>
                    <a:pt x="0" y="3390"/>
                    <a:pt x="607" y="4307"/>
                  </a:cubicBezTo>
                  <a:cubicBezTo>
                    <a:pt x="731" y="4495"/>
                    <a:pt x="913" y="4572"/>
                    <a:pt x="1127" y="4572"/>
                  </a:cubicBezTo>
                  <a:cubicBezTo>
                    <a:pt x="1943" y="4572"/>
                    <a:pt x="3223" y="3450"/>
                    <a:pt x="3524" y="3045"/>
                  </a:cubicBezTo>
                  <a:lnTo>
                    <a:pt x="3524" y="3045"/>
                  </a:lnTo>
                  <a:cubicBezTo>
                    <a:pt x="3480" y="4029"/>
                    <a:pt x="4665" y="4961"/>
                    <a:pt x="5480" y="4961"/>
                  </a:cubicBezTo>
                  <a:cubicBezTo>
                    <a:pt x="5532" y="4961"/>
                    <a:pt x="5583" y="4957"/>
                    <a:pt x="5632" y="4950"/>
                  </a:cubicBezTo>
                  <a:cubicBezTo>
                    <a:pt x="6846" y="4771"/>
                    <a:pt x="7334" y="3533"/>
                    <a:pt x="6965" y="2973"/>
                  </a:cubicBezTo>
                  <a:cubicBezTo>
                    <a:pt x="6596" y="2402"/>
                    <a:pt x="4322" y="1104"/>
                    <a:pt x="4322" y="1104"/>
                  </a:cubicBezTo>
                  <a:cubicBezTo>
                    <a:pt x="4322" y="1104"/>
                    <a:pt x="3954" y="0"/>
                    <a:pt x="349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4578;p112">
              <a:extLst>
                <a:ext uri="{FF2B5EF4-FFF2-40B4-BE49-F238E27FC236}">
                  <a16:creationId xmlns:a16="http://schemas.microsoft.com/office/drawing/2014/main" id="{362D0BB5-36A8-25CD-4EE6-BDC5308B58F4}"/>
                </a:ext>
              </a:extLst>
            </p:cNvPr>
            <p:cNvSpPr/>
            <p:nvPr/>
          </p:nvSpPr>
          <p:spPr>
            <a:xfrm>
              <a:off x="4197250" y="3942275"/>
              <a:ext cx="184850" cy="217325"/>
            </a:xfrm>
            <a:custGeom>
              <a:avLst/>
              <a:gdLst/>
              <a:ahLst/>
              <a:cxnLst/>
              <a:rect l="l" t="t" r="r" b="b"/>
              <a:pathLst>
                <a:path w="7394" h="8693" extrusionOk="0">
                  <a:moveTo>
                    <a:pt x="1131" y="1"/>
                  </a:moveTo>
                  <a:lnTo>
                    <a:pt x="0" y="5799"/>
                  </a:lnTo>
                  <a:lnTo>
                    <a:pt x="1691" y="8692"/>
                  </a:lnTo>
                  <a:lnTo>
                    <a:pt x="5751" y="7109"/>
                  </a:lnTo>
                  <a:lnTo>
                    <a:pt x="7394" y="1453"/>
                  </a:lnTo>
                  <a:lnTo>
                    <a:pt x="1131" y="1"/>
                  </a:lnTo>
                  <a:close/>
                </a:path>
              </a:pathLst>
            </a:custGeom>
            <a:solidFill>
              <a:srgbClr val="FECA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579;p112">
              <a:extLst>
                <a:ext uri="{FF2B5EF4-FFF2-40B4-BE49-F238E27FC236}">
                  <a16:creationId xmlns:a16="http://schemas.microsoft.com/office/drawing/2014/main" id="{FF3170E7-4F16-6817-2CFB-D7FB91F12A50}"/>
                </a:ext>
              </a:extLst>
            </p:cNvPr>
            <p:cNvSpPr/>
            <p:nvPr/>
          </p:nvSpPr>
          <p:spPr>
            <a:xfrm>
              <a:off x="3969725" y="4060150"/>
              <a:ext cx="381725" cy="149775"/>
            </a:xfrm>
            <a:custGeom>
              <a:avLst/>
              <a:gdLst/>
              <a:ahLst/>
              <a:cxnLst/>
              <a:rect l="l" t="t" r="r" b="b"/>
              <a:pathLst>
                <a:path w="15269" h="5991" extrusionOk="0">
                  <a:moveTo>
                    <a:pt x="9292" y="1"/>
                  </a:moveTo>
                  <a:lnTo>
                    <a:pt x="421" y="5144"/>
                  </a:lnTo>
                  <a:cubicBezTo>
                    <a:pt x="0" y="5355"/>
                    <a:pt x="165" y="5990"/>
                    <a:pt x="622" y="5990"/>
                  </a:cubicBezTo>
                  <a:cubicBezTo>
                    <a:pt x="631" y="5990"/>
                    <a:pt x="639" y="5990"/>
                    <a:pt x="648" y="5989"/>
                  </a:cubicBezTo>
                  <a:lnTo>
                    <a:pt x="15268" y="5989"/>
                  </a:lnTo>
                  <a:lnTo>
                    <a:pt x="14852" y="2382"/>
                  </a:lnTo>
                  <a:lnTo>
                    <a:pt x="10970" y="2382"/>
                  </a:lnTo>
                  <a:lnTo>
                    <a:pt x="929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580;p112">
              <a:extLst>
                <a:ext uri="{FF2B5EF4-FFF2-40B4-BE49-F238E27FC236}">
                  <a16:creationId xmlns:a16="http://schemas.microsoft.com/office/drawing/2014/main" id="{E7396E6F-136E-7889-FB48-FA8100FED406}"/>
                </a:ext>
              </a:extLst>
            </p:cNvPr>
            <p:cNvSpPr/>
            <p:nvPr/>
          </p:nvSpPr>
          <p:spPr>
            <a:xfrm>
              <a:off x="5023225" y="3942275"/>
              <a:ext cx="184575" cy="217325"/>
            </a:xfrm>
            <a:custGeom>
              <a:avLst/>
              <a:gdLst/>
              <a:ahLst/>
              <a:cxnLst/>
              <a:rect l="l" t="t" r="r" b="b"/>
              <a:pathLst>
                <a:path w="7383" h="8693" extrusionOk="0">
                  <a:moveTo>
                    <a:pt x="6264" y="1"/>
                  </a:moveTo>
                  <a:lnTo>
                    <a:pt x="1" y="1453"/>
                  </a:lnTo>
                  <a:lnTo>
                    <a:pt x="1632" y="7109"/>
                  </a:lnTo>
                  <a:lnTo>
                    <a:pt x="5704" y="8692"/>
                  </a:lnTo>
                  <a:lnTo>
                    <a:pt x="7383" y="5799"/>
                  </a:lnTo>
                  <a:lnTo>
                    <a:pt x="6264" y="1"/>
                  </a:lnTo>
                  <a:close/>
                </a:path>
              </a:pathLst>
            </a:custGeom>
            <a:solidFill>
              <a:srgbClr val="FECA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581;p112">
              <a:extLst>
                <a:ext uri="{FF2B5EF4-FFF2-40B4-BE49-F238E27FC236}">
                  <a16:creationId xmlns:a16="http://schemas.microsoft.com/office/drawing/2014/main" id="{4BED66AF-D595-AB52-ED87-1D1EDF90967E}"/>
                </a:ext>
              </a:extLst>
            </p:cNvPr>
            <p:cNvSpPr/>
            <p:nvPr/>
          </p:nvSpPr>
          <p:spPr>
            <a:xfrm>
              <a:off x="5053300" y="4060150"/>
              <a:ext cx="382025" cy="149775"/>
            </a:xfrm>
            <a:custGeom>
              <a:avLst/>
              <a:gdLst/>
              <a:ahLst/>
              <a:cxnLst/>
              <a:rect l="l" t="t" r="r" b="b"/>
              <a:pathLst>
                <a:path w="15281" h="5991" extrusionOk="0">
                  <a:moveTo>
                    <a:pt x="5989" y="1"/>
                  </a:moveTo>
                  <a:lnTo>
                    <a:pt x="4310" y="2382"/>
                  </a:lnTo>
                  <a:lnTo>
                    <a:pt x="429" y="2382"/>
                  </a:lnTo>
                  <a:lnTo>
                    <a:pt x="0" y="5989"/>
                  </a:lnTo>
                  <a:lnTo>
                    <a:pt x="14633" y="5989"/>
                  </a:lnTo>
                  <a:cubicBezTo>
                    <a:pt x="14642" y="5990"/>
                    <a:pt x="14650" y="5990"/>
                    <a:pt x="14658" y="5990"/>
                  </a:cubicBezTo>
                  <a:cubicBezTo>
                    <a:pt x="15116" y="5990"/>
                    <a:pt x="15280" y="5355"/>
                    <a:pt x="14859" y="5144"/>
                  </a:cubicBezTo>
                  <a:lnTo>
                    <a:pt x="59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582;p112">
              <a:extLst>
                <a:ext uri="{FF2B5EF4-FFF2-40B4-BE49-F238E27FC236}">
                  <a16:creationId xmlns:a16="http://schemas.microsoft.com/office/drawing/2014/main" id="{ABD52815-38B4-295E-8C8E-EDB5A6FB77B1}"/>
                </a:ext>
              </a:extLst>
            </p:cNvPr>
            <p:cNvSpPr/>
            <p:nvPr/>
          </p:nvSpPr>
          <p:spPr>
            <a:xfrm>
              <a:off x="4205575" y="2556700"/>
              <a:ext cx="992400" cy="1379950"/>
            </a:xfrm>
            <a:custGeom>
              <a:avLst/>
              <a:gdLst/>
              <a:ahLst/>
              <a:cxnLst/>
              <a:rect l="l" t="t" r="r" b="b"/>
              <a:pathLst>
                <a:path w="39696" h="55198" extrusionOk="0">
                  <a:moveTo>
                    <a:pt x="26920" y="0"/>
                  </a:moveTo>
                  <a:lnTo>
                    <a:pt x="18574" y="631"/>
                  </a:lnTo>
                  <a:lnTo>
                    <a:pt x="6156" y="1584"/>
                  </a:lnTo>
                  <a:lnTo>
                    <a:pt x="5334" y="8477"/>
                  </a:lnTo>
                  <a:lnTo>
                    <a:pt x="0" y="53245"/>
                  </a:lnTo>
                  <a:lnTo>
                    <a:pt x="8311" y="54459"/>
                  </a:lnTo>
                  <a:lnTo>
                    <a:pt x="18515" y="12359"/>
                  </a:lnTo>
                  <a:lnTo>
                    <a:pt x="31314" y="55198"/>
                  </a:lnTo>
                  <a:lnTo>
                    <a:pt x="39696" y="53364"/>
                  </a:lnTo>
                  <a:lnTo>
                    <a:pt x="27159" y="1000"/>
                  </a:lnTo>
                  <a:lnTo>
                    <a:pt x="27075" y="631"/>
                  </a:lnTo>
                  <a:lnTo>
                    <a:pt x="2692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583;p112">
              <a:extLst>
                <a:ext uri="{FF2B5EF4-FFF2-40B4-BE49-F238E27FC236}">
                  <a16:creationId xmlns:a16="http://schemas.microsoft.com/office/drawing/2014/main" id="{F63B680E-0861-0486-D5BC-3BA4FDE1CD36}"/>
                </a:ext>
              </a:extLst>
            </p:cNvPr>
            <p:cNvSpPr/>
            <p:nvPr/>
          </p:nvSpPr>
          <p:spPr>
            <a:xfrm>
              <a:off x="4338925" y="2572475"/>
              <a:ext cx="545625" cy="196175"/>
            </a:xfrm>
            <a:custGeom>
              <a:avLst/>
              <a:gdLst/>
              <a:ahLst/>
              <a:cxnLst/>
              <a:rect l="l" t="t" r="r" b="b"/>
              <a:pathLst>
                <a:path w="21825" h="7847" extrusionOk="0">
                  <a:moveTo>
                    <a:pt x="13240" y="0"/>
                  </a:moveTo>
                  <a:lnTo>
                    <a:pt x="822" y="953"/>
                  </a:lnTo>
                  <a:lnTo>
                    <a:pt x="0" y="7846"/>
                  </a:lnTo>
                  <a:lnTo>
                    <a:pt x="21825" y="369"/>
                  </a:lnTo>
                  <a:lnTo>
                    <a:pt x="2174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584;p112">
              <a:extLst>
                <a:ext uri="{FF2B5EF4-FFF2-40B4-BE49-F238E27FC236}">
                  <a16:creationId xmlns:a16="http://schemas.microsoft.com/office/drawing/2014/main" id="{CC799771-ABAC-4B1E-E672-9789E0D71280}"/>
                </a:ext>
              </a:extLst>
            </p:cNvPr>
            <p:cNvSpPr/>
            <p:nvPr/>
          </p:nvSpPr>
          <p:spPr>
            <a:xfrm>
              <a:off x="4345225" y="1741725"/>
              <a:ext cx="609875" cy="908425"/>
            </a:xfrm>
            <a:custGeom>
              <a:avLst/>
              <a:gdLst/>
              <a:ahLst/>
              <a:cxnLst/>
              <a:rect l="l" t="t" r="r" b="b"/>
              <a:pathLst>
                <a:path w="24395" h="36337" extrusionOk="0">
                  <a:moveTo>
                    <a:pt x="4713" y="0"/>
                  </a:moveTo>
                  <a:lnTo>
                    <a:pt x="4070" y="1381"/>
                  </a:lnTo>
                  <a:lnTo>
                    <a:pt x="1022" y="8061"/>
                  </a:lnTo>
                  <a:lnTo>
                    <a:pt x="594" y="19491"/>
                  </a:lnTo>
                  <a:lnTo>
                    <a:pt x="22" y="35195"/>
                  </a:lnTo>
                  <a:cubicBezTo>
                    <a:pt x="0" y="35822"/>
                    <a:pt x="517" y="36337"/>
                    <a:pt x="1130" y="36337"/>
                  </a:cubicBezTo>
                  <a:cubicBezTo>
                    <a:pt x="1181" y="36337"/>
                    <a:pt x="1232" y="36333"/>
                    <a:pt x="1284" y="36326"/>
                  </a:cubicBezTo>
                  <a:lnTo>
                    <a:pt x="21299" y="33373"/>
                  </a:lnTo>
                  <a:cubicBezTo>
                    <a:pt x="21835" y="33302"/>
                    <a:pt x="22216" y="32802"/>
                    <a:pt x="22132" y="32254"/>
                  </a:cubicBezTo>
                  <a:lnTo>
                    <a:pt x="20275" y="18395"/>
                  </a:lnTo>
                  <a:lnTo>
                    <a:pt x="24394" y="14228"/>
                  </a:lnTo>
                  <a:lnTo>
                    <a:pt x="20060" y="5525"/>
                  </a:lnTo>
                  <a:cubicBezTo>
                    <a:pt x="18691" y="2750"/>
                    <a:pt x="16096" y="786"/>
                    <a:pt x="13060" y="202"/>
                  </a:cubicBezTo>
                  <a:cubicBezTo>
                    <a:pt x="12869" y="167"/>
                    <a:pt x="12691" y="131"/>
                    <a:pt x="12500" y="107"/>
                  </a:cubicBezTo>
                  <a:lnTo>
                    <a:pt x="1172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585;p112">
              <a:extLst>
                <a:ext uri="{FF2B5EF4-FFF2-40B4-BE49-F238E27FC236}">
                  <a16:creationId xmlns:a16="http://schemas.microsoft.com/office/drawing/2014/main" id="{FCD335CF-AA54-9B51-6DE5-E2B8388E74B7}"/>
                </a:ext>
              </a:extLst>
            </p:cNvPr>
            <p:cNvSpPr/>
            <p:nvPr/>
          </p:nvSpPr>
          <p:spPr>
            <a:xfrm>
              <a:off x="4210050" y="1736050"/>
              <a:ext cx="287550" cy="556350"/>
            </a:xfrm>
            <a:custGeom>
              <a:avLst/>
              <a:gdLst/>
              <a:ahLst/>
              <a:cxnLst/>
              <a:rect l="l" t="t" r="r" b="b"/>
              <a:pathLst>
                <a:path w="11502" h="22254" extrusionOk="0">
                  <a:moveTo>
                    <a:pt x="10120" y="1"/>
                  </a:moveTo>
                  <a:lnTo>
                    <a:pt x="8918" y="548"/>
                  </a:lnTo>
                  <a:lnTo>
                    <a:pt x="6417" y="1703"/>
                  </a:lnTo>
                  <a:cubicBezTo>
                    <a:pt x="2381" y="3561"/>
                    <a:pt x="0" y="7787"/>
                    <a:pt x="524" y="12205"/>
                  </a:cubicBezTo>
                  <a:lnTo>
                    <a:pt x="1679" y="22254"/>
                  </a:lnTo>
                  <a:lnTo>
                    <a:pt x="2310" y="21884"/>
                  </a:lnTo>
                  <a:lnTo>
                    <a:pt x="6001" y="19718"/>
                  </a:lnTo>
                  <a:lnTo>
                    <a:pt x="8954" y="17991"/>
                  </a:lnTo>
                  <a:lnTo>
                    <a:pt x="9596" y="17610"/>
                  </a:lnTo>
                  <a:lnTo>
                    <a:pt x="8834" y="7526"/>
                  </a:lnTo>
                  <a:cubicBezTo>
                    <a:pt x="8811" y="7180"/>
                    <a:pt x="8858" y="6847"/>
                    <a:pt x="8989" y="6537"/>
                  </a:cubicBezTo>
                  <a:lnTo>
                    <a:pt x="10513" y="2799"/>
                  </a:lnTo>
                  <a:lnTo>
                    <a:pt x="11501" y="370"/>
                  </a:lnTo>
                  <a:lnTo>
                    <a:pt x="10989" y="227"/>
                  </a:lnTo>
                  <a:lnTo>
                    <a:pt x="1012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586;p112">
              <a:extLst>
                <a:ext uri="{FF2B5EF4-FFF2-40B4-BE49-F238E27FC236}">
                  <a16:creationId xmlns:a16="http://schemas.microsoft.com/office/drawing/2014/main" id="{285B041B-35DF-C557-9B67-881884037FA4}"/>
                </a:ext>
              </a:extLst>
            </p:cNvPr>
            <p:cNvSpPr/>
            <p:nvPr/>
          </p:nvSpPr>
          <p:spPr>
            <a:xfrm>
              <a:off x="4330300" y="2324225"/>
              <a:ext cx="42575" cy="36275"/>
            </a:xfrm>
            <a:custGeom>
              <a:avLst/>
              <a:gdLst/>
              <a:ahLst/>
              <a:cxnLst/>
              <a:rect l="l" t="t" r="r" b="b"/>
              <a:pathLst>
                <a:path w="1703" h="1451" extrusionOk="0">
                  <a:moveTo>
                    <a:pt x="976" y="1"/>
                  </a:moveTo>
                  <a:cubicBezTo>
                    <a:pt x="322" y="1"/>
                    <a:pt x="0" y="786"/>
                    <a:pt x="464" y="1239"/>
                  </a:cubicBezTo>
                  <a:cubicBezTo>
                    <a:pt x="611" y="1385"/>
                    <a:pt x="791" y="1450"/>
                    <a:pt x="969" y="1450"/>
                  </a:cubicBezTo>
                  <a:cubicBezTo>
                    <a:pt x="1342" y="1450"/>
                    <a:pt x="1703" y="1162"/>
                    <a:pt x="1703" y="727"/>
                  </a:cubicBezTo>
                  <a:cubicBezTo>
                    <a:pt x="1703" y="322"/>
                    <a:pt x="1369" y="1"/>
                    <a:pt x="97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587;p112">
              <a:extLst>
                <a:ext uri="{FF2B5EF4-FFF2-40B4-BE49-F238E27FC236}">
                  <a16:creationId xmlns:a16="http://schemas.microsoft.com/office/drawing/2014/main" id="{395101E4-7C7C-F037-A01E-C62A0A76481C}"/>
                </a:ext>
              </a:extLst>
            </p:cNvPr>
            <p:cNvSpPr/>
            <p:nvPr/>
          </p:nvSpPr>
          <p:spPr>
            <a:xfrm>
              <a:off x="4437450" y="2324225"/>
              <a:ext cx="42575" cy="36275"/>
            </a:xfrm>
            <a:custGeom>
              <a:avLst/>
              <a:gdLst/>
              <a:ahLst/>
              <a:cxnLst/>
              <a:rect l="l" t="t" r="r" b="b"/>
              <a:pathLst>
                <a:path w="1703" h="1451" extrusionOk="0">
                  <a:moveTo>
                    <a:pt x="977" y="1"/>
                  </a:moveTo>
                  <a:cubicBezTo>
                    <a:pt x="334" y="1"/>
                    <a:pt x="0" y="786"/>
                    <a:pt x="465" y="1239"/>
                  </a:cubicBezTo>
                  <a:cubicBezTo>
                    <a:pt x="611" y="1385"/>
                    <a:pt x="792" y="1450"/>
                    <a:pt x="969" y="1450"/>
                  </a:cubicBezTo>
                  <a:cubicBezTo>
                    <a:pt x="1343" y="1450"/>
                    <a:pt x="1703" y="1162"/>
                    <a:pt x="1703" y="727"/>
                  </a:cubicBezTo>
                  <a:cubicBezTo>
                    <a:pt x="1703" y="322"/>
                    <a:pt x="1370" y="1"/>
                    <a:pt x="9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588;p112">
              <a:extLst>
                <a:ext uri="{FF2B5EF4-FFF2-40B4-BE49-F238E27FC236}">
                  <a16:creationId xmlns:a16="http://schemas.microsoft.com/office/drawing/2014/main" id="{28A8DF45-2095-0F26-4082-9FCE8FFCD22C}"/>
                </a:ext>
              </a:extLst>
            </p:cNvPr>
            <p:cNvSpPr/>
            <p:nvPr/>
          </p:nvSpPr>
          <p:spPr>
            <a:xfrm>
              <a:off x="4544900" y="2324225"/>
              <a:ext cx="42300" cy="36275"/>
            </a:xfrm>
            <a:custGeom>
              <a:avLst/>
              <a:gdLst/>
              <a:ahLst/>
              <a:cxnLst/>
              <a:rect l="l" t="t" r="r" b="b"/>
              <a:pathLst>
                <a:path w="1692" h="1451" extrusionOk="0">
                  <a:moveTo>
                    <a:pt x="965" y="1"/>
                  </a:moveTo>
                  <a:cubicBezTo>
                    <a:pt x="322" y="1"/>
                    <a:pt x="1" y="786"/>
                    <a:pt x="453" y="1239"/>
                  </a:cubicBezTo>
                  <a:cubicBezTo>
                    <a:pt x="599" y="1385"/>
                    <a:pt x="780" y="1450"/>
                    <a:pt x="958" y="1450"/>
                  </a:cubicBezTo>
                  <a:cubicBezTo>
                    <a:pt x="1331" y="1450"/>
                    <a:pt x="1691" y="1162"/>
                    <a:pt x="1691" y="727"/>
                  </a:cubicBezTo>
                  <a:cubicBezTo>
                    <a:pt x="1691" y="322"/>
                    <a:pt x="1370" y="1"/>
                    <a:pt x="9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589;p112">
              <a:extLst>
                <a:ext uri="{FF2B5EF4-FFF2-40B4-BE49-F238E27FC236}">
                  <a16:creationId xmlns:a16="http://schemas.microsoft.com/office/drawing/2014/main" id="{1B94AC3C-E88D-CE4D-C15C-890C049048A0}"/>
                </a:ext>
              </a:extLst>
            </p:cNvPr>
            <p:cNvSpPr/>
            <p:nvPr/>
          </p:nvSpPr>
          <p:spPr>
            <a:xfrm>
              <a:off x="4544900" y="2223925"/>
              <a:ext cx="42300" cy="36400"/>
            </a:xfrm>
            <a:custGeom>
              <a:avLst/>
              <a:gdLst/>
              <a:ahLst/>
              <a:cxnLst/>
              <a:rect l="l" t="t" r="r" b="b"/>
              <a:pathLst>
                <a:path w="1692" h="1456" extrusionOk="0">
                  <a:moveTo>
                    <a:pt x="965" y="0"/>
                  </a:moveTo>
                  <a:cubicBezTo>
                    <a:pt x="322" y="0"/>
                    <a:pt x="1" y="786"/>
                    <a:pt x="453" y="1238"/>
                  </a:cubicBezTo>
                  <a:cubicBezTo>
                    <a:pt x="603" y="1388"/>
                    <a:pt x="785" y="1455"/>
                    <a:pt x="963" y="1455"/>
                  </a:cubicBezTo>
                  <a:cubicBezTo>
                    <a:pt x="1336" y="1455"/>
                    <a:pt x="1691" y="1162"/>
                    <a:pt x="1691" y="726"/>
                  </a:cubicBezTo>
                  <a:cubicBezTo>
                    <a:pt x="1691" y="333"/>
                    <a:pt x="1370" y="0"/>
                    <a:pt x="96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590;p112">
              <a:extLst>
                <a:ext uri="{FF2B5EF4-FFF2-40B4-BE49-F238E27FC236}">
                  <a16:creationId xmlns:a16="http://schemas.microsoft.com/office/drawing/2014/main" id="{F8BDB8D3-E6A4-7919-A249-C790481B46A8}"/>
                </a:ext>
              </a:extLst>
            </p:cNvPr>
            <p:cNvSpPr/>
            <p:nvPr/>
          </p:nvSpPr>
          <p:spPr>
            <a:xfrm>
              <a:off x="4652050" y="2223925"/>
              <a:ext cx="42300" cy="36400"/>
            </a:xfrm>
            <a:custGeom>
              <a:avLst/>
              <a:gdLst/>
              <a:ahLst/>
              <a:cxnLst/>
              <a:rect l="l" t="t" r="r" b="b"/>
              <a:pathLst>
                <a:path w="1692" h="1456" extrusionOk="0">
                  <a:moveTo>
                    <a:pt x="977" y="0"/>
                  </a:moveTo>
                  <a:cubicBezTo>
                    <a:pt x="322" y="0"/>
                    <a:pt x="1" y="786"/>
                    <a:pt x="453" y="1238"/>
                  </a:cubicBezTo>
                  <a:cubicBezTo>
                    <a:pt x="603" y="1388"/>
                    <a:pt x="785" y="1455"/>
                    <a:pt x="963" y="1455"/>
                  </a:cubicBezTo>
                  <a:cubicBezTo>
                    <a:pt x="1337" y="1455"/>
                    <a:pt x="1691" y="1162"/>
                    <a:pt x="1691" y="726"/>
                  </a:cubicBezTo>
                  <a:cubicBezTo>
                    <a:pt x="1691" y="333"/>
                    <a:pt x="1370" y="0"/>
                    <a:pt x="97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591;p112">
              <a:extLst>
                <a:ext uri="{FF2B5EF4-FFF2-40B4-BE49-F238E27FC236}">
                  <a16:creationId xmlns:a16="http://schemas.microsoft.com/office/drawing/2014/main" id="{034FD27C-8953-EC8B-F4A6-2CA51CAB1E56}"/>
                </a:ext>
              </a:extLst>
            </p:cNvPr>
            <p:cNvSpPr/>
            <p:nvPr/>
          </p:nvSpPr>
          <p:spPr>
            <a:xfrm>
              <a:off x="4765475" y="2223925"/>
              <a:ext cx="36325" cy="36325"/>
            </a:xfrm>
            <a:custGeom>
              <a:avLst/>
              <a:gdLst/>
              <a:ahLst/>
              <a:cxnLst/>
              <a:rect l="l" t="t" r="r" b="b"/>
              <a:pathLst>
                <a:path w="1453" h="1453" extrusionOk="0">
                  <a:moveTo>
                    <a:pt x="726" y="0"/>
                  </a:moveTo>
                  <a:cubicBezTo>
                    <a:pt x="322" y="0"/>
                    <a:pt x="0" y="333"/>
                    <a:pt x="0" y="726"/>
                  </a:cubicBezTo>
                  <a:cubicBezTo>
                    <a:pt x="0" y="1131"/>
                    <a:pt x="322" y="1453"/>
                    <a:pt x="726" y="1453"/>
                  </a:cubicBezTo>
                  <a:cubicBezTo>
                    <a:pt x="1119" y="1453"/>
                    <a:pt x="1453" y="1131"/>
                    <a:pt x="1453" y="726"/>
                  </a:cubicBezTo>
                  <a:cubicBezTo>
                    <a:pt x="1453" y="333"/>
                    <a:pt x="1119" y="0"/>
                    <a:pt x="7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592;p112">
              <a:extLst>
                <a:ext uri="{FF2B5EF4-FFF2-40B4-BE49-F238E27FC236}">
                  <a16:creationId xmlns:a16="http://schemas.microsoft.com/office/drawing/2014/main" id="{47A6D883-E7A7-1D51-455D-8B6E7D104584}"/>
                </a:ext>
              </a:extLst>
            </p:cNvPr>
            <p:cNvSpPr/>
            <p:nvPr/>
          </p:nvSpPr>
          <p:spPr>
            <a:xfrm>
              <a:off x="4979775" y="2223925"/>
              <a:ext cx="36350" cy="36325"/>
            </a:xfrm>
            <a:custGeom>
              <a:avLst/>
              <a:gdLst/>
              <a:ahLst/>
              <a:cxnLst/>
              <a:rect l="l" t="t" r="r" b="b"/>
              <a:pathLst>
                <a:path w="1454" h="1453" extrusionOk="0">
                  <a:moveTo>
                    <a:pt x="727" y="0"/>
                  </a:moveTo>
                  <a:cubicBezTo>
                    <a:pt x="334" y="0"/>
                    <a:pt x="1" y="333"/>
                    <a:pt x="1" y="726"/>
                  </a:cubicBezTo>
                  <a:cubicBezTo>
                    <a:pt x="1" y="1131"/>
                    <a:pt x="334" y="1453"/>
                    <a:pt x="727" y="1453"/>
                  </a:cubicBezTo>
                  <a:cubicBezTo>
                    <a:pt x="1132" y="1453"/>
                    <a:pt x="1453" y="1131"/>
                    <a:pt x="1453" y="726"/>
                  </a:cubicBezTo>
                  <a:cubicBezTo>
                    <a:pt x="1453" y="333"/>
                    <a:pt x="1132" y="0"/>
                    <a:pt x="7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593;p112">
              <a:extLst>
                <a:ext uri="{FF2B5EF4-FFF2-40B4-BE49-F238E27FC236}">
                  <a16:creationId xmlns:a16="http://schemas.microsoft.com/office/drawing/2014/main" id="{BD642211-508E-17C4-829C-9560D7F8E1D2}"/>
                </a:ext>
              </a:extLst>
            </p:cNvPr>
            <p:cNvSpPr/>
            <p:nvPr/>
          </p:nvSpPr>
          <p:spPr>
            <a:xfrm>
              <a:off x="4652050" y="2123900"/>
              <a:ext cx="42300" cy="36275"/>
            </a:xfrm>
            <a:custGeom>
              <a:avLst/>
              <a:gdLst/>
              <a:ahLst/>
              <a:cxnLst/>
              <a:rect l="l" t="t" r="r" b="b"/>
              <a:pathLst>
                <a:path w="1692" h="1451" extrusionOk="0">
                  <a:moveTo>
                    <a:pt x="977" y="1"/>
                  </a:moveTo>
                  <a:cubicBezTo>
                    <a:pt x="322" y="1"/>
                    <a:pt x="1" y="786"/>
                    <a:pt x="453" y="1239"/>
                  </a:cubicBezTo>
                  <a:cubicBezTo>
                    <a:pt x="603" y="1385"/>
                    <a:pt x="785" y="1450"/>
                    <a:pt x="963" y="1450"/>
                  </a:cubicBezTo>
                  <a:cubicBezTo>
                    <a:pt x="1337" y="1450"/>
                    <a:pt x="1691" y="1162"/>
                    <a:pt x="1691" y="727"/>
                  </a:cubicBezTo>
                  <a:cubicBezTo>
                    <a:pt x="1691" y="322"/>
                    <a:pt x="1370" y="1"/>
                    <a:pt x="9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594;p112">
              <a:extLst>
                <a:ext uri="{FF2B5EF4-FFF2-40B4-BE49-F238E27FC236}">
                  <a16:creationId xmlns:a16="http://schemas.microsoft.com/office/drawing/2014/main" id="{83E087D6-6AA5-EEAD-1365-1027AB8F0A0F}"/>
                </a:ext>
              </a:extLst>
            </p:cNvPr>
            <p:cNvSpPr/>
            <p:nvPr/>
          </p:nvSpPr>
          <p:spPr>
            <a:xfrm>
              <a:off x="4759225" y="2123900"/>
              <a:ext cx="42575" cy="36275"/>
            </a:xfrm>
            <a:custGeom>
              <a:avLst/>
              <a:gdLst/>
              <a:ahLst/>
              <a:cxnLst/>
              <a:rect l="l" t="t" r="r" b="b"/>
              <a:pathLst>
                <a:path w="1703" h="1451" extrusionOk="0">
                  <a:moveTo>
                    <a:pt x="976" y="1"/>
                  </a:moveTo>
                  <a:cubicBezTo>
                    <a:pt x="322" y="1"/>
                    <a:pt x="0" y="786"/>
                    <a:pt x="464" y="1239"/>
                  </a:cubicBezTo>
                  <a:cubicBezTo>
                    <a:pt x="610" y="1385"/>
                    <a:pt x="790" y="1450"/>
                    <a:pt x="967" y="1450"/>
                  </a:cubicBezTo>
                  <a:cubicBezTo>
                    <a:pt x="1337" y="1450"/>
                    <a:pt x="1695" y="1162"/>
                    <a:pt x="1703" y="727"/>
                  </a:cubicBezTo>
                  <a:cubicBezTo>
                    <a:pt x="1703" y="322"/>
                    <a:pt x="1369" y="1"/>
                    <a:pt x="97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595;p112">
              <a:extLst>
                <a:ext uri="{FF2B5EF4-FFF2-40B4-BE49-F238E27FC236}">
                  <a16:creationId xmlns:a16="http://schemas.microsoft.com/office/drawing/2014/main" id="{34FD0329-C941-4BC7-FE43-8618BE5BC7B0}"/>
                </a:ext>
              </a:extLst>
            </p:cNvPr>
            <p:cNvSpPr/>
            <p:nvPr/>
          </p:nvSpPr>
          <p:spPr>
            <a:xfrm>
              <a:off x="4866675" y="2123900"/>
              <a:ext cx="42275" cy="36275"/>
            </a:xfrm>
            <a:custGeom>
              <a:avLst/>
              <a:gdLst/>
              <a:ahLst/>
              <a:cxnLst/>
              <a:rect l="l" t="t" r="r" b="b"/>
              <a:pathLst>
                <a:path w="1691" h="1451" extrusionOk="0">
                  <a:moveTo>
                    <a:pt x="965" y="1"/>
                  </a:moveTo>
                  <a:cubicBezTo>
                    <a:pt x="322" y="1"/>
                    <a:pt x="0" y="786"/>
                    <a:pt x="453" y="1239"/>
                  </a:cubicBezTo>
                  <a:cubicBezTo>
                    <a:pt x="599" y="1385"/>
                    <a:pt x="779" y="1450"/>
                    <a:pt x="957" y="1450"/>
                  </a:cubicBezTo>
                  <a:cubicBezTo>
                    <a:pt x="1330" y="1450"/>
                    <a:pt x="1691" y="1162"/>
                    <a:pt x="1691" y="727"/>
                  </a:cubicBezTo>
                  <a:cubicBezTo>
                    <a:pt x="1691" y="322"/>
                    <a:pt x="1369" y="1"/>
                    <a:pt x="9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596;p112">
              <a:extLst>
                <a:ext uri="{FF2B5EF4-FFF2-40B4-BE49-F238E27FC236}">
                  <a16:creationId xmlns:a16="http://schemas.microsoft.com/office/drawing/2014/main" id="{BD3C9ACF-FE26-1FBB-71D5-2275496E396A}"/>
                </a:ext>
              </a:extLst>
            </p:cNvPr>
            <p:cNvSpPr/>
            <p:nvPr/>
          </p:nvSpPr>
          <p:spPr>
            <a:xfrm>
              <a:off x="4973825" y="2123900"/>
              <a:ext cx="42300" cy="36275"/>
            </a:xfrm>
            <a:custGeom>
              <a:avLst/>
              <a:gdLst/>
              <a:ahLst/>
              <a:cxnLst/>
              <a:rect l="l" t="t" r="r" b="b"/>
              <a:pathLst>
                <a:path w="1692" h="1451" extrusionOk="0">
                  <a:moveTo>
                    <a:pt x="965" y="1"/>
                  </a:moveTo>
                  <a:cubicBezTo>
                    <a:pt x="322" y="1"/>
                    <a:pt x="0" y="786"/>
                    <a:pt x="453" y="1239"/>
                  </a:cubicBezTo>
                  <a:cubicBezTo>
                    <a:pt x="603" y="1385"/>
                    <a:pt x="785" y="1450"/>
                    <a:pt x="963" y="1450"/>
                  </a:cubicBezTo>
                  <a:cubicBezTo>
                    <a:pt x="1336" y="1450"/>
                    <a:pt x="1691" y="1162"/>
                    <a:pt x="1691" y="727"/>
                  </a:cubicBezTo>
                  <a:cubicBezTo>
                    <a:pt x="1691" y="322"/>
                    <a:pt x="1370" y="1"/>
                    <a:pt x="9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597;p112">
              <a:extLst>
                <a:ext uri="{FF2B5EF4-FFF2-40B4-BE49-F238E27FC236}">
                  <a16:creationId xmlns:a16="http://schemas.microsoft.com/office/drawing/2014/main" id="{3668CDD5-ADC0-1F6B-0ABB-E7A39B463AAB}"/>
                </a:ext>
              </a:extLst>
            </p:cNvPr>
            <p:cNvSpPr/>
            <p:nvPr/>
          </p:nvSpPr>
          <p:spPr>
            <a:xfrm>
              <a:off x="4759225" y="2023900"/>
              <a:ext cx="42575" cy="36250"/>
            </a:xfrm>
            <a:custGeom>
              <a:avLst/>
              <a:gdLst/>
              <a:ahLst/>
              <a:cxnLst/>
              <a:rect l="l" t="t" r="r" b="b"/>
              <a:pathLst>
                <a:path w="1703" h="1450" extrusionOk="0">
                  <a:moveTo>
                    <a:pt x="976" y="0"/>
                  </a:moveTo>
                  <a:cubicBezTo>
                    <a:pt x="322" y="0"/>
                    <a:pt x="0" y="774"/>
                    <a:pt x="464" y="1238"/>
                  </a:cubicBezTo>
                  <a:cubicBezTo>
                    <a:pt x="610" y="1384"/>
                    <a:pt x="790" y="1450"/>
                    <a:pt x="967" y="1450"/>
                  </a:cubicBezTo>
                  <a:cubicBezTo>
                    <a:pt x="1337" y="1450"/>
                    <a:pt x="1695" y="1162"/>
                    <a:pt x="1703" y="726"/>
                  </a:cubicBezTo>
                  <a:cubicBezTo>
                    <a:pt x="1703" y="322"/>
                    <a:pt x="1369" y="0"/>
                    <a:pt x="9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598;p112">
              <a:extLst>
                <a:ext uri="{FF2B5EF4-FFF2-40B4-BE49-F238E27FC236}">
                  <a16:creationId xmlns:a16="http://schemas.microsoft.com/office/drawing/2014/main" id="{DEEBE683-9944-67E9-C665-3AF1754ACD15}"/>
                </a:ext>
              </a:extLst>
            </p:cNvPr>
            <p:cNvSpPr/>
            <p:nvPr/>
          </p:nvSpPr>
          <p:spPr>
            <a:xfrm>
              <a:off x="4866675" y="2023900"/>
              <a:ext cx="42275" cy="36250"/>
            </a:xfrm>
            <a:custGeom>
              <a:avLst/>
              <a:gdLst/>
              <a:ahLst/>
              <a:cxnLst/>
              <a:rect l="l" t="t" r="r" b="b"/>
              <a:pathLst>
                <a:path w="1691" h="1450" extrusionOk="0">
                  <a:moveTo>
                    <a:pt x="965" y="0"/>
                  </a:moveTo>
                  <a:cubicBezTo>
                    <a:pt x="322" y="0"/>
                    <a:pt x="0" y="786"/>
                    <a:pt x="453" y="1238"/>
                  </a:cubicBezTo>
                  <a:cubicBezTo>
                    <a:pt x="599" y="1384"/>
                    <a:pt x="779" y="1450"/>
                    <a:pt x="957" y="1450"/>
                  </a:cubicBezTo>
                  <a:cubicBezTo>
                    <a:pt x="1330" y="1450"/>
                    <a:pt x="1691" y="1162"/>
                    <a:pt x="1691" y="726"/>
                  </a:cubicBezTo>
                  <a:cubicBezTo>
                    <a:pt x="1691" y="322"/>
                    <a:pt x="1369" y="0"/>
                    <a:pt x="96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599;p112">
              <a:extLst>
                <a:ext uri="{FF2B5EF4-FFF2-40B4-BE49-F238E27FC236}">
                  <a16:creationId xmlns:a16="http://schemas.microsoft.com/office/drawing/2014/main" id="{BC863912-B2EA-5138-834E-E60CDB1ADCD3}"/>
                </a:ext>
              </a:extLst>
            </p:cNvPr>
            <p:cNvSpPr/>
            <p:nvPr/>
          </p:nvSpPr>
          <p:spPr>
            <a:xfrm>
              <a:off x="4973825" y="2023900"/>
              <a:ext cx="42300" cy="36250"/>
            </a:xfrm>
            <a:custGeom>
              <a:avLst/>
              <a:gdLst/>
              <a:ahLst/>
              <a:cxnLst/>
              <a:rect l="l" t="t" r="r" b="b"/>
              <a:pathLst>
                <a:path w="1692" h="1450" extrusionOk="0">
                  <a:moveTo>
                    <a:pt x="965" y="0"/>
                  </a:moveTo>
                  <a:cubicBezTo>
                    <a:pt x="322" y="0"/>
                    <a:pt x="0" y="786"/>
                    <a:pt x="453" y="1238"/>
                  </a:cubicBezTo>
                  <a:cubicBezTo>
                    <a:pt x="603" y="1384"/>
                    <a:pt x="785" y="1450"/>
                    <a:pt x="963" y="1450"/>
                  </a:cubicBezTo>
                  <a:cubicBezTo>
                    <a:pt x="1336" y="1450"/>
                    <a:pt x="1691" y="1162"/>
                    <a:pt x="1691" y="726"/>
                  </a:cubicBezTo>
                  <a:cubicBezTo>
                    <a:pt x="1691" y="322"/>
                    <a:pt x="1370" y="0"/>
                    <a:pt x="96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600;p112">
              <a:extLst>
                <a:ext uri="{FF2B5EF4-FFF2-40B4-BE49-F238E27FC236}">
                  <a16:creationId xmlns:a16="http://schemas.microsoft.com/office/drawing/2014/main" id="{09717FB5-0375-F16F-E342-D7E828E18EE1}"/>
                </a:ext>
              </a:extLst>
            </p:cNvPr>
            <p:cNvSpPr/>
            <p:nvPr/>
          </p:nvSpPr>
          <p:spPr>
            <a:xfrm>
              <a:off x="4872625" y="1923875"/>
              <a:ext cx="36325" cy="36350"/>
            </a:xfrm>
            <a:custGeom>
              <a:avLst/>
              <a:gdLst/>
              <a:ahLst/>
              <a:cxnLst/>
              <a:rect l="l" t="t" r="r" b="b"/>
              <a:pathLst>
                <a:path w="1453" h="1454" extrusionOk="0">
                  <a:moveTo>
                    <a:pt x="727" y="1"/>
                  </a:moveTo>
                  <a:cubicBezTo>
                    <a:pt x="322" y="1"/>
                    <a:pt x="0" y="322"/>
                    <a:pt x="0" y="727"/>
                  </a:cubicBezTo>
                  <a:cubicBezTo>
                    <a:pt x="0" y="1120"/>
                    <a:pt x="322" y="1453"/>
                    <a:pt x="727" y="1453"/>
                  </a:cubicBezTo>
                  <a:cubicBezTo>
                    <a:pt x="1131" y="1453"/>
                    <a:pt x="1453" y="1120"/>
                    <a:pt x="1453" y="727"/>
                  </a:cubicBezTo>
                  <a:cubicBezTo>
                    <a:pt x="1453" y="322"/>
                    <a:pt x="1131" y="1"/>
                    <a:pt x="72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601;p112">
              <a:extLst>
                <a:ext uri="{FF2B5EF4-FFF2-40B4-BE49-F238E27FC236}">
                  <a16:creationId xmlns:a16="http://schemas.microsoft.com/office/drawing/2014/main" id="{16675281-6EBD-709F-4B52-A67627BA6B90}"/>
                </a:ext>
              </a:extLst>
            </p:cNvPr>
            <p:cNvSpPr/>
            <p:nvPr/>
          </p:nvSpPr>
          <p:spPr>
            <a:xfrm>
              <a:off x="4979775" y="1923875"/>
              <a:ext cx="36350" cy="36350"/>
            </a:xfrm>
            <a:custGeom>
              <a:avLst/>
              <a:gdLst/>
              <a:ahLst/>
              <a:cxnLst/>
              <a:rect l="l" t="t" r="r" b="b"/>
              <a:pathLst>
                <a:path w="1454" h="1454" extrusionOk="0">
                  <a:moveTo>
                    <a:pt x="727" y="1"/>
                  </a:moveTo>
                  <a:cubicBezTo>
                    <a:pt x="334" y="1"/>
                    <a:pt x="1" y="322"/>
                    <a:pt x="1" y="727"/>
                  </a:cubicBezTo>
                  <a:cubicBezTo>
                    <a:pt x="1" y="1120"/>
                    <a:pt x="334" y="1453"/>
                    <a:pt x="727" y="1453"/>
                  </a:cubicBezTo>
                  <a:cubicBezTo>
                    <a:pt x="1132" y="1453"/>
                    <a:pt x="1453" y="1120"/>
                    <a:pt x="1453" y="727"/>
                  </a:cubicBezTo>
                  <a:cubicBezTo>
                    <a:pt x="1453" y="322"/>
                    <a:pt x="1132" y="1"/>
                    <a:pt x="72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602;p112">
              <a:extLst>
                <a:ext uri="{FF2B5EF4-FFF2-40B4-BE49-F238E27FC236}">
                  <a16:creationId xmlns:a16="http://schemas.microsoft.com/office/drawing/2014/main" id="{FB8D4ACC-9326-B581-62EE-D827FDC3437A}"/>
                </a:ext>
              </a:extLst>
            </p:cNvPr>
            <p:cNvSpPr/>
            <p:nvPr/>
          </p:nvSpPr>
          <p:spPr>
            <a:xfrm>
              <a:off x="4544900" y="1723850"/>
              <a:ext cx="42300" cy="36175"/>
            </a:xfrm>
            <a:custGeom>
              <a:avLst/>
              <a:gdLst/>
              <a:ahLst/>
              <a:cxnLst/>
              <a:rect l="l" t="t" r="r" b="b"/>
              <a:pathLst>
                <a:path w="1692" h="1447" extrusionOk="0">
                  <a:moveTo>
                    <a:pt x="965" y="1"/>
                  </a:moveTo>
                  <a:cubicBezTo>
                    <a:pt x="322" y="1"/>
                    <a:pt x="1" y="775"/>
                    <a:pt x="453" y="1227"/>
                  </a:cubicBezTo>
                  <a:cubicBezTo>
                    <a:pt x="600" y="1378"/>
                    <a:pt x="783" y="1446"/>
                    <a:pt x="963" y="1446"/>
                  </a:cubicBezTo>
                  <a:cubicBezTo>
                    <a:pt x="1334" y="1446"/>
                    <a:pt x="1691" y="1156"/>
                    <a:pt x="1691" y="715"/>
                  </a:cubicBezTo>
                  <a:cubicBezTo>
                    <a:pt x="1691" y="322"/>
                    <a:pt x="1370" y="1"/>
                    <a:pt x="9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603;p112">
              <a:extLst>
                <a:ext uri="{FF2B5EF4-FFF2-40B4-BE49-F238E27FC236}">
                  <a16:creationId xmlns:a16="http://schemas.microsoft.com/office/drawing/2014/main" id="{880946FA-4A9D-3D67-7EDF-3366C20A7195}"/>
                </a:ext>
              </a:extLst>
            </p:cNvPr>
            <p:cNvSpPr/>
            <p:nvPr/>
          </p:nvSpPr>
          <p:spPr>
            <a:xfrm>
              <a:off x="4694025" y="1774875"/>
              <a:ext cx="594550" cy="494000"/>
            </a:xfrm>
            <a:custGeom>
              <a:avLst/>
              <a:gdLst/>
              <a:ahLst/>
              <a:cxnLst/>
              <a:rect l="l" t="t" r="r" b="b"/>
              <a:pathLst>
                <a:path w="23782" h="19760" extrusionOk="0">
                  <a:moveTo>
                    <a:pt x="22947" y="1"/>
                  </a:moveTo>
                  <a:cubicBezTo>
                    <a:pt x="22929" y="1"/>
                    <a:pt x="22912" y="3"/>
                    <a:pt x="22896" y="8"/>
                  </a:cubicBezTo>
                  <a:lnTo>
                    <a:pt x="5513" y="4770"/>
                  </a:lnTo>
                  <a:cubicBezTo>
                    <a:pt x="5132" y="4877"/>
                    <a:pt x="4811" y="5151"/>
                    <a:pt x="4644" y="5520"/>
                  </a:cubicBezTo>
                  <a:lnTo>
                    <a:pt x="370" y="14950"/>
                  </a:lnTo>
                  <a:lnTo>
                    <a:pt x="1" y="19760"/>
                  </a:lnTo>
                  <a:lnTo>
                    <a:pt x="16336" y="13557"/>
                  </a:lnTo>
                  <a:cubicBezTo>
                    <a:pt x="16765" y="13402"/>
                    <a:pt x="17122" y="13081"/>
                    <a:pt x="17324" y="12664"/>
                  </a:cubicBezTo>
                  <a:lnTo>
                    <a:pt x="23646" y="924"/>
                  </a:lnTo>
                  <a:cubicBezTo>
                    <a:pt x="23782" y="665"/>
                    <a:pt x="23256" y="1"/>
                    <a:pt x="229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604;p112">
              <a:extLst>
                <a:ext uri="{FF2B5EF4-FFF2-40B4-BE49-F238E27FC236}">
                  <a16:creationId xmlns:a16="http://schemas.microsoft.com/office/drawing/2014/main" id="{EDA3A4F2-DF50-65B5-4F4F-79CCDDE89B47}"/>
                </a:ext>
              </a:extLst>
            </p:cNvPr>
            <p:cNvSpPr/>
            <p:nvPr/>
          </p:nvSpPr>
          <p:spPr>
            <a:xfrm>
              <a:off x="4701775" y="1792250"/>
              <a:ext cx="585675" cy="493900"/>
            </a:xfrm>
            <a:custGeom>
              <a:avLst/>
              <a:gdLst/>
              <a:ahLst/>
              <a:cxnLst/>
              <a:rect l="l" t="t" r="r" b="b"/>
              <a:pathLst>
                <a:path w="23427" h="19756" extrusionOk="0">
                  <a:moveTo>
                    <a:pt x="22994" y="1"/>
                  </a:moveTo>
                  <a:cubicBezTo>
                    <a:pt x="22962" y="1"/>
                    <a:pt x="22929" y="5"/>
                    <a:pt x="22896" y="15"/>
                  </a:cubicBezTo>
                  <a:lnTo>
                    <a:pt x="5513" y="4777"/>
                  </a:lnTo>
                  <a:cubicBezTo>
                    <a:pt x="5132" y="4885"/>
                    <a:pt x="4810" y="5147"/>
                    <a:pt x="4644" y="5516"/>
                  </a:cubicBezTo>
                  <a:lnTo>
                    <a:pt x="369" y="14945"/>
                  </a:lnTo>
                  <a:lnTo>
                    <a:pt x="0" y="19756"/>
                  </a:lnTo>
                  <a:lnTo>
                    <a:pt x="16347" y="13564"/>
                  </a:lnTo>
                  <a:cubicBezTo>
                    <a:pt x="16776" y="13398"/>
                    <a:pt x="17121" y="13076"/>
                    <a:pt x="17336" y="12671"/>
                  </a:cubicBezTo>
                  <a:lnTo>
                    <a:pt x="23301" y="503"/>
                  </a:lnTo>
                  <a:cubicBezTo>
                    <a:pt x="23427" y="261"/>
                    <a:pt x="23237" y="1"/>
                    <a:pt x="229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605;p112">
              <a:extLst>
                <a:ext uri="{FF2B5EF4-FFF2-40B4-BE49-F238E27FC236}">
                  <a16:creationId xmlns:a16="http://schemas.microsoft.com/office/drawing/2014/main" id="{25316BEB-0510-04D8-8553-1636376E9589}"/>
                </a:ext>
              </a:extLst>
            </p:cNvPr>
            <p:cNvSpPr/>
            <p:nvPr/>
          </p:nvSpPr>
          <p:spPr>
            <a:xfrm>
              <a:off x="4268075" y="2068825"/>
              <a:ext cx="596225" cy="386575"/>
            </a:xfrm>
            <a:custGeom>
              <a:avLst/>
              <a:gdLst/>
              <a:ahLst/>
              <a:cxnLst/>
              <a:rect l="l" t="t" r="r" b="b"/>
              <a:pathLst>
                <a:path w="23849" h="15463" extrusionOk="0">
                  <a:moveTo>
                    <a:pt x="18269" y="1"/>
                  </a:moveTo>
                  <a:cubicBezTo>
                    <a:pt x="17909" y="1"/>
                    <a:pt x="17441" y="258"/>
                    <a:pt x="17003" y="775"/>
                  </a:cubicBezTo>
                  <a:cubicBezTo>
                    <a:pt x="16277" y="1644"/>
                    <a:pt x="14753" y="4073"/>
                    <a:pt x="14753" y="4073"/>
                  </a:cubicBezTo>
                  <a:lnTo>
                    <a:pt x="7204" y="7764"/>
                  </a:lnTo>
                  <a:lnTo>
                    <a:pt x="6740" y="5228"/>
                  </a:lnTo>
                  <a:lnTo>
                    <a:pt x="6644" y="4680"/>
                  </a:lnTo>
                  <a:lnTo>
                    <a:pt x="3692" y="6407"/>
                  </a:lnTo>
                  <a:lnTo>
                    <a:pt x="1" y="8573"/>
                  </a:lnTo>
                  <a:lnTo>
                    <a:pt x="441" y="10776"/>
                  </a:lnTo>
                  <a:lnTo>
                    <a:pt x="489" y="11014"/>
                  </a:lnTo>
                  <a:cubicBezTo>
                    <a:pt x="1054" y="13764"/>
                    <a:pt x="3452" y="15462"/>
                    <a:pt x="5957" y="15462"/>
                  </a:cubicBezTo>
                  <a:cubicBezTo>
                    <a:pt x="7095" y="15462"/>
                    <a:pt x="8256" y="15111"/>
                    <a:pt x="9276" y="14348"/>
                  </a:cubicBezTo>
                  <a:lnTo>
                    <a:pt x="16217" y="9074"/>
                  </a:lnTo>
                  <a:cubicBezTo>
                    <a:pt x="16217" y="9074"/>
                    <a:pt x="17053" y="9404"/>
                    <a:pt x="18092" y="9404"/>
                  </a:cubicBezTo>
                  <a:cubicBezTo>
                    <a:pt x="18892" y="9404"/>
                    <a:pt x="19812" y="9208"/>
                    <a:pt x="20563" y="8514"/>
                  </a:cubicBezTo>
                  <a:cubicBezTo>
                    <a:pt x="22289" y="6930"/>
                    <a:pt x="21944" y="6109"/>
                    <a:pt x="21944" y="6109"/>
                  </a:cubicBezTo>
                  <a:cubicBezTo>
                    <a:pt x="21944" y="6109"/>
                    <a:pt x="23063" y="4966"/>
                    <a:pt x="22908" y="3394"/>
                  </a:cubicBezTo>
                  <a:cubicBezTo>
                    <a:pt x="23563" y="2501"/>
                    <a:pt x="23849" y="1358"/>
                    <a:pt x="23361" y="965"/>
                  </a:cubicBezTo>
                  <a:cubicBezTo>
                    <a:pt x="23297" y="915"/>
                    <a:pt x="23222" y="893"/>
                    <a:pt x="23136" y="893"/>
                  </a:cubicBezTo>
                  <a:cubicBezTo>
                    <a:pt x="22547" y="893"/>
                    <a:pt x="21438" y="1951"/>
                    <a:pt x="19848" y="2501"/>
                  </a:cubicBezTo>
                  <a:cubicBezTo>
                    <a:pt x="18027" y="3132"/>
                    <a:pt x="17420" y="3180"/>
                    <a:pt x="17420" y="3180"/>
                  </a:cubicBezTo>
                  <a:cubicBezTo>
                    <a:pt x="17420" y="3180"/>
                    <a:pt x="19051" y="894"/>
                    <a:pt x="18801" y="334"/>
                  </a:cubicBezTo>
                  <a:cubicBezTo>
                    <a:pt x="18697" y="112"/>
                    <a:pt x="18506" y="1"/>
                    <a:pt x="182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606;p112">
              <a:extLst>
                <a:ext uri="{FF2B5EF4-FFF2-40B4-BE49-F238E27FC236}">
                  <a16:creationId xmlns:a16="http://schemas.microsoft.com/office/drawing/2014/main" id="{EEA03380-0278-F3C0-D4B3-B74C0B18982F}"/>
                </a:ext>
              </a:extLst>
            </p:cNvPr>
            <p:cNvSpPr/>
            <p:nvPr/>
          </p:nvSpPr>
          <p:spPr>
            <a:xfrm>
              <a:off x="4432675" y="1735750"/>
              <a:ext cx="239050" cy="101150"/>
            </a:xfrm>
            <a:custGeom>
              <a:avLst/>
              <a:gdLst/>
              <a:ahLst/>
              <a:cxnLst/>
              <a:rect l="l" t="t" r="r" b="b"/>
              <a:pathLst>
                <a:path w="9562" h="4046" extrusionOk="0">
                  <a:moveTo>
                    <a:pt x="1215" y="1"/>
                  </a:moveTo>
                  <a:lnTo>
                    <a:pt x="1" y="560"/>
                  </a:lnTo>
                  <a:cubicBezTo>
                    <a:pt x="168" y="930"/>
                    <a:pt x="358" y="1287"/>
                    <a:pt x="572" y="1620"/>
                  </a:cubicBezTo>
                  <a:cubicBezTo>
                    <a:pt x="870" y="2061"/>
                    <a:pt x="1215" y="2454"/>
                    <a:pt x="1608" y="2811"/>
                  </a:cubicBezTo>
                  <a:cubicBezTo>
                    <a:pt x="2418" y="3507"/>
                    <a:pt x="3544" y="4045"/>
                    <a:pt x="5087" y="4045"/>
                  </a:cubicBezTo>
                  <a:cubicBezTo>
                    <a:pt x="5337" y="4045"/>
                    <a:pt x="5598" y="4031"/>
                    <a:pt x="5871" y="4001"/>
                  </a:cubicBezTo>
                  <a:cubicBezTo>
                    <a:pt x="8347" y="3728"/>
                    <a:pt x="9276" y="2073"/>
                    <a:pt x="9562" y="441"/>
                  </a:cubicBezTo>
                  <a:cubicBezTo>
                    <a:pt x="9371" y="406"/>
                    <a:pt x="9193" y="370"/>
                    <a:pt x="9002" y="334"/>
                  </a:cubicBezTo>
                  <a:lnTo>
                    <a:pt x="8228" y="239"/>
                  </a:lnTo>
                  <a:lnTo>
                    <a:pt x="2084" y="239"/>
                  </a:lnTo>
                  <a:lnTo>
                    <a:pt x="121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607;p112">
              <a:extLst>
                <a:ext uri="{FF2B5EF4-FFF2-40B4-BE49-F238E27FC236}">
                  <a16:creationId xmlns:a16="http://schemas.microsoft.com/office/drawing/2014/main" id="{9C3597E8-5C62-0949-0684-A4842F5356BF}"/>
                </a:ext>
              </a:extLst>
            </p:cNvPr>
            <p:cNvSpPr/>
            <p:nvPr/>
          </p:nvSpPr>
          <p:spPr>
            <a:xfrm>
              <a:off x="4463050" y="1620575"/>
              <a:ext cx="178900" cy="188025"/>
            </a:xfrm>
            <a:custGeom>
              <a:avLst/>
              <a:gdLst/>
              <a:ahLst/>
              <a:cxnLst/>
              <a:rect l="l" t="t" r="r" b="b"/>
              <a:pathLst>
                <a:path w="7156" h="7521" extrusionOk="0">
                  <a:moveTo>
                    <a:pt x="572" y="0"/>
                  </a:moveTo>
                  <a:cubicBezTo>
                    <a:pt x="822" y="1584"/>
                    <a:pt x="703" y="4322"/>
                    <a:pt x="703" y="4322"/>
                  </a:cubicBezTo>
                  <a:lnTo>
                    <a:pt x="0" y="4620"/>
                  </a:lnTo>
                  <a:cubicBezTo>
                    <a:pt x="0" y="4620"/>
                    <a:pt x="1254" y="7520"/>
                    <a:pt x="4293" y="7520"/>
                  </a:cubicBezTo>
                  <a:cubicBezTo>
                    <a:pt x="4471" y="7520"/>
                    <a:pt x="4656" y="7510"/>
                    <a:pt x="4846" y="7489"/>
                  </a:cubicBezTo>
                  <a:cubicBezTo>
                    <a:pt x="7156" y="7239"/>
                    <a:pt x="7025" y="4858"/>
                    <a:pt x="7025" y="4858"/>
                  </a:cubicBezTo>
                  <a:lnTo>
                    <a:pt x="6132" y="4632"/>
                  </a:lnTo>
                  <a:cubicBezTo>
                    <a:pt x="6132" y="4632"/>
                    <a:pt x="6120" y="4572"/>
                    <a:pt x="6108" y="4477"/>
                  </a:cubicBezTo>
                  <a:cubicBezTo>
                    <a:pt x="6061" y="4013"/>
                    <a:pt x="5942" y="2548"/>
                    <a:pt x="6382" y="1500"/>
                  </a:cubicBezTo>
                  <a:lnTo>
                    <a:pt x="1548" y="250"/>
                  </a:lnTo>
                  <a:lnTo>
                    <a:pt x="5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608;p112">
              <a:extLst>
                <a:ext uri="{FF2B5EF4-FFF2-40B4-BE49-F238E27FC236}">
                  <a16:creationId xmlns:a16="http://schemas.microsoft.com/office/drawing/2014/main" id="{33228D68-0965-1D3E-18F7-88074E14F3BE}"/>
                </a:ext>
              </a:extLst>
            </p:cNvPr>
            <p:cNvSpPr/>
            <p:nvPr/>
          </p:nvSpPr>
          <p:spPr>
            <a:xfrm>
              <a:off x="4482700" y="1626525"/>
              <a:ext cx="140200" cy="105750"/>
            </a:xfrm>
            <a:custGeom>
              <a:avLst/>
              <a:gdLst/>
              <a:ahLst/>
              <a:cxnLst/>
              <a:rect l="l" t="t" r="r" b="b"/>
              <a:pathLst>
                <a:path w="5608" h="4230" extrusionOk="0">
                  <a:moveTo>
                    <a:pt x="774" y="0"/>
                  </a:moveTo>
                  <a:cubicBezTo>
                    <a:pt x="262" y="167"/>
                    <a:pt x="0" y="488"/>
                    <a:pt x="179" y="1072"/>
                  </a:cubicBezTo>
                  <a:cubicBezTo>
                    <a:pt x="905" y="3515"/>
                    <a:pt x="3237" y="4229"/>
                    <a:pt x="5136" y="4229"/>
                  </a:cubicBezTo>
                  <a:cubicBezTo>
                    <a:pt x="5198" y="4229"/>
                    <a:pt x="5261" y="4229"/>
                    <a:pt x="5322" y="4227"/>
                  </a:cubicBezTo>
                  <a:cubicBezTo>
                    <a:pt x="5275" y="3763"/>
                    <a:pt x="5156" y="2298"/>
                    <a:pt x="5608" y="1250"/>
                  </a:cubicBezTo>
                  <a:lnTo>
                    <a:pt x="77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609;p112">
              <a:extLst>
                <a:ext uri="{FF2B5EF4-FFF2-40B4-BE49-F238E27FC236}">
                  <a16:creationId xmlns:a16="http://schemas.microsoft.com/office/drawing/2014/main" id="{DA463660-5A9C-AB71-9BAB-BEDF13650713}"/>
                </a:ext>
              </a:extLst>
            </p:cNvPr>
            <p:cNvSpPr/>
            <p:nvPr/>
          </p:nvSpPr>
          <p:spPr>
            <a:xfrm>
              <a:off x="4390125" y="1237175"/>
              <a:ext cx="364050" cy="340000"/>
            </a:xfrm>
            <a:custGeom>
              <a:avLst/>
              <a:gdLst/>
              <a:ahLst/>
              <a:cxnLst/>
              <a:rect l="l" t="t" r="r" b="b"/>
              <a:pathLst>
                <a:path w="14562" h="13600" extrusionOk="0">
                  <a:moveTo>
                    <a:pt x="9080" y="0"/>
                  </a:moveTo>
                  <a:cubicBezTo>
                    <a:pt x="8818" y="0"/>
                    <a:pt x="8556" y="81"/>
                    <a:pt x="8335" y="239"/>
                  </a:cubicBezTo>
                  <a:lnTo>
                    <a:pt x="6608" y="1501"/>
                  </a:lnTo>
                  <a:cubicBezTo>
                    <a:pt x="6346" y="1692"/>
                    <a:pt x="6037" y="1835"/>
                    <a:pt x="5715" y="1906"/>
                  </a:cubicBezTo>
                  <a:lnTo>
                    <a:pt x="3929" y="2299"/>
                  </a:lnTo>
                  <a:cubicBezTo>
                    <a:pt x="1512" y="2823"/>
                    <a:pt x="167" y="5406"/>
                    <a:pt x="1119" y="7680"/>
                  </a:cubicBezTo>
                  <a:cubicBezTo>
                    <a:pt x="96" y="8693"/>
                    <a:pt x="0" y="10312"/>
                    <a:pt x="905" y="11431"/>
                  </a:cubicBezTo>
                  <a:lnTo>
                    <a:pt x="2667" y="13598"/>
                  </a:lnTo>
                  <a:cubicBezTo>
                    <a:pt x="2667" y="13598"/>
                    <a:pt x="2784" y="13600"/>
                    <a:pt x="2991" y="13600"/>
                  </a:cubicBezTo>
                  <a:cubicBezTo>
                    <a:pt x="4475" y="13600"/>
                    <a:pt x="10581" y="13508"/>
                    <a:pt x="10895" y="12002"/>
                  </a:cubicBezTo>
                  <a:cubicBezTo>
                    <a:pt x="11156" y="10764"/>
                    <a:pt x="13085" y="8573"/>
                    <a:pt x="14109" y="7478"/>
                  </a:cubicBezTo>
                  <a:cubicBezTo>
                    <a:pt x="14490" y="7085"/>
                    <a:pt x="14550" y="6490"/>
                    <a:pt x="14264" y="6026"/>
                  </a:cubicBezTo>
                  <a:cubicBezTo>
                    <a:pt x="14039" y="5657"/>
                    <a:pt x="13638" y="5445"/>
                    <a:pt x="13224" y="5445"/>
                  </a:cubicBezTo>
                  <a:cubicBezTo>
                    <a:pt x="13090" y="5445"/>
                    <a:pt x="12955" y="5467"/>
                    <a:pt x="12823" y="5514"/>
                  </a:cubicBezTo>
                  <a:lnTo>
                    <a:pt x="12299" y="5704"/>
                  </a:lnTo>
                  <a:cubicBezTo>
                    <a:pt x="12287" y="5708"/>
                    <a:pt x="12274" y="5710"/>
                    <a:pt x="12262" y="5710"/>
                  </a:cubicBezTo>
                  <a:cubicBezTo>
                    <a:pt x="12159" y="5710"/>
                    <a:pt x="12081" y="5587"/>
                    <a:pt x="12145" y="5502"/>
                  </a:cubicBezTo>
                  <a:lnTo>
                    <a:pt x="14300" y="2477"/>
                  </a:lnTo>
                  <a:cubicBezTo>
                    <a:pt x="14562" y="2108"/>
                    <a:pt x="14538" y="1596"/>
                    <a:pt x="14228" y="1263"/>
                  </a:cubicBezTo>
                  <a:cubicBezTo>
                    <a:pt x="14035" y="1048"/>
                    <a:pt x="13768" y="936"/>
                    <a:pt x="13500" y="936"/>
                  </a:cubicBezTo>
                  <a:cubicBezTo>
                    <a:pt x="13323" y="936"/>
                    <a:pt x="13146" y="985"/>
                    <a:pt x="12990" y="1084"/>
                  </a:cubicBezTo>
                  <a:lnTo>
                    <a:pt x="9859" y="3037"/>
                  </a:lnTo>
                  <a:cubicBezTo>
                    <a:pt x="9839" y="3048"/>
                    <a:pt x="9818" y="3053"/>
                    <a:pt x="9798" y="3053"/>
                  </a:cubicBezTo>
                  <a:cubicBezTo>
                    <a:pt x="9706" y="3053"/>
                    <a:pt x="9620" y="2956"/>
                    <a:pt x="9668" y="2858"/>
                  </a:cubicBezTo>
                  <a:lnTo>
                    <a:pt x="10204" y="1858"/>
                  </a:lnTo>
                  <a:cubicBezTo>
                    <a:pt x="10514" y="1275"/>
                    <a:pt x="10323" y="537"/>
                    <a:pt x="9752" y="191"/>
                  </a:cubicBezTo>
                  <a:cubicBezTo>
                    <a:pt x="9545" y="63"/>
                    <a:pt x="9312" y="0"/>
                    <a:pt x="908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610;p112">
              <a:extLst>
                <a:ext uri="{FF2B5EF4-FFF2-40B4-BE49-F238E27FC236}">
                  <a16:creationId xmlns:a16="http://schemas.microsoft.com/office/drawing/2014/main" id="{22B88C7D-B23F-922E-5A64-05AED157DAED}"/>
                </a:ext>
              </a:extLst>
            </p:cNvPr>
            <p:cNvSpPr/>
            <p:nvPr/>
          </p:nvSpPr>
          <p:spPr>
            <a:xfrm>
              <a:off x="4410075" y="1434825"/>
              <a:ext cx="260175" cy="263750"/>
            </a:xfrm>
            <a:custGeom>
              <a:avLst/>
              <a:gdLst/>
              <a:ahLst/>
              <a:cxnLst/>
              <a:rect l="l" t="t" r="r" b="b"/>
              <a:pathLst>
                <a:path w="10407" h="10550" extrusionOk="0">
                  <a:moveTo>
                    <a:pt x="9513" y="1"/>
                  </a:moveTo>
                  <a:cubicBezTo>
                    <a:pt x="8034" y="1459"/>
                    <a:pt x="4529" y="2576"/>
                    <a:pt x="2903" y="2576"/>
                  </a:cubicBezTo>
                  <a:cubicBezTo>
                    <a:pt x="2684" y="2576"/>
                    <a:pt x="2499" y="2555"/>
                    <a:pt x="2357" y="2513"/>
                  </a:cubicBezTo>
                  <a:lnTo>
                    <a:pt x="2357" y="2513"/>
                  </a:lnTo>
                  <a:lnTo>
                    <a:pt x="2536" y="4549"/>
                  </a:lnTo>
                  <a:cubicBezTo>
                    <a:pt x="2553" y="4684"/>
                    <a:pt x="2445" y="4783"/>
                    <a:pt x="2329" y="4783"/>
                  </a:cubicBezTo>
                  <a:cubicBezTo>
                    <a:pt x="2281" y="4783"/>
                    <a:pt x="2233" y="4766"/>
                    <a:pt x="2191" y="4727"/>
                  </a:cubicBezTo>
                  <a:cubicBezTo>
                    <a:pt x="1921" y="4502"/>
                    <a:pt x="1562" y="4264"/>
                    <a:pt x="1192" y="4264"/>
                  </a:cubicBezTo>
                  <a:cubicBezTo>
                    <a:pt x="1073" y="4264"/>
                    <a:pt x="952" y="4288"/>
                    <a:pt x="833" y="4346"/>
                  </a:cubicBezTo>
                  <a:cubicBezTo>
                    <a:pt x="0" y="4739"/>
                    <a:pt x="250" y="6418"/>
                    <a:pt x="976" y="6775"/>
                  </a:cubicBezTo>
                  <a:cubicBezTo>
                    <a:pt x="1167" y="6872"/>
                    <a:pt x="1325" y="6911"/>
                    <a:pt x="1456" y="6911"/>
                  </a:cubicBezTo>
                  <a:cubicBezTo>
                    <a:pt x="2006" y="6911"/>
                    <a:pt x="2084" y="6228"/>
                    <a:pt x="2084" y="6228"/>
                  </a:cubicBezTo>
                  <a:cubicBezTo>
                    <a:pt x="2084" y="6228"/>
                    <a:pt x="2524" y="10550"/>
                    <a:pt x="6894" y="10550"/>
                  </a:cubicBezTo>
                  <a:cubicBezTo>
                    <a:pt x="9025" y="10550"/>
                    <a:pt x="9870" y="9347"/>
                    <a:pt x="10180" y="7930"/>
                  </a:cubicBezTo>
                  <a:cubicBezTo>
                    <a:pt x="10299" y="7311"/>
                    <a:pt x="10358" y="6680"/>
                    <a:pt x="10335" y="6049"/>
                  </a:cubicBezTo>
                  <a:cubicBezTo>
                    <a:pt x="10335" y="5180"/>
                    <a:pt x="10239" y="4370"/>
                    <a:pt x="10239" y="3894"/>
                  </a:cubicBezTo>
                  <a:cubicBezTo>
                    <a:pt x="10227" y="3358"/>
                    <a:pt x="10263" y="2834"/>
                    <a:pt x="10347" y="2311"/>
                  </a:cubicBezTo>
                  <a:cubicBezTo>
                    <a:pt x="10406" y="1965"/>
                    <a:pt x="10323" y="1596"/>
                    <a:pt x="10108" y="1310"/>
                  </a:cubicBezTo>
                  <a:cubicBezTo>
                    <a:pt x="9846" y="953"/>
                    <a:pt x="9537" y="441"/>
                    <a:pt x="951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611;p112">
              <a:extLst>
                <a:ext uri="{FF2B5EF4-FFF2-40B4-BE49-F238E27FC236}">
                  <a16:creationId xmlns:a16="http://schemas.microsoft.com/office/drawing/2014/main" id="{368BF3C5-415C-4C25-1B20-FDBB29C3D3A5}"/>
                </a:ext>
              </a:extLst>
            </p:cNvPr>
            <p:cNvSpPr/>
            <p:nvPr/>
          </p:nvSpPr>
          <p:spPr>
            <a:xfrm>
              <a:off x="4375225" y="2260725"/>
              <a:ext cx="75350" cy="39700"/>
            </a:xfrm>
            <a:custGeom>
              <a:avLst/>
              <a:gdLst/>
              <a:ahLst/>
              <a:cxnLst/>
              <a:rect l="l" t="t" r="r" b="b"/>
              <a:pathLst>
                <a:path w="3014" h="1588" extrusionOk="0">
                  <a:moveTo>
                    <a:pt x="2904" y="0"/>
                  </a:moveTo>
                  <a:cubicBezTo>
                    <a:pt x="2893" y="0"/>
                    <a:pt x="2882" y="2"/>
                    <a:pt x="2870" y="4"/>
                  </a:cubicBezTo>
                  <a:lnTo>
                    <a:pt x="84" y="1409"/>
                  </a:lnTo>
                  <a:cubicBezTo>
                    <a:pt x="1" y="1457"/>
                    <a:pt x="37" y="1588"/>
                    <a:pt x="132" y="1588"/>
                  </a:cubicBezTo>
                  <a:cubicBezTo>
                    <a:pt x="144" y="1588"/>
                    <a:pt x="156" y="1588"/>
                    <a:pt x="168" y="1576"/>
                  </a:cubicBezTo>
                  <a:lnTo>
                    <a:pt x="2954" y="171"/>
                  </a:lnTo>
                  <a:cubicBezTo>
                    <a:pt x="3001" y="147"/>
                    <a:pt x="3013" y="100"/>
                    <a:pt x="2989" y="52"/>
                  </a:cubicBezTo>
                  <a:cubicBezTo>
                    <a:pt x="2971" y="16"/>
                    <a:pt x="2939" y="0"/>
                    <a:pt x="29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612;p112">
              <a:extLst>
                <a:ext uri="{FF2B5EF4-FFF2-40B4-BE49-F238E27FC236}">
                  <a16:creationId xmlns:a16="http://schemas.microsoft.com/office/drawing/2014/main" id="{55EBF686-23E9-6549-4458-1C6C52971282}"/>
                </a:ext>
              </a:extLst>
            </p:cNvPr>
            <p:cNvSpPr/>
            <p:nvPr/>
          </p:nvSpPr>
          <p:spPr>
            <a:xfrm>
              <a:off x="4739275" y="2151350"/>
              <a:ext cx="103900" cy="47000"/>
            </a:xfrm>
            <a:custGeom>
              <a:avLst/>
              <a:gdLst/>
              <a:ahLst/>
              <a:cxnLst/>
              <a:rect l="l" t="t" r="r" b="b"/>
              <a:pathLst>
                <a:path w="4156" h="1880" extrusionOk="0">
                  <a:moveTo>
                    <a:pt x="4056" y="1"/>
                  </a:moveTo>
                  <a:cubicBezTo>
                    <a:pt x="4020" y="1"/>
                    <a:pt x="3986" y="23"/>
                    <a:pt x="3977" y="58"/>
                  </a:cubicBezTo>
                  <a:cubicBezTo>
                    <a:pt x="3394" y="1212"/>
                    <a:pt x="119" y="1689"/>
                    <a:pt x="84" y="1689"/>
                  </a:cubicBezTo>
                  <a:cubicBezTo>
                    <a:pt x="36" y="1701"/>
                    <a:pt x="0" y="1748"/>
                    <a:pt x="12" y="1796"/>
                  </a:cubicBezTo>
                  <a:cubicBezTo>
                    <a:pt x="12" y="1843"/>
                    <a:pt x="48" y="1879"/>
                    <a:pt x="96" y="1879"/>
                  </a:cubicBezTo>
                  <a:lnTo>
                    <a:pt x="107" y="1867"/>
                  </a:lnTo>
                  <a:cubicBezTo>
                    <a:pt x="250" y="1855"/>
                    <a:pt x="3513" y="1379"/>
                    <a:pt x="4132" y="141"/>
                  </a:cubicBezTo>
                  <a:cubicBezTo>
                    <a:pt x="4156" y="93"/>
                    <a:pt x="4144" y="34"/>
                    <a:pt x="4096" y="10"/>
                  </a:cubicBezTo>
                  <a:cubicBezTo>
                    <a:pt x="4083" y="4"/>
                    <a:pt x="4070" y="1"/>
                    <a:pt x="4056" y="1"/>
                  </a:cubicBezTo>
                  <a:close/>
                </a:path>
              </a:pathLst>
            </a:custGeom>
            <a:solidFill>
              <a:srgbClr val="E45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613;p112">
              <a:extLst>
                <a:ext uri="{FF2B5EF4-FFF2-40B4-BE49-F238E27FC236}">
                  <a16:creationId xmlns:a16="http://schemas.microsoft.com/office/drawing/2014/main" id="{E06D6189-85DA-DC99-7D58-15350374802A}"/>
                </a:ext>
              </a:extLst>
            </p:cNvPr>
            <p:cNvSpPr/>
            <p:nvPr/>
          </p:nvSpPr>
          <p:spPr>
            <a:xfrm>
              <a:off x="4723600" y="2219450"/>
              <a:ext cx="96025" cy="32775"/>
            </a:xfrm>
            <a:custGeom>
              <a:avLst/>
              <a:gdLst/>
              <a:ahLst/>
              <a:cxnLst/>
              <a:rect l="l" t="t" r="r" b="b"/>
              <a:pathLst>
                <a:path w="3841" h="1311" extrusionOk="0">
                  <a:moveTo>
                    <a:pt x="3712" y="1"/>
                  </a:moveTo>
                  <a:cubicBezTo>
                    <a:pt x="3692" y="1"/>
                    <a:pt x="3671" y="8"/>
                    <a:pt x="3652" y="24"/>
                  </a:cubicBezTo>
                  <a:cubicBezTo>
                    <a:pt x="2764" y="977"/>
                    <a:pt x="1458" y="1128"/>
                    <a:pt x="714" y="1128"/>
                  </a:cubicBezTo>
                  <a:cubicBezTo>
                    <a:pt x="370" y="1128"/>
                    <a:pt x="147" y="1096"/>
                    <a:pt x="139" y="1096"/>
                  </a:cubicBezTo>
                  <a:cubicBezTo>
                    <a:pt x="135" y="1095"/>
                    <a:pt x="131" y="1095"/>
                    <a:pt x="127" y="1095"/>
                  </a:cubicBezTo>
                  <a:cubicBezTo>
                    <a:pt x="19" y="1095"/>
                    <a:pt x="0" y="1251"/>
                    <a:pt x="115" y="1274"/>
                  </a:cubicBezTo>
                  <a:cubicBezTo>
                    <a:pt x="318" y="1298"/>
                    <a:pt x="532" y="1310"/>
                    <a:pt x="746" y="1310"/>
                  </a:cubicBezTo>
                  <a:cubicBezTo>
                    <a:pt x="1532" y="1310"/>
                    <a:pt x="2854" y="1144"/>
                    <a:pt x="3794" y="143"/>
                  </a:cubicBezTo>
                  <a:cubicBezTo>
                    <a:pt x="3840" y="79"/>
                    <a:pt x="3780" y="1"/>
                    <a:pt x="3712" y="1"/>
                  </a:cubicBezTo>
                  <a:close/>
                </a:path>
              </a:pathLst>
            </a:custGeom>
            <a:solidFill>
              <a:srgbClr val="E45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614;p112">
              <a:extLst>
                <a:ext uri="{FF2B5EF4-FFF2-40B4-BE49-F238E27FC236}">
                  <a16:creationId xmlns:a16="http://schemas.microsoft.com/office/drawing/2014/main" id="{F587AB21-911C-8B3A-954C-B7D155139B08}"/>
                </a:ext>
              </a:extLst>
            </p:cNvPr>
            <p:cNvSpPr/>
            <p:nvPr/>
          </p:nvSpPr>
          <p:spPr>
            <a:xfrm>
              <a:off x="4402625" y="1972925"/>
              <a:ext cx="33650" cy="215000"/>
            </a:xfrm>
            <a:custGeom>
              <a:avLst/>
              <a:gdLst/>
              <a:ahLst/>
              <a:cxnLst/>
              <a:rect l="l" t="t" r="r" b="b"/>
              <a:pathLst>
                <a:path w="1346" h="8600" extrusionOk="0">
                  <a:moveTo>
                    <a:pt x="102" y="1"/>
                  </a:moveTo>
                  <a:cubicBezTo>
                    <a:pt x="96" y="1"/>
                    <a:pt x="90" y="2"/>
                    <a:pt x="84" y="3"/>
                  </a:cubicBezTo>
                  <a:cubicBezTo>
                    <a:pt x="36" y="15"/>
                    <a:pt x="0" y="63"/>
                    <a:pt x="0" y="110"/>
                  </a:cubicBezTo>
                  <a:lnTo>
                    <a:pt x="1167" y="8528"/>
                  </a:lnTo>
                  <a:cubicBezTo>
                    <a:pt x="1167" y="8576"/>
                    <a:pt x="1203" y="8599"/>
                    <a:pt x="1251" y="8599"/>
                  </a:cubicBezTo>
                  <a:lnTo>
                    <a:pt x="1262" y="8599"/>
                  </a:lnTo>
                  <a:cubicBezTo>
                    <a:pt x="1310" y="8599"/>
                    <a:pt x="1346" y="8552"/>
                    <a:pt x="1346" y="8504"/>
                  </a:cubicBezTo>
                  <a:lnTo>
                    <a:pt x="179" y="87"/>
                  </a:lnTo>
                  <a:cubicBezTo>
                    <a:pt x="179" y="35"/>
                    <a:pt x="143" y="1"/>
                    <a:pt x="102" y="1"/>
                  </a:cubicBezTo>
                  <a:close/>
                </a:path>
              </a:pathLst>
            </a:custGeom>
            <a:solidFill>
              <a:srgbClr val="17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615;p112">
              <a:extLst>
                <a:ext uri="{FF2B5EF4-FFF2-40B4-BE49-F238E27FC236}">
                  <a16:creationId xmlns:a16="http://schemas.microsoft.com/office/drawing/2014/main" id="{DDF242AE-A9C1-124F-AA75-3A291133FFE8}"/>
                </a:ext>
              </a:extLst>
            </p:cNvPr>
            <p:cNvSpPr/>
            <p:nvPr/>
          </p:nvSpPr>
          <p:spPr>
            <a:xfrm>
              <a:off x="4576750" y="2350525"/>
              <a:ext cx="217750" cy="183275"/>
            </a:xfrm>
            <a:custGeom>
              <a:avLst/>
              <a:gdLst/>
              <a:ahLst/>
              <a:cxnLst/>
              <a:rect l="l" t="t" r="r" b="b"/>
              <a:pathLst>
                <a:path w="8710" h="7331" extrusionOk="0">
                  <a:moveTo>
                    <a:pt x="8569" y="1"/>
                  </a:moveTo>
                  <a:cubicBezTo>
                    <a:pt x="8551" y="1"/>
                    <a:pt x="8532" y="6"/>
                    <a:pt x="8513" y="20"/>
                  </a:cubicBezTo>
                  <a:lnTo>
                    <a:pt x="48" y="7164"/>
                  </a:lnTo>
                  <a:cubicBezTo>
                    <a:pt x="12" y="7200"/>
                    <a:pt x="1" y="7259"/>
                    <a:pt x="36" y="7295"/>
                  </a:cubicBezTo>
                  <a:cubicBezTo>
                    <a:pt x="60" y="7319"/>
                    <a:pt x="84" y="7330"/>
                    <a:pt x="108" y="7330"/>
                  </a:cubicBezTo>
                  <a:cubicBezTo>
                    <a:pt x="131" y="7330"/>
                    <a:pt x="155" y="7319"/>
                    <a:pt x="167" y="7307"/>
                  </a:cubicBezTo>
                  <a:lnTo>
                    <a:pt x="8633" y="163"/>
                  </a:lnTo>
                  <a:cubicBezTo>
                    <a:pt x="8710" y="105"/>
                    <a:pt x="8646" y="1"/>
                    <a:pt x="8569" y="1"/>
                  </a:cubicBezTo>
                  <a:close/>
                </a:path>
              </a:pathLst>
            </a:custGeom>
            <a:solidFill>
              <a:srgbClr val="17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616;p112">
              <a:extLst>
                <a:ext uri="{FF2B5EF4-FFF2-40B4-BE49-F238E27FC236}">
                  <a16:creationId xmlns:a16="http://schemas.microsoft.com/office/drawing/2014/main" id="{DE1C0CF0-B6DC-DA6A-EEDF-A6002C12F7FE}"/>
                </a:ext>
              </a:extLst>
            </p:cNvPr>
            <p:cNvSpPr/>
            <p:nvPr/>
          </p:nvSpPr>
          <p:spPr>
            <a:xfrm>
              <a:off x="4175500" y="3882325"/>
              <a:ext cx="255425" cy="109225"/>
            </a:xfrm>
            <a:custGeom>
              <a:avLst/>
              <a:gdLst/>
              <a:ahLst/>
              <a:cxnLst/>
              <a:rect l="l" t="t" r="r" b="b"/>
              <a:pathLst>
                <a:path w="10217" h="4369" extrusionOk="0">
                  <a:moveTo>
                    <a:pt x="746" y="1"/>
                  </a:moveTo>
                  <a:cubicBezTo>
                    <a:pt x="537" y="1"/>
                    <a:pt x="367" y="157"/>
                    <a:pt x="334" y="363"/>
                  </a:cubicBezTo>
                  <a:lnTo>
                    <a:pt x="37" y="2732"/>
                  </a:lnTo>
                  <a:cubicBezTo>
                    <a:pt x="1" y="2958"/>
                    <a:pt x="168" y="3173"/>
                    <a:pt x="394" y="3196"/>
                  </a:cubicBezTo>
                  <a:lnTo>
                    <a:pt x="9419" y="4363"/>
                  </a:lnTo>
                  <a:cubicBezTo>
                    <a:pt x="9439" y="4367"/>
                    <a:pt x="9460" y="4368"/>
                    <a:pt x="9480" y="4368"/>
                  </a:cubicBezTo>
                  <a:cubicBezTo>
                    <a:pt x="9680" y="4368"/>
                    <a:pt x="9851" y="4212"/>
                    <a:pt x="9883" y="4006"/>
                  </a:cubicBezTo>
                  <a:lnTo>
                    <a:pt x="10193" y="1637"/>
                  </a:lnTo>
                  <a:cubicBezTo>
                    <a:pt x="10216" y="1399"/>
                    <a:pt x="10062" y="1196"/>
                    <a:pt x="9824" y="1160"/>
                  </a:cubicBezTo>
                  <a:lnTo>
                    <a:pt x="811" y="6"/>
                  </a:lnTo>
                  <a:cubicBezTo>
                    <a:pt x="789" y="2"/>
                    <a:pt x="767" y="1"/>
                    <a:pt x="74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617;p112">
              <a:extLst>
                <a:ext uri="{FF2B5EF4-FFF2-40B4-BE49-F238E27FC236}">
                  <a16:creationId xmlns:a16="http://schemas.microsoft.com/office/drawing/2014/main" id="{16D49DFA-764F-29E1-4EF5-6231B0A1A992}"/>
                </a:ext>
              </a:extLst>
            </p:cNvPr>
            <p:cNvSpPr/>
            <p:nvPr/>
          </p:nvSpPr>
          <p:spPr>
            <a:xfrm>
              <a:off x="4202900" y="3881550"/>
              <a:ext cx="210750" cy="31000"/>
            </a:xfrm>
            <a:custGeom>
              <a:avLst/>
              <a:gdLst/>
              <a:ahLst/>
              <a:cxnLst/>
              <a:rect l="l" t="t" r="r" b="b"/>
              <a:pathLst>
                <a:path w="8430" h="1240" extrusionOk="0">
                  <a:moveTo>
                    <a:pt x="131" y="1"/>
                  </a:moveTo>
                  <a:cubicBezTo>
                    <a:pt x="24" y="1"/>
                    <a:pt x="0" y="156"/>
                    <a:pt x="107" y="179"/>
                  </a:cubicBezTo>
                  <a:lnTo>
                    <a:pt x="8323" y="1239"/>
                  </a:lnTo>
                  <a:lnTo>
                    <a:pt x="8335" y="1239"/>
                  </a:lnTo>
                  <a:cubicBezTo>
                    <a:pt x="8382" y="1239"/>
                    <a:pt x="8418" y="1203"/>
                    <a:pt x="8430" y="1156"/>
                  </a:cubicBezTo>
                  <a:cubicBezTo>
                    <a:pt x="8430" y="1108"/>
                    <a:pt x="8394" y="1061"/>
                    <a:pt x="8347" y="1061"/>
                  </a:cubicBezTo>
                  <a:lnTo>
                    <a:pt x="131" y="1"/>
                  </a:lnTo>
                  <a:close/>
                </a:path>
              </a:pathLst>
            </a:custGeom>
            <a:solidFill>
              <a:srgbClr val="17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618;p112">
              <a:extLst>
                <a:ext uri="{FF2B5EF4-FFF2-40B4-BE49-F238E27FC236}">
                  <a16:creationId xmlns:a16="http://schemas.microsoft.com/office/drawing/2014/main" id="{87F9D861-5BE9-69DE-EB07-A5FFDF56AE7B}"/>
                </a:ext>
              </a:extLst>
            </p:cNvPr>
            <p:cNvSpPr/>
            <p:nvPr/>
          </p:nvSpPr>
          <p:spPr>
            <a:xfrm>
              <a:off x="4975025" y="3866625"/>
              <a:ext cx="258375" cy="141950"/>
            </a:xfrm>
            <a:custGeom>
              <a:avLst/>
              <a:gdLst/>
              <a:ahLst/>
              <a:cxnLst/>
              <a:rect l="l" t="t" r="r" b="b"/>
              <a:pathLst>
                <a:path w="10335" h="5678" extrusionOk="0">
                  <a:moveTo>
                    <a:pt x="9191" y="0"/>
                  </a:moveTo>
                  <a:cubicBezTo>
                    <a:pt x="9155" y="0"/>
                    <a:pt x="9120" y="5"/>
                    <a:pt x="9085" y="14"/>
                  </a:cubicBezTo>
                  <a:lnTo>
                    <a:pt x="345" y="2562"/>
                  </a:lnTo>
                  <a:cubicBezTo>
                    <a:pt x="131" y="2634"/>
                    <a:pt x="0" y="2860"/>
                    <a:pt x="72" y="3086"/>
                  </a:cubicBezTo>
                  <a:lnTo>
                    <a:pt x="738" y="5384"/>
                  </a:lnTo>
                  <a:cubicBezTo>
                    <a:pt x="787" y="5558"/>
                    <a:pt x="953" y="5678"/>
                    <a:pt x="1129" y="5678"/>
                  </a:cubicBezTo>
                  <a:cubicBezTo>
                    <a:pt x="1169" y="5678"/>
                    <a:pt x="1210" y="5671"/>
                    <a:pt x="1250" y="5658"/>
                  </a:cubicBezTo>
                  <a:lnTo>
                    <a:pt x="9989" y="3110"/>
                  </a:lnTo>
                  <a:cubicBezTo>
                    <a:pt x="10204" y="3051"/>
                    <a:pt x="10335" y="2824"/>
                    <a:pt x="10275" y="2598"/>
                  </a:cubicBezTo>
                  <a:lnTo>
                    <a:pt x="9597" y="300"/>
                  </a:lnTo>
                  <a:cubicBezTo>
                    <a:pt x="9547" y="121"/>
                    <a:pt x="9372" y="0"/>
                    <a:pt x="91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619;p112">
              <a:extLst>
                <a:ext uri="{FF2B5EF4-FFF2-40B4-BE49-F238E27FC236}">
                  <a16:creationId xmlns:a16="http://schemas.microsoft.com/office/drawing/2014/main" id="{631771C7-9AE2-3FF4-022E-DF85B2D218FA}"/>
                </a:ext>
              </a:extLst>
            </p:cNvPr>
            <p:cNvSpPr/>
            <p:nvPr/>
          </p:nvSpPr>
          <p:spPr>
            <a:xfrm>
              <a:off x="4990500" y="3867800"/>
              <a:ext cx="204500" cy="62600"/>
            </a:xfrm>
            <a:custGeom>
              <a:avLst/>
              <a:gdLst/>
              <a:ahLst/>
              <a:cxnLst/>
              <a:rect l="l" t="t" r="r" b="b"/>
              <a:pathLst>
                <a:path w="8180" h="2504" extrusionOk="0">
                  <a:moveTo>
                    <a:pt x="8085" y="0"/>
                  </a:moveTo>
                  <a:cubicBezTo>
                    <a:pt x="8077" y="0"/>
                    <a:pt x="8069" y="1"/>
                    <a:pt x="8061" y="3"/>
                  </a:cubicBezTo>
                  <a:lnTo>
                    <a:pt x="107" y="2325"/>
                  </a:lnTo>
                  <a:cubicBezTo>
                    <a:pt x="0" y="2349"/>
                    <a:pt x="24" y="2503"/>
                    <a:pt x="131" y="2503"/>
                  </a:cubicBezTo>
                  <a:lnTo>
                    <a:pt x="155" y="2492"/>
                  </a:lnTo>
                  <a:lnTo>
                    <a:pt x="8108" y="170"/>
                  </a:lnTo>
                  <a:cubicBezTo>
                    <a:pt x="8156" y="158"/>
                    <a:pt x="8180" y="110"/>
                    <a:pt x="8168" y="63"/>
                  </a:cubicBezTo>
                  <a:cubicBezTo>
                    <a:pt x="8158" y="23"/>
                    <a:pt x="8124" y="0"/>
                    <a:pt x="8085" y="0"/>
                  </a:cubicBezTo>
                  <a:close/>
                </a:path>
              </a:pathLst>
            </a:custGeom>
            <a:solidFill>
              <a:srgbClr val="17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620;p112">
              <a:extLst>
                <a:ext uri="{FF2B5EF4-FFF2-40B4-BE49-F238E27FC236}">
                  <a16:creationId xmlns:a16="http://schemas.microsoft.com/office/drawing/2014/main" id="{633A94F6-F6D1-A09B-0103-8A32FB0A3096}"/>
                </a:ext>
              </a:extLst>
            </p:cNvPr>
            <p:cNvSpPr/>
            <p:nvPr/>
          </p:nvSpPr>
          <p:spPr>
            <a:xfrm>
              <a:off x="4826475" y="1940775"/>
              <a:ext cx="55400" cy="44375"/>
            </a:xfrm>
            <a:custGeom>
              <a:avLst/>
              <a:gdLst/>
              <a:ahLst/>
              <a:cxnLst/>
              <a:rect l="l" t="t" r="r" b="b"/>
              <a:pathLst>
                <a:path w="2216" h="1775" extrusionOk="0">
                  <a:moveTo>
                    <a:pt x="1350" y="0"/>
                  </a:moveTo>
                  <a:cubicBezTo>
                    <a:pt x="1117" y="0"/>
                    <a:pt x="860" y="84"/>
                    <a:pt x="632" y="253"/>
                  </a:cubicBezTo>
                  <a:cubicBezTo>
                    <a:pt x="168" y="599"/>
                    <a:pt x="1" y="1158"/>
                    <a:pt x="263" y="1503"/>
                  </a:cubicBezTo>
                  <a:cubicBezTo>
                    <a:pt x="396" y="1685"/>
                    <a:pt x="612" y="1774"/>
                    <a:pt x="854" y="1774"/>
                  </a:cubicBezTo>
                  <a:cubicBezTo>
                    <a:pt x="1087" y="1774"/>
                    <a:pt x="1344" y="1691"/>
                    <a:pt x="1572" y="1527"/>
                  </a:cubicBezTo>
                  <a:cubicBezTo>
                    <a:pt x="2037" y="1182"/>
                    <a:pt x="2215" y="622"/>
                    <a:pt x="1942" y="265"/>
                  </a:cubicBezTo>
                  <a:cubicBezTo>
                    <a:pt x="1808" y="90"/>
                    <a:pt x="1592" y="0"/>
                    <a:pt x="13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621;p112">
              <a:extLst>
                <a:ext uri="{FF2B5EF4-FFF2-40B4-BE49-F238E27FC236}">
                  <a16:creationId xmlns:a16="http://schemas.microsoft.com/office/drawing/2014/main" id="{84F6CD68-FB29-7A1A-56B3-8A18B48BDE82}"/>
                </a:ext>
              </a:extLst>
            </p:cNvPr>
            <p:cNvSpPr/>
            <p:nvPr/>
          </p:nvSpPr>
          <p:spPr>
            <a:xfrm>
              <a:off x="4839875" y="1951525"/>
              <a:ext cx="28300" cy="22825"/>
            </a:xfrm>
            <a:custGeom>
              <a:avLst/>
              <a:gdLst/>
              <a:ahLst/>
              <a:cxnLst/>
              <a:rect l="l" t="t" r="r" b="b"/>
              <a:pathLst>
                <a:path w="1132" h="913" extrusionOk="0">
                  <a:moveTo>
                    <a:pt x="697" y="0"/>
                  </a:moveTo>
                  <a:cubicBezTo>
                    <a:pt x="577" y="0"/>
                    <a:pt x="445" y="45"/>
                    <a:pt x="334" y="133"/>
                  </a:cubicBezTo>
                  <a:cubicBezTo>
                    <a:pt x="84" y="311"/>
                    <a:pt x="1" y="609"/>
                    <a:pt x="144" y="788"/>
                  </a:cubicBezTo>
                  <a:cubicBezTo>
                    <a:pt x="209" y="871"/>
                    <a:pt x="316" y="913"/>
                    <a:pt x="437" y="913"/>
                  </a:cubicBezTo>
                  <a:cubicBezTo>
                    <a:pt x="557" y="913"/>
                    <a:pt x="691" y="871"/>
                    <a:pt x="810" y="788"/>
                  </a:cubicBezTo>
                  <a:cubicBezTo>
                    <a:pt x="1048" y="609"/>
                    <a:pt x="1132" y="323"/>
                    <a:pt x="1001" y="145"/>
                  </a:cubicBezTo>
                  <a:cubicBezTo>
                    <a:pt x="934" y="48"/>
                    <a:pt x="822" y="0"/>
                    <a:pt x="6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622;p112">
              <a:extLst>
                <a:ext uri="{FF2B5EF4-FFF2-40B4-BE49-F238E27FC236}">
                  <a16:creationId xmlns:a16="http://schemas.microsoft.com/office/drawing/2014/main" id="{D797D97F-285D-9F72-F03B-57D911945F37}"/>
                </a:ext>
              </a:extLst>
            </p:cNvPr>
            <p:cNvSpPr/>
            <p:nvPr/>
          </p:nvSpPr>
          <p:spPr>
            <a:xfrm>
              <a:off x="4627650" y="2766075"/>
              <a:ext cx="60375" cy="260650"/>
            </a:xfrm>
            <a:custGeom>
              <a:avLst/>
              <a:gdLst/>
              <a:ahLst/>
              <a:cxnLst/>
              <a:rect l="l" t="t" r="r" b="b"/>
              <a:pathLst>
                <a:path w="2415" h="10426" extrusionOk="0">
                  <a:moveTo>
                    <a:pt x="2304" y="0"/>
                  </a:moveTo>
                  <a:cubicBezTo>
                    <a:pt x="2264" y="0"/>
                    <a:pt x="2225" y="24"/>
                    <a:pt x="2215" y="79"/>
                  </a:cubicBezTo>
                  <a:lnTo>
                    <a:pt x="12" y="10318"/>
                  </a:lnTo>
                  <a:cubicBezTo>
                    <a:pt x="0" y="10366"/>
                    <a:pt x="24" y="10413"/>
                    <a:pt x="84" y="10425"/>
                  </a:cubicBezTo>
                  <a:lnTo>
                    <a:pt x="96" y="10425"/>
                  </a:lnTo>
                  <a:cubicBezTo>
                    <a:pt x="143" y="10425"/>
                    <a:pt x="179" y="10389"/>
                    <a:pt x="191" y="10354"/>
                  </a:cubicBezTo>
                  <a:lnTo>
                    <a:pt x="2394" y="114"/>
                  </a:lnTo>
                  <a:cubicBezTo>
                    <a:pt x="2414" y="45"/>
                    <a:pt x="2359" y="0"/>
                    <a:pt x="23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7" name="Google Shape;2968;p109">
            <a:extLst>
              <a:ext uri="{FF2B5EF4-FFF2-40B4-BE49-F238E27FC236}">
                <a16:creationId xmlns:a16="http://schemas.microsoft.com/office/drawing/2014/main" id="{8F9E40BA-6789-C6E2-7696-1307F63A62C9}"/>
              </a:ext>
            </a:extLst>
          </p:cNvPr>
          <p:cNvGrpSpPr/>
          <p:nvPr/>
        </p:nvGrpSpPr>
        <p:grpSpPr>
          <a:xfrm>
            <a:off x="5936456" y="1457418"/>
            <a:ext cx="493678" cy="663999"/>
            <a:chOff x="3382213" y="132789"/>
            <a:chExt cx="439588" cy="571947"/>
          </a:xfrm>
        </p:grpSpPr>
        <p:sp>
          <p:nvSpPr>
            <p:cNvPr id="448" name="Google Shape;2969;p109">
              <a:extLst>
                <a:ext uri="{FF2B5EF4-FFF2-40B4-BE49-F238E27FC236}">
                  <a16:creationId xmlns:a16="http://schemas.microsoft.com/office/drawing/2014/main" id="{C3CCC4C4-01EE-F9E5-8D72-665EC0472D0E}"/>
                </a:ext>
              </a:extLst>
            </p:cNvPr>
            <p:cNvSpPr/>
            <p:nvPr/>
          </p:nvSpPr>
          <p:spPr>
            <a:xfrm>
              <a:off x="3524009" y="595386"/>
              <a:ext cx="155996" cy="109351"/>
            </a:xfrm>
            <a:custGeom>
              <a:avLst/>
              <a:gdLst/>
              <a:ahLst/>
              <a:cxnLst/>
              <a:rect l="l" t="t" r="r" b="b"/>
              <a:pathLst>
                <a:path w="7207" h="5052" extrusionOk="0">
                  <a:moveTo>
                    <a:pt x="1052" y="1"/>
                  </a:moveTo>
                  <a:lnTo>
                    <a:pt x="1052" y="3563"/>
                  </a:lnTo>
                  <a:lnTo>
                    <a:pt x="82" y="4797"/>
                  </a:lnTo>
                  <a:cubicBezTo>
                    <a:pt x="1" y="4900"/>
                    <a:pt x="74" y="5050"/>
                    <a:pt x="206" y="5051"/>
                  </a:cubicBezTo>
                  <a:lnTo>
                    <a:pt x="7002" y="5051"/>
                  </a:lnTo>
                  <a:cubicBezTo>
                    <a:pt x="7134" y="5051"/>
                    <a:pt x="7207" y="4900"/>
                    <a:pt x="7126" y="4797"/>
                  </a:cubicBezTo>
                  <a:lnTo>
                    <a:pt x="6156" y="3562"/>
                  </a:lnTo>
                  <a:lnTo>
                    <a:pt x="615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2970;p109">
              <a:extLst>
                <a:ext uri="{FF2B5EF4-FFF2-40B4-BE49-F238E27FC236}">
                  <a16:creationId xmlns:a16="http://schemas.microsoft.com/office/drawing/2014/main" id="{0238DC0A-A648-A780-B4AC-AAB1F50D6F88}"/>
                </a:ext>
              </a:extLst>
            </p:cNvPr>
            <p:cNvSpPr/>
            <p:nvPr/>
          </p:nvSpPr>
          <p:spPr>
            <a:xfrm>
              <a:off x="3524009" y="595386"/>
              <a:ext cx="133247" cy="109351"/>
            </a:xfrm>
            <a:custGeom>
              <a:avLst/>
              <a:gdLst/>
              <a:ahLst/>
              <a:cxnLst/>
              <a:rect l="l" t="t" r="r" b="b"/>
              <a:pathLst>
                <a:path w="6156" h="5052" extrusionOk="0">
                  <a:moveTo>
                    <a:pt x="1052" y="1"/>
                  </a:moveTo>
                  <a:lnTo>
                    <a:pt x="1052" y="3562"/>
                  </a:lnTo>
                  <a:lnTo>
                    <a:pt x="82" y="4797"/>
                  </a:lnTo>
                  <a:cubicBezTo>
                    <a:pt x="1" y="4900"/>
                    <a:pt x="74" y="5050"/>
                    <a:pt x="204" y="5051"/>
                  </a:cubicBezTo>
                  <a:lnTo>
                    <a:pt x="1569" y="5051"/>
                  </a:lnTo>
                  <a:cubicBezTo>
                    <a:pt x="1438" y="5051"/>
                    <a:pt x="1365" y="4900"/>
                    <a:pt x="1446" y="4797"/>
                  </a:cubicBezTo>
                  <a:lnTo>
                    <a:pt x="2416" y="3562"/>
                  </a:lnTo>
                  <a:lnTo>
                    <a:pt x="2416" y="2231"/>
                  </a:lnTo>
                  <a:cubicBezTo>
                    <a:pt x="2416" y="1717"/>
                    <a:pt x="2811" y="1287"/>
                    <a:pt x="3324" y="1245"/>
                  </a:cubicBezTo>
                  <a:lnTo>
                    <a:pt x="6156" y="1012"/>
                  </a:lnTo>
                  <a:lnTo>
                    <a:pt x="615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2971;p109">
              <a:extLst>
                <a:ext uri="{FF2B5EF4-FFF2-40B4-BE49-F238E27FC236}">
                  <a16:creationId xmlns:a16="http://schemas.microsoft.com/office/drawing/2014/main" id="{F448C6F0-AF47-BB2E-2FD2-CF6E86419D45}"/>
                </a:ext>
              </a:extLst>
            </p:cNvPr>
            <p:cNvSpPr/>
            <p:nvPr/>
          </p:nvSpPr>
          <p:spPr>
            <a:xfrm>
              <a:off x="3382213" y="314607"/>
              <a:ext cx="439588" cy="262164"/>
            </a:xfrm>
            <a:custGeom>
              <a:avLst/>
              <a:gdLst/>
              <a:ahLst/>
              <a:cxnLst/>
              <a:rect l="l" t="t" r="r" b="b"/>
              <a:pathLst>
                <a:path w="20309" h="12112" extrusionOk="0">
                  <a:moveTo>
                    <a:pt x="641" y="1"/>
                  </a:moveTo>
                  <a:cubicBezTo>
                    <a:pt x="287" y="1"/>
                    <a:pt x="1" y="288"/>
                    <a:pt x="1" y="640"/>
                  </a:cubicBezTo>
                  <a:lnTo>
                    <a:pt x="1" y="12111"/>
                  </a:lnTo>
                  <a:lnTo>
                    <a:pt x="20309" y="12111"/>
                  </a:lnTo>
                  <a:lnTo>
                    <a:pt x="20309" y="640"/>
                  </a:lnTo>
                  <a:cubicBezTo>
                    <a:pt x="20309" y="288"/>
                    <a:pt x="20023" y="1"/>
                    <a:pt x="196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2972;p109">
              <a:extLst>
                <a:ext uri="{FF2B5EF4-FFF2-40B4-BE49-F238E27FC236}">
                  <a16:creationId xmlns:a16="http://schemas.microsoft.com/office/drawing/2014/main" id="{33C01607-21BD-24BF-0B11-81A68BAE296C}"/>
                </a:ext>
              </a:extLst>
            </p:cNvPr>
            <p:cNvSpPr/>
            <p:nvPr/>
          </p:nvSpPr>
          <p:spPr>
            <a:xfrm>
              <a:off x="3382213" y="314607"/>
              <a:ext cx="72554" cy="262164"/>
            </a:xfrm>
            <a:custGeom>
              <a:avLst/>
              <a:gdLst/>
              <a:ahLst/>
              <a:cxnLst/>
              <a:rect l="l" t="t" r="r" b="b"/>
              <a:pathLst>
                <a:path w="3352" h="12112" extrusionOk="0">
                  <a:moveTo>
                    <a:pt x="641" y="1"/>
                  </a:moveTo>
                  <a:cubicBezTo>
                    <a:pt x="287" y="1"/>
                    <a:pt x="1" y="288"/>
                    <a:pt x="1" y="640"/>
                  </a:cubicBezTo>
                  <a:lnTo>
                    <a:pt x="1" y="12111"/>
                  </a:lnTo>
                  <a:lnTo>
                    <a:pt x="2712" y="12111"/>
                  </a:lnTo>
                  <a:lnTo>
                    <a:pt x="2712" y="640"/>
                  </a:lnTo>
                  <a:cubicBezTo>
                    <a:pt x="2712" y="288"/>
                    <a:pt x="2999" y="1"/>
                    <a:pt x="33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2973;p109">
              <a:extLst>
                <a:ext uri="{FF2B5EF4-FFF2-40B4-BE49-F238E27FC236}">
                  <a16:creationId xmlns:a16="http://schemas.microsoft.com/office/drawing/2014/main" id="{D5F6D47B-A45B-9849-DF54-D2B87DC127D9}"/>
                </a:ext>
              </a:extLst>
            </p:cNvPr>
            <p:cNvSpPr/>
            <p:nvPr/>
          </p:nvSpPr>
          <p:spPr>
            <a:xfrm>
              <a:off x="3411001" y="343374"/>
              <a:ext cx="382034" cy="187597"/>
            </a:xfrm>
            <a:custGeom>
              <a:avLst/>
              <a:gdLst/>
              <a:ahLst/>
              <a:cxnLst/>
              <a:rect l="l" t="t" r="r" b="b"/>
              <a:pathLst>
                <a:path w="17650" h="8667" extrusionOk="0">
                  <a:moveTo>
                    <a:pt x="216" y="1"/>
                  </a:moveTo>
                  <a:cubicBezTo>
                    <a:pt x="97" y="1"/>
                    <a:pt x="0" y="97"/>
                    <a:pt x="0" y="218"/>
                  </a:cubicBezTo>
                  <a:lnTo>
                    <a:pt x="0" y="8450"/>
                  </a:lnTo>
                  <a:cubicBezTo>
                    <a:pt x="0" y="8570"/>
                    <a:pt x="97" y="8667"/>
                    <a:pt x="216" y="8667"/>
                  </a:cubicBezTo>
                  <a:lnTo>
                    <a:pt x="17434" y="8667"/>
                  </a:lnTo>
                  <a:cubicBezTo>
                    <a:pt x="17553" y="8667"/>
                    <a:pt x="17650" y="8570"/>
                    <a:pt x="17650" y="8450"/>
                  </a:cubicBezTo>
                  <a:lnTo>
                    <a:pt x="17650" y="218"/>
                  </a:lnTo>
                  <a:cubicBezTo>
                    <a:pt x="17650" y="97"/>
                    <a:pt x="17553" y="1"/>
                    <a:pt x="174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2974;p109">
              <a:extLst>
                <a:ext uri="{FF2B5EF4-FFF2-40B4-BE49-F238E27FC236}">
                  <a16:creationId xmlns:a16="http://schemas.microsoft.com/office/drawing/2014/main" id="{CFF99261-24E2-E674-0FE4-8E60E123A2FF}"/>
                </a:ext>
              </a:extLst>
            </p:cNvPr>
            <p:cNvSpPr/>
            <p:nvPr/>
          </p:nvSpPr>
          <p:spPr>
            <a:xfrm>
              <a:off x="3411001" y="343374"/>
              <a:ext cx="382034" cy="187597"/>
            </a:xfrm>
            <a:custGeom>
              <a:avLst/>
              <a:gdLst/>
              <a:ahLst/>
              <a:cxnLst/>
              <a:rect l="l" t="t" r="r" b="b"/>
              <a:pathLst>
                <a:path w="17650" h="8667" extrusionOk="0">
                  <a:moveTo>
                    <a:pt x="216" y="1"/>
                  </a:moveTo>
                  <a:cubicBezTo>
                    <a:pt x="97" y="1"/>
                    <a:pt x="0" y="97"/>
                    <a:pt x="0" y="218"/>
                  </a:cubicBezTo>
                  <a:lnTo>
                    <a:pt x="0" y="8450"/>
                  </a:lnTo>
                  <a:cubicBezTo>
                    <a:pt x="0" y="8570"/>
                    <a:pt x="97" y="8667"/>
                    <a:pt x="216" y="8667"/>
                  </a:cubicBezTo>
                  <a:lnTo>
                    <a:pt x="17434" y="8667"/>
                  </a:lnTo>
                  <a:cubicBezTo>
                    <a:pt x="17553" y="8667"/>
                    <a:pt x="17650" y="8570"/>
                    <a:pt x="17650" y="8450"/>
                  </a:cubicBezTo>
                  <a:lnTo>
                    <a:pt x="17650" y="7310"/>
                  </a:lnTo>
                  <a:lnTo>
                    <a:pt x="4517" y="7310"/>
                  </a:lnTo>
                  <a:cubicBezTo>
                    <a:pt x="2963" y="7310"/>
                    <a:pt x="1704" y="6051"/>
                    <a:pt x="1704" y="4499"/>
                  </a:cubicBezTo>
                  <a:lnTo>
                    <a:pt x="17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2975;p109">
              <a:extLst>
                <a:ext uri="{FF2B5EF4-FFF2-40B4-BE49-F238E27FC236}">
                  <a16:creationId xmlns:a16="http://schemas.microsoft.com/office/drawing/2014/main" id="{14680CCD-C4FC-156C-8673-BEE299E4C2A8}"/>
                </a:ext>
              </a:extLst>
            </p:cNvPr>
            <p:cNvSpPr/>
            <p:nvPr/>
          </p:nvSpPr>
          <p:spPr>
            <a:xfrm>
              <a:off x="3382213" y="560624"/>
              <a:ext cx="439588" cy="48593"/>
            </a:xfrm>
            <a:custGeom>
              <a:avLst/>
              <a:gdLst/>
              <a:ahLst/>
              <a:cxnLst/>
              <a:rect l="l" t="t" r="r" b="b"/>
              <a:pathLst>
                <a:path w="20309" h="2245" extrusionOk="0">
                  <a:moveTo>
                    <a:pt x="1" y="1"/>
                  </a:moveTo>
                  <a:lnTo>
                    <a:pt x="1" y="1606"/>
                  </a:lnTo>
                  <a:cubicBezTo>
                    <a:pt x="1" y="1958"/>
                    <a:pt x="287" y="2244"/>
                    <a:pt x="641" y="2244"/>
                  </a:cubicBezTo>
                  <a:lnTo>
                    <a:pt x="19669" y="2244"/>
                  </a:lnTo>
                  <a:cubicBezTo>
                    <a:pt x="20023" y="2244"/>
                    <a:pt x="20309" y="1958"/>
                    <a:pt x="20309" y="1606"/>
                  </a:cubicBezTo>
                  <a:lnTo>
                    <a:pt x="2030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2976;p109">
              <a:extLst>
                <a:ext uri="{FF2B5EF4-FFF2-40B4-BE49-F238E27FC236}">
                  <a16:creationId xmlns:a16="http://schemas.microsoft.com/office/drawing/2014/main" id="{04C2E512-63D8-CC09-BFEB-9CE69E9DCC32}"/>
                </a:ext>
              </a:extLst>
            </p:cNvPr>
            <p:cNvSpPr/>
            <p:nvPr/>
          </p:nvSpPr>
          <p:spPr>
            <a:xfrm>
              <a:off x="3382213" y="560624"/>
              <a:ext cx="72554" cy="48593"/>
            </a:xfrm>
            <a:custGeom>
              <a:avLst/>
              <a:gdLst/>
              <a:ahLst/>
              <a:cxnLst/>
              <a:rect l="l" t="t" r="r" b="b"/>
              <a:pathLst>
                <a:path w="3352" h="2245" extrusionOk="0">
                  <a:moveTo>
                    <a:pt x="1" y="1"/>
                  </a:moveTo>
                  <a:lnTo>
                    <a:pt x="1" y="1606"/>
                  </a:lnTo>
                  <a:cubicBezTo>
                    <a:pt x="1" y="1958"/>
                    <a:pt x="287" y="2244"/>
                    <a:pt x="641" y="2244"/>
                  </a:cubicBezTo>
                  <a:lnTo>
                    <a:pt x="3351" y="2244"/>
                  </a:lnTo>
                  <a:cubicBezTo>
                    <a:pt x="2999" y="2244"/>
                    <a:pt x="2713" y="1958"/>
                    <a:pt x="2712" y="1606"/>
                  </a:cubicBezTo>
                  <a:lnTo>
                    <a:pt x="271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2977;p109">
              <a:extLst>
                <a:ext uri="{FF2B5EF4-FFF2-40B4-BE49-F238E27FC236}">
                  <a16:creationId xmlns:a16="http://schemas.microsoft.com/office/drawing/2014/main" id="{705796E4-6B33-D702-A5B8-AAEDBE532508}"/>
                </a:ext>
              </a:extLst>
            </p:cNvPr>
            <p:cNvSpPr/>
            <p:nvPr/>
          </p:nvSpPr>
          <p:spPr>
            <a:xfrm>
              <a:off x="3688252" y="132833"/>
              <a:ext cx="93290" cy="89740"/>
            </a:xfrm>
            <a:custGeom>
              <a:avLst/>
              <a:gdLst/>
              <a:ahLst/>
              <a:cxnLst/>
              <a:rect l="l" t="t" r="r" b="b"/>
              <a:pathLst>
                <a:path w="4310" h="4146" extrusionOk="0">
                  <a:moveTo>
                    <a:pt x="2236" y="0"/>
                  </a:moveTo>
                  <a:cubicBezTo>
                    <a:pt x="1397" y="0"/>
                    <a:pt x="641" y="505"/>
                    <a:pt x="321" y="1280"/>
                  </a:cubicBezTo>
                  <a:cubicBezTo>
                    <a:pt x="0" y="2054"/>
                    <a:pt x="178" y="2946"/>
                    <a:pt x="771" y="3539"/>
                  </a:cubicBezTo>
                  <a:cubicBezTo>
                    <a:pt x="1167" y="3935"/>
                    <a:pt x="1697" y="4146"/>
                    <a:pt x="2237" y="4146"/>
                  </a:cubicBezTo>
                  <a:cubicBezTo>
                    <a:pt x="2504" y="4146"/>
                    <a:pt x="2773" y="4094"/>
                    <a:pt x="3030" y="3988"/>
                  </a:cubicBezTo>
                  <a:cubicBezTo>
                    <a:pt x="3804" y="3667"/>
                    <a:pt x="4309" y="2911"/>
                    <a:pt x="4309" y="2072"/>
                  </a:cubicBezTo>
                  <a:cubicBezTo>
                    <a:pt x="4309" y="927"/>
                    <a:pt x="3381" y="0"/>
                    <a:pt x="22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2978;p109">
              <a:extLst>
                <a:ext uri="{FF2B5EF4-FFF2-40B4-BE49-F238E27FC236}">
                  <a16:creationId xmlns:a16="http://schemas.microsoft.com/office/drawing/2014/main" id="{EF2721ED-FC17-77D6-82C5-67DB7D389405}"/>
                </a:ext>
              </a:extLst>
            </p:cNvPr>
            <p:cNvSpPr/>
            <p:nvPr/>
          </p:nvSpPr>
          <p:spPr>
            <a:xfrm>
              <a:off x="3689269" y="132789"/>
              <a:ext cx="56970" cy="89783"/>
            </a:xfrm>
            <a:custGeom>
              <a:avLst/>
              <a:gdLst/>
              <a:ahLst/>
              <a:cxnLst/>
              <a:rect l="l" t="t" r="r" b="b"/>
              <a:pathLst>
                <a:path w="2632" h="4148" extrusionOk="0">
                  <a:moveTo>
                    <a:pt x="2189" y="1"/>
                  </a:moveTo>
                  <a:cubicBezTo>
                    <a:pt x="957" y="3"/>
                    <a:pt x="0" y="1073"/>
                    <a:pt x="132" y="2296"/>
                  </a:cubicBezTo>
                  <a:cubicBezTo>
                    <a:pt x="248" y="3370"/>
                    <a:pt x="1157" y="4147"/>
                    <a:pt x="2189" y="4147"/>
                  </a:cubicBezTo>
                  <a:cubicBezTo>
                    <a:pt x="2335" y="4147"/>
                    <a:pt x="2483" y="4132"/>
                    <a:pt x="2631" y="4100"/>
                  </a:cubicBezTo>
                  <a:cubicBezTo>
                    <a:pt x="1679" y="3892"/>
                    <a:pt x="1002" y="3048"/>
                    <a:pt x="1002" y="2074"/>
                  </a:cubicBezTo>
                  <a:cubicBezTo>
                    <a:pt x="1002" y="1100"/>
                    <a:pt x="1679" y="257"/>
                    <a:pt x="2631" y="49"/>
                  </a:cubicBezTo>
                  <a:cubicBezTo>
                    <a:pt x="2486" y="18"/>
                    <a:pt x="2337" y="1"/>
                    <a:pt x="2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2979;p109">
              <a:extLst>
                <a:ext uri="{FF2B5EF4-FFF2-40B4-BE49-F238E27FC236}">
                  <a16:creationId xmlns:a16="http://schemas.microsoft.com/office/drawing/2014/main" id="{95B19D8A-04FC-C2E2-50E8-621F0CF593D3}"/>
                </a:ext>
              </a:extLst>
            </p:cNvPr>
            <p:cNvSpPr/>
            <p:nvPr/>
          </p:nvSpPr>
          <p:spPr>
            <a:xfrm>
              <a:off x="3646412" y="478590"/>
              <a:ext cx="27532" cy="26472"/>
            </a:xfrm>
            <a:custGeom>
              <a:avLst/>
              <a:gdLst/>
              <a:ahLst/>
              <a:cxnLst/>
              <a:rect l="l" t="t" r="r" b="b"/>
              <a:pathLst>
                <a:path w="1272" h="1223" extrusionOk="0">
                  <a:moveTo>
                    <a:pt x="660" y="0"/>
                  </a:moveTo>
                  <a:cubicBezTo>
                    <a:pt x="412" y="0"/>
                    <a:pt x="190" y="149"/>
                    <a:pt x="95" y="378"/>
                  </a:cubicBezTo>
                  <a:cubicBezTo>
                    <a:pt x="1" y="606"/>
                    <a:pt x="53" y="869"/>
                    <a:pt x="228" y="1044"/>
                  </a:cubicBezTo>
                  <a:cubicBezTo>
                    <a:pt x="345" y="1161"/>
                    <a:pt x="502" y="1223"/>
                    <a:pt x="661" y="1223"/>
                  </a:cubicBezTo>
                  <a:cubicBezTo>
                    <a:pt x="739" y="1223"/>
                    <a:pt x="818" y="1208"/>
                    <a:pt x="894" y="1177"/>
                  </a:cubicBezTo>
                  <a:cubicBezTo>
                    <a:pt x="1122" y="1083"/>
                    <a:pt x="1271" y="860"/>
                    <a:pt x="1271" y="611"/>
                  </a:cubicBezTo>
                  <a:cubicBezTo>
                    <a:pt x="1271" y="275"/>
                    <a:pt x="997" y="0"/>
                    <a:pt x="6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2980;p109">
              <a:extLst>
                <a:ext uri="{FF2B5EF4-FFF2-40B4-BE49-F238E27FC236}">
                  <a16:creationId xmlns:a16="http://schemas.microsoft.com/office/drawing/2014/main" id="{B79B2F95-208E-74A2-5E08-DE6D8129A978}"/>
                </a:ext>
              </a:extLst>
            </p:cNvPr>
            <p:cNvSpPr/>
            <p:nvPr/>
          </p:nvSpPr>
          <p:spPr>
            <a:xfrm>
              <a:off x="3588880" y="478590"/>
              <a:ext cx="27511" cy="26472"/>
            </a:xfrm>
            <a:custGeom>
              <a:avLst/>
              <a:gdLst/>
              <a:ahLst/>
              <a:cxnLst/>
              <a:rect l="l" t="t" r="r" b="b"/>
              <a:pathLst>
                <a:path w="1271" h="1223" extrusionOk="0">
                  <a:moveTo>
                    <a:pt x="660" y="0"/>
                  </a:moveTo>
                  <a:cubicBezTo>
                    <a:pt x="413" y="0"/>
                    <a:pt x="190" y="149"/>
                    <a:pt x="94" y="378"/>
                  </a:cubicBezTo>
                  <a:cubicBezTo>
                    <a:pt x="0" y="606"/>
                    <a:pt x="53" y="869"/>
                    <a:pt x="228" y="1044"/>
                  </a:cubicBezTo>
                  <a:cubicBezTo>
                    <a:pt x="345" y="1161"/>
                    <a:pt x="501" y="1223"/>
                    <a:pt x="660" y="1223"/>
                  </a:cubicBezTo>
                  <a:cubicBezTo>
                    <a:pt x="739" y="1223"/>
                    <a:pt x="818" y="1208"/>
                    <a:pt x="893" y="1177"/>
                  </a:cubicBezTo>
                  <a:cubicBezTo>
                    <a:pt x="1122" y="1083"/>
                    <a:pt x="1271" y="860"/>
                    <a:pt x="1271" y="611"/>
                  </a:cubicBezTo>
                  <a:cubicBezTo>
                    <a:pt x="1271" y="275"/>
                    <a:pt x="998" y="0"/>
                    <a:pt x="6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2981;p109">
              <a:extLst>
                <a:ext uri="{FF2B5EF4-FFF2-40B4-BE49-F238E27FC236}">
                  <a16:creationId xmlns:a16="http://schemas.microsoft.com/office/drawing/2014/main" id="{658297E1-6EC6-FEB2-0FF6-C68EDD21E28D}"/>
                </a:ext>
              </a:extLst>
            </p:cNvPr>
            <p:cNvSpPr/>
            <p:nvPr/>
          </p:nvSpPr>
          <p:spPr>
            <a:xfrm>
              <a:off x="3531325" y="478590"/>
              <a:ext cx="27554" cy="26472"/>
            </a:xfrm>
            <a:custGeom>
              <a:avLst/>
              <a:gdLst/>
              <a:ahLst/>
              <a:cxnLst/>
              <a:rect l="l" t="t" r="r" b="b"/>
              <a:pathLst>
                <a:path w="1273" h="1223" extrusionOk="0">
                  <a:moveTo>
                    <a:pt x="660" y="0"/>
                  </a:moveTo>
                  <a:cubicBezTo>
                    <a:pt x="413" y="0"/>
                    <a:pt x="190" y="149"/>
                    <a:pt x="96" y="378"/>
                  </a:cubicBezTo>
                  <a:cubicBezTo>
                    <a:pt x="1" y="606"/>
                    <a:pt x="53" y="870"/>
                    <a:pt x="228" y="1044"/>
                  </a:cubicBezTo>
                  <a:cubicBezTo>
                    <a:pt x="345" y="1161"/>
                    <a:pt x="502" y="1223"/>
                    <a:pt x="662" y="1223"/>
                  </a:cubicBezTo>
                  <a:cubicBezTo>
                    <a:pt x="741" y="1223"/>
                    <a:pt x="820" y="1208"/>
                    <a:pt x="895" y="1177"/>
                  </a:cubicBezTo>
                  <a:cubicBezTo>
                    <a:pt x="1124" y="1083"/>
                    <a:pt x="1273" y="860"/>
                    <a:pt x="1273" y="611"/>
                  </a:cubicBezTo>
                  <a:cubicBezTo>
                    <a:pt x="1273" y="275"/>
                    <a:pt x="998" y="0"/>
                    <a:pt x="6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2982;p109">
              <a:extLst>
                <a:ext uri="{FF2B5EF4-FFF2-40B4-BE49-F238E27FC236}">
                  <a16:creationId xmlns:a16="http://schemas.microsoft.com/office/drawing/2014/main" id="{9AF7B560-D76B-7065-4B92-A27CF2969884}"/>
                </a:ext>
              </a:extLst>
            </p:cNvPr>
            <p:cNvSpPr/>
            <p:nvPr/>
          </p:nvSpPr>
          <p:spPr>
            <a:xfrm>
              <a:off x="3728014" y="238092"/>
              <a:ext cx="17251" cy="23030"/>
            </a:xfrm>
            <a:custGeom>
              <a:avLst/>
              <a:gdLst/>
              <a:ahLst/>
              <a:cxnLst/>
              <a:rect l="l" t="t" r="r" b="b"/>
              <a:pathLst>
                <a:path w="797" h="1064" extrusionOk="0">
                  <a:moveTo>
                    <a:pt x="399" y="1"/>
                  </a:moveTo>
                  <a:cubicBezTo>
                    <a:pt x="178" y="1"/>
                    <a:pt x="0" y="179"/>
                    <a:pt x="0" y="399"/>
                  </a:cubicBezTo>
                  <a:lnTo>
                    <a:pt x="0" y="666"/>
                  </a:lnTo>
                  <a:cubicBezTo>
                    <a:pt x="0" y="885"/>
                    <a:pt x="178" y="1064"/>
                    <a:pt x="399" y="1064"/>
                  </a:cubicBezTo>
                  <a:cubicBezTo>
                    <a:pt x="619" y="1064"/>
                    <a:pt x="797" y="885"/>
                    <a:pt x="797" y="666"/>
                  </a:cubicBezTo>
                  <a:lnTo>
                    <a:pt x="797" y="399"/>
                  </a:lnTo>
                  <a:cubicBezTo>
                    <a:pt x="797" y="179"/>
                    <a:pt x="619" y="1"/>
                    <a:pt x="3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2983;p109">
              <a:extLst>
                <a:ext uri="{FF2B5EF4-FFF2-40B4-BE49-F238E27FC236}">
                  <a16:creationId xmlns:a16="http://schemas.microsoft.com/office/drawing/2014/main" id="{9044BDCD-6E56-1574-F22E-0EA2C3B578A7}"/>
                </a:ext>
              </a:extLst>
            </p:cNvPr>
            <p:cNvSpPr/>
            <p:nvPr/>
          </p:nvSpPr>
          <p:spPr>
            <a:xfrm>
              <a:off x="3716563" y="151209"/>
              <a:ext cx="29978" cy="54134"/>
            </a:xfrm>
            <a:custGeom>
              <a:avLst/>
              <a:gdLst/>
              <a:ahLst/>
              <a:cxnLst/>
              <a:rect l="l" t="t" r="r" b="b"/>
              <a:pathLst>
                <a:path w="1385" h="2501" extrusionOk="0">
                  <a:moveTo>
                    <a:pt x="986" y="0"/>
                  </a:moveTo>
                  <a:cubicBezTo>
                    <a:pt x="932" y="0"/>
                    <a:pt x="877" y="11"/>
                    <a:pt x="823" y="35"/>
                  </a:cubicBezTo>
                  <a:lnTo>
                    <a:pt x="287" y="275"/>
                  </a:lnTo>
                  <a:cubicBezTo>
                    <a:pt x="91" y="363"/>
                    <a:pt x="1" y="590"/>
                    <a:pt x="82" y="789"/>
                  </a:cubicBezTo>
                  <a:cubicBezTo>
                    <a:pt x="143" y="944"/>
                    <a:pt x="292" y="1037"/>
                    <a:pt x="450" y="1037"/>
                  </a:cubicBezTo>
                  <a:cubicBezTo>
                    <a:pt x="496" y="1037"/>
                    <a:pt x="542" y="1029"/>
                    <a:pt x="587" y="1013"/>
                  </a:cubicBezTo>
                  <a:lnTo>
                    <a:pt x="587" y="2101"/>
                  </a:lnTo>
                  <a:cubicBezTo>
                    <a:pt x="587" y="2321"/>
                    <a:pt x="766" y="2499"/>
                    <a:pt x="986" y="2500"/>
                  </a:cubicBezTo>
                  <a:cubicBezTo>
                    <a:pt x="1207" y="2499"/>
                    <a:pt x="1385" y="2321"/>
                    <a:pt x="1385" y="2101"/>
                  </a:cubicBezTo>
                  <a:lnTo>
                    <a:pt x="1385" y="399"/>
                  </a:lnTo>
                  <a:cubicBezTo>
                    <a:pt x="1385" y="170"/>
                    <a:pt x="1196" y="0"/>
                    <a:pt x="9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2984;p109">
              <a:extLst>
                <a:ext uri="{FF2B5EF4-FFF2-40B4-BE49-F238E27FC236}">
                  <a16:creationId xmlns:a16="http://schemas.microsoft.com/office/drawing/2014/main" id="{2B861CDB-4485-D975-CA26-BF03E573167E}"/>
                </a:ext>
              </a:extLst>
            </p:cNvPr>
            <p:cNvSpPr/>
            <p:nvPr/>
          </p:nvSpPr>
          <p:spPr>
            <a:xfrm>
              <a:off x="3467386" y="274326"/>
              <a:ext cx="269264" cy="170346"/>
            </a:xfrm>
            <a:custGeom>
              <a:avLst/>
              <a:gdLst/>
              <a:ahLst/>
              <a:cxnLst/>
              <a:rect l="l" t="t" r="r" b="b"/>
              <a:pathLst>
                <a:path w="12440" h="7870" extrusionOk="0">
                  <a:moveTo>
                    <a:pt x="531" y="1"/>
                  </a:moveTo>
                  <a:cubicBezTo>
                    <a:pt x="236" y="4"/>
                    <a:pt x="0" y="241"/>
                    <a:pt x="0" y="536"/>
                  </a:cubicBezTo>
                  <a:lnTo>
                    <a:pt x="0" y="7338"/>
                  </a:lnTo>
                  <a:cubicBezTo>
                    <a:pt x="1" y="7632"/>
                    <a:pt x="240" y="7869"/>
                    <a:pt x="534" y="7869"/>
                  </a:cubicBezTo>
                  <a:lnTo>
                    <a:pt x="11906" y="7869"/>
                  </a:lnTo>
                  <a:cubicBezTo>
                    <a:pt x="12199" y="7869"/>
                    <a:pt x="12438" y="7632"/>
                    <a:pt x="12440" y="7338"/>
                  </a:cubicBezTo>
                  <a:lnTo>
                    <a:pt x="12440" y="536"/>
                  </a:lnTo>
                  <a:cubicBezTo>
                    <a:pt x="12440" y="241"/>
                    <a:pt x="12202" y="2"/>
                    <a:pt x="119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2985;p109">
              <a:extLst>
                <a:ext uri="{FF2B5EF4-FFF2-40B4-BE49-F238E27FC236}">
                  <a16:creationId xmlns:a16="http://schemas.microsoft.com/office/drawing/2014/main" id="{587CB95C-064B-1D36-5EB2-8ACA1931A7EB}"/>
                </a:ext>
              </a:extLst>
            </p:cNvPr>
            <p:cNvSpPr/>
            <p:nvPr/>
          </p:nvSpPr>
          <p:spPr>
            <a:xfrm>
              <a:off x="3480005" y="274326"/>
              <a:ext cx="246298" cy="114480"/>
            </a:xfrm>
            <a:custGeom>
              <a:avLst/>
              <a:gdLst/>
              <a:ahLst/>
              <a:cxnLst/>
              <a:rect l="l" t="t" r="r" b="b"/>
              <a:pathLst>
                <a:path w="11379" h="5289" extrusionOk="0">
                  <a:moveTo>
                    <a:pt x="1" y="1"/>
                  </a:moveTo>
                  <a:lnTo>
                    <a:pt x="5567" y="5220"/>
                  </a:lnTo>
                  <a:cubicBezTo>
                    <a:pt x="5615" y="5266"/>
                    <a:pt x="5678" y="5289"/>
                    <a:pt x="5741" y="5289"/>
                  </a:cubicBezTo>
                  <a:cubicBezTo>
                    <a:pt x="5805" y="5289"/>
                    <a:pt x="5869" y="5265"/>
                    <a:pt x="5918" y="5217"/>
                  </a:cubicBezTo>
                  <a:lnTo>
                    <a:pt x="11379" y="1"/>
                  </a:lnTo>
                  <a:close/>
                </a:path>
              </a:pathLst>
            </a:custGeom>
            <a:solidFill>
              <a:srgbClr val="FFC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2986;p109">
              <a:extLst>
                <a:ext uri="{FF2B5EF4-FFF2-40B4-BE49-F238E27FC236}">
                  <a16:creationId xmlns:a16="http://schemas.microsoft.com/office/drawing/2014/main" id="{AB393B10-7993-DCAB-DCBE-3B6EE2C81C50}"/>
                </a:ext>
              </a:extLst>
            </p:cNvPr>
            <p:cNvSpPr/>
            <p:nvPr/>
          </p:nvSpPr>
          <p:spPr>
            <a:xfrm>
              <a:off x="3467386" y="274326"/>
              <a:ext cx="269264" cy="170346"/>
            </a:xfrm>
            <a:custGeom>
              <a:avLst/>
              <a:gdLst/>
              <a:ahLst/>
              <a:cxnLst/>
              <a:rect l="l" t="t" r="r" b="b"/>
              <a:pathLst>
                <a:path w="12440" h="7870" extrusionOk="0">
                  <a:moveTo>
                    <a:pt x="531" y="1"/>
                  </a:moveTo>
                  <a:cubicBezTo>
                    <a:pt x="238" y="4"/>
                    <a:pt x="0" y="242"/>
                    <a:pt x="0" y="536"/>
                  </a:cubicBezTo>
                  <a:lnTo>
                    <a:pt x="0" y="7338"/>
                  </a:lnTo>
                  <a:cubicBezTo>
                    <a:pt x="1" y="7632"/>
                    <a:pt x="240" y="7869"/>
                    <a:pt x="534" y="7869"/>
                  </a:cubicBezTo>
                  <a:lnTo>
                    <a:pt x="11906" y="7869"/>
                  </a:lnTo>
                  <a:cubicBezTo>
                    <a:pt x="12199" y="7869"/>
                    <a:pt x="12438" y="7632"/>
                    <a:pt x="12440" y="7338"/>
                  </a:cubicBezTo>
                  <a:lnTo>
                    <a:pt x="12440" y="6963"/>
                  </a:lnTo>
                  <a:lnTo>
                    <a:pt x="2037" y="6963"/>
                  </a:lnTo>
                  <a:cubicBezTo>
                    <a:pt x="1742" y="6963"/>
                    <a:pt x="1504" y="6727"/>
                    <a:pt x="1502" y="6432"/>
                  </a:cubicBezTo>
                  <a:lnTo>
                    <a:pt x="15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2987;p109">
              <a:extLst>
                <a:ext uri="{FF2B5EF4-FFF2-40B4-BE49-F238E27FC236}">
                  <a16:creationId xmlns:a16="http://schemas.microsoft.com/office/drawing/2014/main" id="{71335B22-F2A5-4F51-3C3E-28053CC7DE22}"/>
                </a:ext>
              </a:extLst>
            </p:cNvPr>
            <p:cNvSpPr/>
            <p:nvPr/>
          </p:nvSpPr>
          <p:spPr>
            <a:xfrm>
              <a:off x="3467386" y="344434"/>
              <a:ext cx="269264" cy="100238"/>
            </a:xfrm>
            <a:custGeom>
              <a:avLst/>
              <a:gdLst/>
              <a:ahLst/>
              <a:cxnLst/>
              <a:rect l="l" t="t" r="r" b="b"/>
              <a:pathLst>
                <a:path w="12440" h="4631" extrusionOk="0">
                  <a:moveTo>
                    <a:pt x="7917" y="0"/>
                  </a:moveTo>
                  <a:lnTo>
                    <a:pt x="4604" y="5"/>
                  </a:lnTo>
                  <a:lnTo>
                    <a:pt x="0" y="4099"/>
                  </a:lnTo>
                  <a:cubicBezTo>
                    <a:pt x="1" y="4393"/>
                    <a:pt x="240" y="4630"/>
                    <a:pt x="534" y="4630"/>
                  </a:cubicBezTo>
                  <a:lnTo>
                    <a:pt x="11906" y="4630"/>
                  </a:lnTo>
                  <a:cubicBezTo>
                    <a:pt x="12199" y="4630"/>
                    <a:pt x="12438" y="4393"/>
                    <a:pt x="12440" y="4099"/>
                  </a:cubicBezTo>
                  <a:lnTo>
                    <a:pt x="7921" y="5"/>
                  </a:lnTo>
                  <a:lnTo>
                    <a:pt x="79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2988;p109">
              <a:extLst>
                <a:ext uri="{FF2B5EF4-FFF2-40B4-BE49-F238E27FC236}">
                  <a16:creationId xmlns:a16="http://schemas.microsoft.com/office/drawing/2014/main" id="{5FBE4391-DB57-9C7C-EDCF-A1D589DC958E}"/>
                </a:ext>
              </a:extLst>
            </p:cNvPr>
            <p:cNvSpPr/>
            <p:nvPr/>
          </p:nvSpPr>
          <p:spPr>
            <a:xfrm>
              <a:off x="3560784" y="344434"/>
              <a:ext cx="85238" cy="44372"/>
            </a:xfrm>
            <a:custGeom>
              <a:avLst/>
              <a:gdLst/>
              <a:ahLst/>
              <a:cxnLst/>
              <a:rect l="l" t="t" r="r" b="b"/>
              <a:pathLst>
                <a:path w="3938" h="2050" extrusionOk="0">
                  <a:moveTo>
                    <a:pt x="3602" y="0"/>
                  </a:moveTo>
                  <a:lnTo>
                    <a:pt x="289" y="5"/>
                  </a:lnTo>
                  <a:lnTo>
                    <a:pt x="0" y="261"/>
                  </a:lnTo>
                  <a:lnTo>
                    <a:pt x="1835" y="1981"/>
                  </a:lnTo>
                  <a:cubicBezTo>
                    <a:pt x="1884" y="2027"/>
                    <a:pt x="1946" y="2050"/>
                    <a:pt x="2009" y="2050"/>
                  </a:cubicBezTo>
                  <a:cubicBezTo>
                    <a:pt x="2073" y="2050"/>
                    <a:pt x="2137" y="2026"/>
                    <a:pt x="2186" y="1980"/>
                  </a:cubicBezTo>
                  <a:lnTo>
                    <a:pt x="3937" y="306"/>
                  </a:lnTo>
                  <a:lnTo>
                    <a:pt x="3606" y="5"/>
                  </a:lnTo>
                  <a:lnTo>
                    <a:pt x="360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2989;p109">
              <a:extLst>
                <a:ext uri="{FF2B5EF4-FFF2-40B4-BE49-F238E27FC236}">
                  <a16:creationId xmlns:a16="http://schemas.microsoft.com/office/drawing/2014/main" id="{E63BD622-4FA7-2732-79BD-028BE32014FD}"/>
                </a:ext>
              </a:extLst>
            </p:cNvPr>
            <p:cNvSpPr/>
            <p:nvPr/>
          </p:nvSpPr>
          <p:spPr>
            <a:xfrm>
              <a:off x="3467386" y="404218"/>
              <a:ext cx="269264" cy="40455"/>
            </a:xfrm>
            <a:custGeom>
              <a:avLst/>
              <a:gdLst/>
              <a:ahLst/>
              <a:cxnLst/>
              <a:rect l="l" t="t" r="r" b="b"/>
              <a:pathLst>
                <a:path w="12440" h="1869" extrusionOk="0">
                  <a:moveTo>
                    <a:pt x="1502" y="1"/>
                  </a:moveTo>
                  <a:lnTo>
                    <a:pt x="0" y="1337"/>
                  </a:lnTo>
                  <a:cubicBezTo>
                    <a:pt x="0" y="1372"/>
                    <a:pt x="4" y="1409"/>
                    <a:pt x="12" y="1444"/>
                  </a:cubicBezTo>
                  <a:cubicBezTo>
                    <a:pt x="22" y="1495"/>
                    <a:pt x="41" y="1544"/>
                    <a:pt x="65" y="1590"/>
                  </a:cubicBezTo>
                  <a:cubicBezTo>
                    <a:pt x="99" y="1650"/>
                    <a:pt x="144" y="1704"/>
                    <a:pt x="196" y="1747"/>
                  </a:cubicBezTo>
                  <a:cubicBezTo>
                    <a:pt x="291" y="1826"/>
                    <a:pt x="411" y="1868"/>
                    <a:pt x="535" y="1868"/>
                  </a:cubicBezTo>
                  <a:lnTo>
                    <a:pt x="11906" y="1868"/>
                  </a:lnTo>
                  <a:cubicBezTo>
                    <a:pt x="12028" y="1868"/>
                    <a:pt x="12148" y="1826"/>
                    <a:pt x="12244" y="1747"/>
                  </a:cubicBezTo>
                  <a:cubicBezTo>
                    <a:pt x="12297" y="1704"/>
                    <a:pt x="12342" y="1650"/>
                    <a:pt x="12374" y="1590"/>
                  </a:cubicBezTo>
                  <a:cubicBezTo>
                    <a:pt x="12400" y="1544"/>
                    <a:pt x="12417" y="1495"/>
                    <a:pt x="12429" y="1444"/>
                  </a:cubicBezTo>
                  <a:cubicBezTo>
                    <a:pt x="12436" y="1409"/>
                    <a:pt x="12440" y="1372"/>
                    <a:pt x="12440" y="1337"/>
                  </a:cubicBezTo>
                  <a:lnTo>
                    <a:pt x="12027" y="962"/>
                  </a:lnTo>
                  <a:lnTo>
                    <a:pt x="2037" y="962"/>
                  </a:lnTo>
                  <a:cubicBezTo>
                    <a:pt x="1742" y="962"/>
                    <a:pt x="1504" y="726"/>
                    <a:pt x="1502" y="431"/>
                  </a:cubicBezTo>
                  <a:lnTo>
                    <a:pt x="15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2990;p109">
              <a:extLst>
                <a:ext uri="{FF2B5EF4-FFF2-40B4-BE49-F238E27FC236}">
                  <a16:creationId xmlns:a16="http://schemas.microsoft.com/office/drawing/2014/main" id="{2290CE95-BB06-4D0E-89AC-4C66502F5278}"/>
                </a:ext>
              </a:extLst>
            </p:cNvPr>
            <p:cNvSpPr/>
            <p:nvPr/>
          </p:nvSpPr>
          <p:spPr>
            <a:xfrm>
              <a:off x="3480048" y="274326"/>
              <a:ext cx="246255" cy="97532"/>
            </a:xfrm>
            <a:custGeom>
              <a:avLst/>
              <a:gdLst/>
              <a:ahLst/>
              <a:cxnLst/>
              <a:rect l="l" t="t" r="r" b="b"/>
              <a:pathLst>
                <a:path w="11377" h="4506" extrusionOk="0">
                  <a:moveTo>
                    <a:pt x="11377" y="1"/>
                  </a:moveTo>
                  <a:lnTo>
                    <a:pt x="0" y="2"/>
                  </a:lnTo>
                  <a:lnTo>
                    <a:pt x="4071" y="3244"/>
                  </a:lnTo>
                  <a:lnTo>
                    <a:pt x="5591" y="4455"/>
                  </a:lnTo>
                  <a:cubicBezTo>
                    <a:pt x="5634" y="4489"/>
                    <a:pt x="5687" y="4506"/>
                    <a:pt x="5739" y="4506"/>
                  </a:cubicBezTo>
                  <a:cubicBezTo>
                    <a:pt x="5792" y="4506"/>
                    <a:pt x="5846" y="4488"/>
                    <a:pt x="5890" y="4453"/>
                  </a:cubicBezTo>
                  <a:lnTo>
                    <a:pt x="7385" y="3239"/>
                  </a:lnTo>
                  <a:lnTo>
                    <a:pt x="1137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3046;p109">
            <a:extLst>
              <a:ext uri="{FF2B5EF4-FFF2-40B4-BE49-F238E27FC236}">
                <a16:creationId xmlns:a16="http://schemas.microsoft.com/office/drawing/2014/main" id="{87CC8D09-3564-A117-C3F1-8268AD2A2F22}"/>
              </a:ext>
            </a:extLst>
          </p:cNvPr>
          <p:cNvGrpSpPr/>
          <p:nvPr/>
        </p:nvGrpSpPr>
        <p:grpSpPr>
          <a:xfrm>
            <a:off x="7646686" y="1328406"/>
            <a:ext cx="402267" cy="523350"/>
            <a:chOff x="5361843" y="1611338"/>
            <a:chExt cx="439588" cy="571904"/>
          </a:xfrm>
        </p:grpSpPr>
        <p:sp>
          <p:nvSpPr>
            <p:cNvPr id="471" name="Google Shape;3047;p109">
              <a:extLst>
                <a:ext uri="{FF2B5EF4-FFF2-40B4-BE49-F238E27FC236}">
                  <a16:creationId xmlns:a16="http://schemas.microsoft.com/office/drawing/2014/main" id="{FCC59B2A-36FB-BBAB-F697-F60D7A21A899}"/>
                </a:ext>
              </a:extLst>
            </p:cNvPr>
            <p:cNvSpPr/>
            <p:nvPr/>
          </p:nvSpPr>
          <p:spPr>
            <a:xfrm>
              <a:off x="5361843" y="1793156"/>
              <a:ext cx="439588" cy="263290"/>
            </a:xfrm>
            <a:custGeom>
              <a:avLst/>
              <a:gdLst/>
              <a:ahLst/>
              <a:cxnLst/>
              <a:rect l="l" t="t" r="r" b="b"/>
              <a:pathLst>
                <a:path w="20309" h="12164" extrusionOk="0">
                  <a:moveTo>
                    <a:pt x="641" y="0"/>
                  </a:moveTo>
                  <a:cubicBezTo>
                    <a:pt x="288" y="0"/>
                    <a:pt x="2" y="286"/>
                    <a:pt x="1" y="640"/>
                  </a:cubicBezTo>
                  <a:lnTo>
                    <a:pt x="1" y="12163"/>
                  </a:lnTo>
                  <a:lnTo>
                    <a:pt x="20309" y="12163"/>
                  </a:lnTo>
                  <a:lnTo>
                    <a:pt x="20309" y="640"/>
                  </a:lnTo>
                  <a:cubicBezTo>
                    <a:pt x="20309" y="286"/>
                    <a:pt x="20023" y="0"/>
                    <a:pt x="19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3048;p109">
              <a:extLst>
                <a:ext uri="{FF2B5EF4-FFF2-40B4-BE49-F238E27FC236}">
                  <a16:creationId xmlns:a16="http://schemas.microsoft.com/office/drawing/2014/main" id="{6B9E61C1-7D1A-5782-C9D3-84746E2B2679}"/>
                </a:ext>
              </a:extLst>
            </p:cNvPr>
            <p:cNvSpPr/>
            <p:nvPr/>
          </p:nvSpPr>
          <p:spPr>
            <a:xfrm>
              <a:off x="5503445" y="2078523"/>
              <a:ext cx="156385" cy="104719"/>
            </a:xfrm>
            <a:custGeom>
              <a:avLst/>
              <a:gdLst/>
              <a:ahLst/>
              <a:cxnLst/>
              <a:rect l="l" t="t" r="r" b="b"/>
              <a:pathLst>
                <a:path w="7225" h="4838" extrusionOk="0">
                  <a:moveTo>
                    <a:pt x="1062" y="0"/>
                  </a:moveTo>
                  <a:lnTo>
                    <a:pt x="1062" y="3349"/>
                  </a:lnTo>
                  <a:lnTo>
                    <a:pt x="75" y="4604"/>
                  </a:lnTo>
                  <a:cubicBezTo>
                    <a:pt x="1" y="4699"/>
                    <a:pt x="68" y="4838"/>
                    <a:pt x="188" y="4838"/>
                  </a:cubicBezTo>
                  <a:cubicBezTo>
                    <a:pt x="189" y="4838"/>
                    <a:pt x="189" y="4838"/>
                    <a:pt x="190" y="4838"/>
                  </a:cubicBezTo>
                  <a:lnTo>
                    <a:pt x="7037" y="4838"/>
                  </a:lnTo>
                  <a:cubicBezTo>
                    <a:pt x="7038" y="4838"/>
                    <a:pt x="7038" y="4838"/>
                    <a:pt x="7039" y="4838"/>
                  </a:cubicBezTo>
                  <a:cubicBezTo>
                    <a:pt x="7158" y="4838"/>
                    <a:pt x="7225" y="4699"/>
                    <a:pt x="7151" y="4604"/>
                  </a:cubicBezTo>
                  <a:lnTo>
                    <a:pt x="6165" y="3349"/>
                  </a:lnTo>
                  <a:lnTo>
                    <a:pt x="61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3049;p109">
              <a:extLst>
                <a:ext uri="{FF2B5EF4-FFF2-40B4-BE49-F238E27FC236}">
                  <a16:creationId xmlns:a16="http://schemas.microsoft.com/office/drawing/2014/main" id="{C1EF0400-AD11-2A81-3E8A-8BEB2CEE0F74}"/>
                </a:ext>
              </a:extLst>
            </p:cNvPr>
            <p:cNvSpPr/>
            <p:nvPr/>
          </p:nvSpPr>
          <p:spPr>
            <a:xfrm>
              <a:off x="5612449" y="2183090"/>
              <a:ext cx="44264" cy="152"/>
            </a:xfrm>
            <a:custGeom>
              <a:avLst/>
              <a:gdLst/>
              <a:ahLst/>
              <a:cxnLst/>
              <a:rect l="l" t="t" r="r" b="b"/>
              <a:pathLst>
                <a:path w="2045" h="7" extrusionOk="0">
                  <a:moveTo>
                    <a:pt x="2044" y="0"/>
                  </a:moveTo>
                  <a:lnTo>
                    <a:pt x="1" y="7"/>
                  </a:lnTo>
                  <a:lnTo>
                    <a:pt x="2001" y="7"/>
                  </a:lnTo>
                  <a:cubicBezTo>
                    <a:pt x="2016" y="7"/>
                    <a:pt x="2030" y="6"/>
                    <a:pt x="2044" y="0"/>
                  </a:cubicBezTo>
                  <a:close/>
                </a:path>
              </a:pathLst>
            </a:custGeom>
            <a:solidFill>
              <a:srgbClr val="7DA2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3050;p109">
              <a:extLst>
                <a:ext uri="{FF2B5EF4-FFF2-40B4-BE49-F238E27FC236}">
                  <a16:creationId xmlns:a16="http://schemas.microsoft.com/office/drawing/2014/main" id="{DAF2A9FC-70FF-6FD9-260C-DF50D6691855}"/>
                </a:ext>
              </a:extLst>
            </p:cNvPr>
            <p:cNvSpPr/>
            <p:nvPr/>
          </p:nvSpPr>
          <p:spPr>
            <a:xfrm>
              <a:off x="5361843" y="2039173"/>
              <a:ext cx="439588" cy="48571"/>
            </a:xfrm>
            <a:custGeom>
              <a:avLst/>
              <a:gdLst/>
              <a:ahLst/>
              <a:cxnLst/>
              <a:rect l="l" t="t" r="r" b="b"/>
              <a:pathLst>
                <a:path w="20309" h="2244" extrusionOk="0">
                  <a:moveTo>
                    <a:pt x="1" y="1"/>
                  </a:moveTo>
                  <a:lnTo>
                    <a:pt x="1" y="1604"/>
                  </a:lnTo>
                  <a:cubicBezTo>
                    <a:pt x="2" y="1958"/>
                    <a:pt x="288" y="2244"/>
                    <a:pt x="641" y="2244"/>
                  </a:cubicBezTo>
                  <a:lnTo>
                    <a:pt x="19670" y="2244"/>
                  </a:lnTo>
                  <a:cubicBezTo>
                    <a:pt x="20023" y="2244"/>
                    <a:pt x="20309" y="1958"/>
                    <a:pt x="20309" y="1604"/>
                  </a:cubicBezTo>
                  <a:lnTo>
                    <a:pt x="2030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3051;p109">
              <a:extLst>
                <a:ext uri="{FF2B5EF4-FFF2-40B4-BE49-F238E27FC236}">
                  <a16:creationId xmlns:a16="http://schemas.microsoft.com/office/drawing/2014/main" id="{BCC388F1-1444-889B-A0AE-61E39BD53093}"/>
                </a:ext>
              </a:extLst>
            </p:cNvPr>
            <p:cNvSpPr/>
            <p:nvPr/>
          </p:nvSpPr>
          <p:spPr>
            <a:xfrm>
              <a:off x="5570674" y="2052636"/>
              <a:ext cx="22792" cy="21883"/>
            </a:xfrm>
            <a:custGeom>
              <a:avLst/>
              <a:gdLst/>
              <a:ahLst/>
              <a:cxnLst/>
              <a:rect l="l" t="t" r="r" b="b"/>
              <a:pathLst>
                <a:path w="1053" h="1011" extrusionOk="0">
                  <a:moveTo>
                    <a:pt x="508" y="0"/>
                  </a:moveTo>
                  <a:cubicBezTo>
                    <a:pt x="228" y="0"/>
                    <a:pt x="1" y="226"/>
                    <a:pt x="2" y="506"/>
                  </a:cubicBezTo>
                  <a:cubicBezTo>
                    <a:pt x="2" y="709"/>
                    <a:pt x="125" y="893"/>
                    <a:pt x="313" y="972"/>
                  </a:cubicBezTo>
                  <a:cubicBezTo>
                    <a:pt x="376" y="998"/>
                    <a:pt x="442" y="1010"/>
                    <a:pt x="507" y="1010"/>
                  </a:cubicBezTo>
                  <a:cubicBezTo>
                    <a:pt x="638" y="1010"/>
                    <a:pt x="767" y="959"/>
                    <a:pt x="864" y="863"/>
                  </a:cubicBezTo>
                  <a:cubicBezTo>
                    <a:pt x="1008" y="718"/>
                    <a:pt x="1052" y="502"/>
                    <a:pt x="974" y="312"/>
                  </a:cubicBezTo>
                  <a:cubicBezTo>
                    <a:pt x="895" y="124"/>
                    <a:pt x="711" y="0"/>
                    <a:pt x="5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3052;p109">
              <a:extLst>
                <a:ext uri="{FF2B5EF4-FFF2-40B4-BE49-F238E27FC236}">
                  <a16:creationId xmlns:a16="http://schemas.microsoft.com/office/drawing/2014/main" id="{A32C1B7E-BAF3-1945-4B45-3C1C5EA5B2F0}"/>
                </a:ext>
              </a:extLst>
            </p:cNvPr>
            <p:cNvSpPr/>
            <p:nvPr/>
          </p:nvSpPr>
          <p:spPr>
            <a:xfrm>
              <a:off x="5390631" y="1782809"/>
              <a:ext cx="382056" cy="159091"/>
            </a:xfrm>
            <a:custGeom>
              <a:avLst/>
              <a:gdLst/>
              <a:ahLst/>
              <a:cxnLst/>
              <a:rect l="l" t="t" r="r" b="b"/>
              <a:pathLst>
                <a:path w="17651" h="7350" extrusionOk="0">
                  <a:moveTo>
                    <a:pt x="2074" y="0"/>
                  </a:moveTo>
                  <a:lnTo>
                    <a:pt x="1504" y="497"/>
                  </a:lnTo>
                  <a:lnTo>
                    <a:pt x="0" y="1808"/>
                  </a:lnTo>
                  <a:lnTo>
                    <a:pt x="0" y="7349"/>
                  </a:lnTo>
                  <a:lnTo>
                    <a:pt x="17651" y="7349"/>
                  </a:lnTo>
                  <a:lnTo>
                    <a:pt x="17651" y="1808"/>
                  </a:lnTo>
                  <a:lnTo>
                    <a:pt x="16126" y="478"/>
                  </a:lnTo>
                  <a:lnTo>
                    <a:pt x="155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3053;p109">
              <a:extLst>
                <a:ext uri="{FF2B5EF4-FFF2-40B4-BE49-F238E27FC236}">
                  <a16:creationId xmlns:a16="http://schemas.microsoft.com/office/drawing/2014/main" id="{07058DD0-CB2A-798B-D336-0BE34C0B54B3}"/>
                </a:ext>
              </a:extLst>
            </p:cNvPr>
            <p:cNvSpPr/>
            <p:nvPr/>
          </p:nvSpPr>
          <p:spPr>
            <a:xfrm>
              <a:off x="5649808" y="1611359"/>
              <a:ext cx="124026" cy="79394"/>
            </a:xfrm>
            <a:custGeom>
              <a:avLst/>
              <a:gdLst/>
              <a:ahLst/>
              <a:cxnLst/>
              <a:rect l="l" t="t" r="r" b="b"/>
              <a:pathLst>
                <a:path w="5730" h="3668" extrusionOk="0">
                  <a:moveTo>
                    <a:pt x="1" y="1"/>
                  </a:moveTo>
                  <a:lnTo>
                    <a:pt x="1" y="3667"/>
                  </a:lnTo>
                  <a:lnTo>
                    <a:pt x="5516" y="3667"/>
                  </a:lnTo>
                  <a:cubicBezTo>
                    <a:pt x="5634" y="3667"/>
                    <a:pt x="5728" y="3572"/>
                    <a:pt x="5729" y="3456"/>
                  </a:cubicBezTo>
                  <a:lnTo>
                    <a:pt x="5729" y="1089"/>
                  </a:lnTo>
                  <a:cubicBezTo>
                    <a:pt x="5729" y="513"/>
                    <a:pt x="5280" y="22"/>
                    <a:pt x="4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3054;p109">
              <a:extLst>
                <a:ext uri="{FF2B5EF4-FFF2-40B4-BE49-F238E27FC236}">
                  <a16:creationId xmlns:a16="http://schemas.microsoft.com/office/drawing/2014/main" id="{FDC65071-87AA-F422-96C9-9CF4D87DD312}"/>
                </a:ext>
              </a:extLst>
            </p:cNvPr>
            <p:cNvSpPr/>
            <p:nvPr/>
          </p:nvSpPr>
          <p:spPr>
            <a:xfrm>
              <a:off x="5435501" y="1611338"/>
              <a:ext cx="315324" cy="323485"/>
            </a:xfrm>
            <a:custGeom>
              <a:avLst/>
              <a:gdLst/>
              <a:ahLst/>
              <a:cxnLst/>
              <a:rect l="l" t="t" r="r" b="b"/>
              <a:pathLst>
                <a:path w="14568" h="14945" extrusionOk="0">
                  <a:moveTo>
                    <a:pt x="1023" y="1"/>
                  </a:moveTo>
                  <a:cubicBezTo>
                    <a:pt x="458" y="1"/>
                    <a:pt x="1" y="458"/>
                    <a:pt x="1" y="1023"/>
                  </a:cubicBezTo>
                  <a:lnTo>
                    <a:pt x="1" y="14945"/>
                  </a:lnTo>
                  <a:lnTo>
                    <a:pt x="13504" y="14945"/>
                  </a:lnTo>
                  <a:lnTo>
                    <a:pt x="13504" y="1065"/>
                  </a:lnTo>
                  <a:cubicBezTo>
                    <a:pt x="13503" y="479"/>
                    <a:pt x="13977" y="3"/>
                    <a:pt x="14563" y="2"/>
                  </a:cubicBezTo>
                  <a:lnTo>
                    <a:pt x="14563" y="2"/>
                  </a:lnTo>
                  <a:lnTo>
                    <a:pt x="14567" y="2"/>
                  </a:lnTo>
                  <a:cubicBezTo>
                    <a:pt x="14567" y="2"/>
                    <a:pt x="14566" y="2"/>
                    <a:pt x="14565" y="2"/>
                  </a:cubicBezTo>
                  <a:cubicBezTo>
                    <a:pt x="14564" y="2"/>
                    <a:pt x="14563" y="2"/>
                    <a:pt x="14563" y="2"/>
                  </a:cubicBezTo>
                  <a:lnTo>
                    <a:pt x="14563" y="2"/>
                  </a:lnTo>
                  <a:lnTo>
                    <a:pt x="102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3055;p109">
              <a:extLst>
                <a:ext uri="{FF2B5EF4-FFF2-40B4-BE49-F238E27FC236}">
                  <a16:creationId xmlns:a16="http://schemas.microsoft.com/office/drawing/2014/main" id="{59C20BC8-15DF-7414-9737-EF549C07EB45}"/>
                </a:ext>
              </a:extLst>
            </p:cNvPr>
            <p:cNvSpPr/>
            <p:nvPr/>
          </p:nvSpPr>
          <p:spPr>
            <a:xfrm>
              <a:off x="5468878" y="1821922"/>
              <a:ext cx="225563" cy="112922"/>
            </a:xfrm>
            <a:custGeom>
              <a:avLst/>
              <a:gdLst/>
              <a:ahLst/>
              <a:cxnLst/>
              <a:rect l="l" t="t" r="r" b="b"/>
              <a:pathLst>
                <a:path w="10421" h="5217" extrusionOk="0">
                  <a:moveTo>
                    <a:pt x="272" y="1"/>
                  </a:moveTo>
                  <a:cubicBezTo>
                    <a:pt x="122" y="1"/>
                    <a:pt x="1" y="122"/>
                    <a:pt x="1" y="271"/>
                  </a:cubicBezTo>
                  <a:lnTo>
                    <a:pt x="1" y="5217"/>
                  </a:lnTo>
                  <a:lnTo>
                    <a:pt x="10420" y="5217"/>
                  </a:lnTo>
                  <a:lnTo>
                    <a:pt x="10420" y="271"/>
                  </a:lnTo>
                  <a:cubicBezTo>
                    <a:pt x="10420" y="122"/>
                    <a:pt x="10299" y="1"/>
                    <a:pt x="101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3056;p109">
              <a:extLst>
                <a:ext uri="{FF2B5EF4-FFF2-40B4-BE49-F238E27FC236}">
                  <a16:creationId xmlns:a16="http://schemas.microsoft.com/office/drawing/2014/main" id="{10FD8C99-23EB-AFFF-4173-22A029A6511C}"/>
                </a:ext>
              </a:extLst>
            </p:cNvPr>
            <p:cNvSpPr/>
            <p:nvPr/>
          </p:nvSpPr>
          <p:spPr>
            <a:xfrm>
              <a:off x="5466562" y="1642398"/>
              <a:ext cx="115108" cy="82900"/>
            </a:xfrm>
            <a:custGeom>
              <a:avLst/>
              <a:gdLst/>
              <a:ahLst/>
              <a:cxnLst/>
              <a:rect l="l" t="t" r="r" b="b"/>
              <a:pathLst>
                <a:path w="5318" h="3830" extrusionOk="0">
                  <a:moveTo>
                    <a:pt x="300" y="1"/>
                  </a:moveTo>
                  <a:cubicBezTo>
                    <a:pt x="135" y="1"/>
                    <a:pt x="1" y="134"/>
                    <a:pt x="2" y="300"/>
                  </a:cubicBezTo>
                  <a:lnTo>
                    <a:pt x="2" y="3531"/>
                  </a:lnTo>
                  <a:cubicBezTo>
                    <a:pt x="1" y="3696"/>
                    <a:pt x="135" y="3829"/>
                    <a:pt x="300" y="3829"/>
                  </a:cubicBezTo>
                  <a:lnTo>
                    <a:pt x="5020" y="3829"/>
                  </a:lnTo>
                  <a:cubicBezTo>
                    <a:pt x="5184" y="3829"/>
                    <a:pt x="5318" y="3696"/>
                    <a:pt x="5318" y="3531"/>
                  </a:cubicBezTo>
                  <a:lnTo>
                    <a:pt x="5318" y="300"/>
                  </a:lnTo>
                  <a:cubicBezTo>
                    <a:pt x="5318" y="134"/>
                    <a:pt x="5184" y="1"/>
                    <a:pt x="50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3057;p109">
              <a:extLst>
                <a:ext uri="{FF2B5EF4-FFF2-40B4-BE49-F238E27FC236}">
                  <a16:creationId xmlns:a16="http://schemas.microsoft.com/office/drawing/2014/main" id="{B01FD745-806B-6066-AD46-780D1D802F1C}"/>
                </a:ext>
              </a:extLst>
            </p:cNvPr>
            <p:cNvSpPr/>
            <p:nvPr/>
          </p:nvSpPr>
          <p:spPr>
            <a:xfrm>
              <a:off x="5390653" y="1821922"/>
              <a:ext cx="382034" cy="187576"/>
            </a:xfrm>
            <a:custGeom>
              <a:avLst/>
              <a:gdLst/>
              <a:ahLst/>
              <a:cxnLst/>
              <a:rect l="l" t="t" r="r" b="b"/>
              <a:pathLst>
                <a:path w="17650" h="8666" extrusionOk="0">
                  <a:moveTo>
                    <a:pt x="1" y="1"/>
                  </a:moveTo>
                  <a:lnTo>
                    <a:pt x="1" y="8665"/>
                  </a:lnTo>
                  <a:lnTo>
                    <a:pt x="17650" y="8665"/>
                  </a:lnTo>
                  <a:lnTo>
                    <a:pt x="17650" y="1"/>
                  </a:lnTo>
                  <a:lnTo>
                    <a:pt x="15576" y="1084"/>
                  </a:lnTo>
                  <a:lnTo>
                    <a:pt x="14034" y="1890"/>
                  </a:lnTo>
                  <a:lnTo>
                    <a:pt x="10886" y="3535"/>
                  </a:lnTo>
                  <a:lnTo>
                    <a:pt x="6721" y="3535"/>
                  </a:lnTo>
                  <a:lnTo>
                    <a:pt x="3615" y="1902"/>
                  </a:lnTo>
                  <a:lnTo>
                    <a:pt x="2073" y="1091"/>
                  </a:lnTo>
                  <a:lnTo>
                    <a:pt x="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3058;p109">
              <a:extLst>
                <a:ext uri="{FF2B5EF4-FFF2-40B4-BE49-F238E27FC236}">
                  <a16:creationId xmlns:a16="http://schemas.microsoft.com/office/drawing/2014/main" id="{E2C8CACF-F6AA-9889-0162-8D7B67501277}"/>
                </a:ext>
              </a:extLst>
            </p:cNvPr>
            <p:cNvSpPr/>
            <p:nvPr/>
          </p:nvSpPr>
          <p:spPr>
            <a:xfrm>
              <a:off x="5600652" y="1889584"/>
              <a:ext cx="157402" cy="118138"/>
            </a:xfrm>
            <a:custGeom>
              <a:avLst/>
              <a:gdLst/>
              <a:ahLst/>
              <a:cxnLst/>
              <a:rect l="l" t="t" r="r" b="b"/>
              <a:pathLst>
                <a:path w="7272" h="5458" extrusionOk="0">
                  <a:moveTo>
                    <a:pt x="1969" y="0"/>
                  </a:moveTo>
                  <a:lnTo>
                    <a:pt x="1184" y="409"/>
                  </a:lnTo>
                  <a:lnTo>
                    <a:pt x="427" y="409"/>
                  </a:lnTo>
                  <a:lnTo>
                    <a:pt x="0" y="1207"/>
                  </a:lnTo>
                  <a:lnTo>
                    <a:pt x="1701" y="5457"/>
                  </a:lnTo>
                  <a:lnTo>
                    <a:pt x="7272" y="4701"/>
                  </a:lnTo>
                  <a:cubicBezTo>
                    <a:pt x="7272" y="4701"/>
                    <a:pt x="3337" y="1187"/>
                    <a:pt x="19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3059;p109">
              <a:extLst>
                <a:ext uri="{FF2B5EF4-FFF2-40B4-BE49-F238E27FC236}">
                  <a16:creationId xmlns:a16="http://schemas.microsoft.com/office/drawing/2014/main" id="{798F8EBD-821B-55CF-1442-91293FB7BA39}"/>
                </a:ext>
              </a:extLst>
            </p:cNvPr>
            <p:cNvSpPr/>
            <p:nvPr/>
          </p:nvSpPr>
          <p:spPr>
            <a:xfrm>
              <a:off x="5390631" y="1821922"/>
              <a:ext cx="382056" cy="187576"/>
            </a:xfrm>
            <a:custGeom>
              <a:avLst/>
              <a:gdLst/>
              <a:ahLst/>
              <a:cxnLst/>
              <a:rect l="l" t="t" r="r" b="b"/>
              <a:pathLst>
                <a:path w="17651" h="8666" extrusionOk="0">
                  <a:moveTo>
                    <a:pt x="0" y="1"/>
                  </a:moveTo>
                  <a:lnTo>
                    <a:pt x="0" y="8665"/>
                  </a:lnTo>
                  <a:lnTo>
                    <a:pt x="17651" y="8665"/>
                  </a:lnTo>
                  <a:lnTo>
                    <a:pt x="17651" y="7603"/>
                  </a:lnTo>
                  <a:lnTo>
                    <a:pt x="7742" y="7603"/>
                  </a:lnTo>
                  <a:lnTo>
                    <a:pt x="8408" y="4572"/>
                  </a:lnTo>
                  <a:lnTo>
                    <a:pt x="7482" y="3535"/>
                  </a:lnTo>
                  <a:lnTo>
                    <a:pt x="6722" y="3535"/>
                  </a:lnTo>
                  <a:lnTo>
                    <a:pt x="5966" y="3138"/>
                  </a:lnTo>
                  <a:cubicBezTo>
                    <a:pt x="4824" y="4145"/>
                    <a:pt x="2467" y="6220"/>
                    <a:pt x="1326" y="7232"/>
                  </a:cubicBezTo>
                  <a:lnTo>
                    <a:pt x="1326" y="697"/>
                  </a:ln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3060;p109">
              <a:extLst>
                <a:ext uri="{FF2B5EF4-FFF2-40B4-BE49-F238E27FC236}">
                  <a16:creationId xmlns:a16="http://schemas.microsoft.com/office/drawing/2014/main" id="{0CDBA824-2333-E558-8856-80B13E66AC96}"/>
                </a:ext>
              </a:extLst>
            </p:cNvPr>
            <p:cNvSpPr/>
            <p:nvPr/>
          </p:nvSpPr>
          <p:spPr>
            <a:xfrm>
              <a:off x="5390631" y="1877441"/>
              <a:ext cx="382056" cy="132056"/>
            </a:xfrm>
            <a:custGeom>
              <a:avLst/>
              <a:gdLst/>
              <a:ahLst/>
              <a:cxnLst/>
              <a:rect l="l" t="t" r="r" b="b"/>
              <a:pathLst>
                <a:path w="17651" h="6101" extrusionOk="0">
                  <a:moveTo>
                    <a:pt x="8803" y="1"/>
                  </a:moveTo>
                  <a:cubicBezTo>
                    <a:pt x="8298" y="1"/>
                    <a:pt x="7794" y="161"/>
                    <a:pt x="7371" y="481"/>
                  </a:cubicBezTo>
                  <a:lnTo>
                    <a:pt x="6722" y="970"/>
                  </a:lnTo>
                  <a:lnTo>
                    <a:pt x="0" y="6048"/>
                  </a:lnTo>
                  <a:lnTo>
                    <a:pt x="0" y="6100"/>
                  </a:lnTo>
                  <a:lnTo>
                    <a:pt x="17651" y="6100"/>
                  </a:lnTo>
                  <a:lnTo>
                    <a:pt x="17651" y="6048"/>
                  </a:lnTo>
                  <a:lnTo>
                    <a:pt x="10887" y="970"/>
                  </a:lnTo>
                  <a:lnTo>
                    <a:pt x="10231" y="477"/>
                  </a:lnTo>
                  <a:cubicBezTo>
                    <a:pt x="9808" y="159"/>
                    <a:pt x="9305" y="1"/>
                    <a:pt x="880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3061;p109">
              <a:extLst>
                <a:ext uri="{FF2B5EF4-FFF2-40B4-BE49-F238E27FC236}">
                  <a16:creationId xmlns:a16="http://schemas.microsoft.com/office/drawing/2014/main" id="{B72D14CD-3691-3FBA-A587-5B29D5D67F94}"/>
                </a:ext>
              </a:extLst>
            </p:cNvPr>
            <p:cNvSpPr/>
            <p:nvPr/>
          </p:nvSpPr>
          <p:spPr>
            <a:xfrm>
              <a:off x="5600652" y="1648740"/>
              <a:ext cx="32229" cy="17273"/>
            </a:xfrm>
            <a:custGeom>
              <a:avLst/>
              <a:gdLst/>
              <a:ahLst/>
              <a:cxnLst/>
              <a:rect l="l" t="t" r="r" b="b"/>
              <a:pathLst>
                <a:path w="1489" h="798" extrusionOk="0">
                  <a:moveTo>
                    <a:pt x="398" y="0"/>
                  </a:moveTo>
                  <a:cubicBezTo>
                    <a:pt x="178" y="0"/>
                    <a:pt x="0" y="179"/>
                    <a:pt x="0" y="400"/>
                  </a:cubicBezTo>
                  <a:cubicBezTo>
                    <a:pt x="0" y="619"/>
                    <a:pt x="178" y="798"/>
                    <a:pt x="398" y="798"/>
                  </a:cubicBezTo>
                  <a:lnTo>
                    <a:pt x="1089" y="798"/>
                  </a:lnTo>
                  <a:cubicBezTo>
                    <a:pt x="1310" y="798"/>
                    <a:pt x="1489" y="619"/>
                    <a:pt x="1489" y="400"/>
                  </a:cubicBezTo>
                  <a:cubicBezTo>
                    <a:pt x="1489" y="179"/>
                    <a:pt x="1310" y="0"/>
                    <a:pt x="10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3062;p109">
              <a:extLst>
                <a:ext uri="{FF2B5EF4-FFF2-40B4-BE49-F238E27FC236}">
                  <a16:creationId xmlns:a16="http://schemas.microsoft.com/office/drawing/2014/main" id="{8C9B789D-0F56-7B51-5C73-0E0410D378C9}"/>
                </a:ext>
              </a:extLst>
            </p:cNvPr>
            <p:cNvSpPr/>
            <p:nvPr/>
          </p:nvSpPr>
          <p:spPr>
            <a:xfrm>
              <a:off x="5640912" y="1648740"/>
              <a:ext cx="57532" cy="17273"/>
            </a:xfrm>
            <a:custGeom>
              <a:avLst/>
              <a:gdLst/>
              <a:ahLst/>
              <a:cxnLst/>
              <a:rect l="l" t="t" r="r" b="b"/>
              <a:pathLst>
                <a:path w="2658" h="798" extrusionOk="0">
                  <a:moveTo>
                    <a:pt x="399" y="0"/>
                  </a:moveTo>
                  <a:cubicBezTo>
                    <a:pt x="178" y="0"/>
                    <a:pt x="1" y="179"/>
                    <a:pt x="1" y="400"/>
                  </a:cubicBezTo>
                  <a:cubicBezTo>
                    <a:pt x="1" y="619"/>
                    <a:pt x="178" y="798"/>
                    <a:pt x="399" y="798"/>
                  </a:cubicBezTo>
                  <a:lnTo>
                    <a:pt x="2260" y="798"/>
                  </a:lnTo>
                  <a:cubicBezTo>
                    <a:pt x="2480" y="798"/>
                    <a:pt x="2658" y="619"/>
                    <a:pt x="2658" y="400"/>
                  </a:cubicBezTo>
                  <a:cubicBezTo>
                    <a:pt x="2658" y="179"/>
                    <a:pt x="2480" y="0"/>
                    <a:pt x="22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3063;p109">
              <a:extLst>
                <a:ext uri="{FF2B5EF4-FFF2-40B4-BE49-F238E27FC236}">
                  <a16:creationId xmlns:a16="http://schemas.microsoft.com/office/drawing/2014/main" id="{0698EF5F-CCF5-E6C2-500C-3F8F171A6E3A}"/>
                </a:ext>
              </a:extLst>
            </p:cNvPr>
            <p:cNvSpPr/>
            <p:nvPr/>
          </p:nvSpPr>
          <p:spPr>
            <a:xfrm>
              <a:off x="5666388" y="1691294"/>
              <a:ext cx="31883" cy="17294"/>
            </a:xfrm>
            <a:custGeom>
              <a:avLst/>
              <a:gdLst/>
              <a:ahLst/>
              <a:cxnLst/>
              <a:rect l="l" t="t" r="r" b="b"/>
              <a:pathLst>
                <a:path w="1473" h="799" extrusionOk="0">
                  <a:moveTo>
                    <a:pt x="392" y="1"/>
                  </a:moveTo>
                  <a:cubicBezTo>
                    <a:pt x="174" y="4"/>
                    <a:pt x="0" y="182"/>
                    <a:pt x="0" y="400"/>
                  </a:cubicBezTo>
                  <a:cubicBezTo>
                    <a:pt x="0" y="617"/>
                    <a:pt x="174" y="794"/>
                    <a:pt x="392" y="798"/>
                  </a:cubicBezTo>
                  <a:lnTo>
                    <a:pt x="1083" y="798"/>
                  </a:lnTo>
                  <a:cubicBezTo>
                    <a:pt x="1299" y="794"/>
                    <a:pt x="1473" y="617"/>
                    <a:pt x="1473" y="400"/>
                  </a:cubicBezTo>
                  <a:cubicBezTo>
                    <a:pt x="1473" y="182"/>
                    <a:pt x="1299" y="4"/>
                    <a:pt x="10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3064;p109">
              <a:extLst>
                <a:ext uri="{FF2B5EF4-FFF2-40B4-BE49-F238E27FC236}">
                  <a16:creationId xmlns:a16="http://schemas.microsoft.com/office/drawing/2014/main" id="{FBD773EC-AD7D-1DF7-67DA-D829E8EA39F7}"/>
                </a:ext>
              </a:extLst>
            </p:cNvPr>
            <p:cNvSpPr/>
            <p:nvPr/>
          </p:nvSpPr>
          <p:spPr>
            <a:xfrm>
              <a:off x="5615766" y="1691294"/>
              <a:ext cx="57208" cy="17294"/>
            </a:xfrm>
            <a:custGeom>
              <a:avLst/>
              <a:gdLst/>
              <a:ahLst/>
              <a:cxnLst/>
              <a:rect l="l" t="t" r="r" b="b"/>
              <a:pathLst>
                <a:path w="2643" h="799" extrusionOk="0">
                  <a:moveTo>
                    <a:pt x="391" y="1"/>
                  </a:moveTo>
                  <a:cubicBezTo>
                    <a:pt x="175" y="4"/>
                    <a:pt x="1" y="182"/>
                    <a:pt x="1" y="400"/>
                  </a:cubicBezTo>
                  <a:cubicBezTo>
                    <a:pt x="1" y="617"/>
                    <a:pt x="175" y="794"/>
                    <a:pt x="391" y="798"/>
                  </a:cubicBezTo>
                  <a:lnTo>
                    <a:pt x="2252" y="798"/>
                  </a:lnTo>
                  <a:cubicBezTo>
                    <a:pt x="2469" y="794"/>
                    <a:pt x="2642" y="617"/>
                    <a:pt x="2642" y="400"/>
                  </a:cubicBezTo>
                  <a:cubicBezTo>
                    <a:pt x="2642" y="182"/>
                    <a:pt x="2469" y="4"/>
                    <a:pt x="22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3065;p109">
              <a:extLst>
                <a:ext uri="{FF2B5EF4-FFF2-40B4-BE49-F238E27FC236}">
                  <a16:creationId xmlns:a16="http://schemas.microsoft.com/office/drawing/2014/main" id="{990B7EC0-6689-7E54-A2C2-6D9992133710}"/>
                </a:ext>
              </a:extLst>
            </p:cNvPr>
            <p:cNvSpPr/>
            <p:nvPr/>
          </p:nvSpPr>
          <p:spPr>
            <a:xfrm>
              <a:off x="5472909" y="1759216"/>
              <a:ext cx="171450" cy="17273"/>
            </a:xfrm>
            <a:custGeom>
              <a:avLst/>
              <a:gdLst/>
              <a:ahLst/>
              <a:cxnLst/>
              <a:rect l="l" t="t" r="r" b="b"/>
              <a:pathLst>
                <a:path w="7921" h="798" extrusionOk="0">
                  <a:moveTo>
                    <a:pt x="400" y="0"/>
                  </a:moveTo>
                  <a:cubicBezTo>
                    <a:pt x="179" y="0"/>
                    <a:pt x="0" y="179"/>
                    <a:pt x="0" y="398"/>
                  </a:cubicBezTo>
                  <a:cubicBezTo>
                    <a:pt x="0" y="619"/>
                    <a:pt x="179" y="798"/>
                    <a:pt x="400" y="798"/>
                  </a:cubicBezTo>
                  <a:lnTo>
                    <a:pt x="7523" y="798"/>
                  </a:lnTo>
                  <a:cubicBezTo>
                    <a:pt x="7743" y="798"/>
                    <a:pt x="7921" y="619"/>
                    <a:pt x="7921" y="398"/>
                  </a:cubicBezTo>
                  <a:cubicBezTo>
                    <a:pt x="7921" y="179"/>
                    <a:pt x="7743" y="0"/>
                    <a:pt x="75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3066;p109">
              <a:extLst>
                <a:ext uri="{FF2B5EF4-FFF2-40B4-BE49-F238E27FC236}">
                  <a16:creationId xmlns:a16="http://schemas.microsoft.com/office/drawing/2014/main" id="{1B840A74-AECC-2EAB-7BA3-45B00343FB81}"/>
                </a:ext>
              </a:extLst>
            </p:cNvPr>
            <p:cNvSpPr/>
            <p:nvPr/>
          </p:nvSpPr>
          <p:spPr>
            <a:xfrm>
              <a:off x="5652433" y="1759216"/>
              <a:ext cx="60974" cy="17273"/>
            </a:xfrm>
            <a:custGeom>
              <a:avLst/>
              <a:gdLst/>
              <a:ahLst/>
              <a:cxnLst/>
              <a:rect l="l" t="t" r="r" b="b"/>
              <a:pathLst>
                <a:path w="2817" h="798" extrusionOk="0">
                  <a:moveTo>
                    <a:pt x="399" y="0"/>
                  </a:moveTo>
                  <a:cubicBezTo>
                    <a:pt x="178" y="0"/>
                    <a:pt x="0" y="179"/>
                    <a:pt x="0" y="398"/>
                  </a:cubicBezTo>
                  <a:cubicBezTo>
                    <a:pt x="0" y="619"/>
                    <a:pt x="178" y="798"/>
                    <a:pt x="399" y="798"/>
                  </a:cubicBezTo>
                  <a:lnTo>
                    <a:pt x="2419" y="798"/>
                  </a:lnTo>
                  <a:cubicBezTo>
                    <a:pt x="2639" y="798"/>
                    <a:pt x="2817" y="619"/>
                    <a:pt x="2817" y="398"/>
                  </a:cubicBezTo>
                  <a:cubicBezTo>
                    <a:pt x="2817" y="179"/>
                    <a:pt x="2639" y="0"/>
                    <a:pt x="24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 name="Google Shape;3080;p109">
            <a:extLst>
              <a:ext uri="{FF2B5EF4-FFF2-40B4-BE49-F238E27FC236}">
                <a16:creationId xmlns:a16="http://schemas.microsoft.com/office/drawing/2014/main" id="{4671CA2A-2065-0903-95CC-1C7A33F04707}"/>
              </a:ext>
            </a:extLst>
          </p:cNvPr>
          <p:cNvGrpSpPr/>
          <p:nvPr/>
        </p:nvGrpSpPr>
        <p:grpSpPr>
          <a:xfrm>
            <a:off x="7812920" y="2249698"/>
            <a:ext cx="709614" cy="610062"/>
            <a:chOff x="501090" y="3276098"/>
            <a:chExt cx="571926" cy="491363"/>
          </a:xfrm>
        </p:grpSpPr>
        <p:sp>
          <p:nvSpPr>
            <p:cNvPr id="492" name="Google Shape;3081;p109">
              <a:extLst>
                <a:ext uri="{FF2B5EF4-FFF2-40B4-BE49-F238E27FC236}">
                  <a16:creationId xmlns:a16="http://schemas.microsoft.com/office/drawing/2014/main" id="{2EE6E1A6-8A39-7707-81B2-C6D9B41E0BAF}"/>
                </a:ext>
              </a:extLst>
            </p:cNvPr>
            <p:cNvSpPr/>
            <p:nvPr/>
          </p:nvSpPr>
          <p:spPr>
            <a:xfrm>
              <a:off x="554012" y="3462526"/>
              <a:ext cx="462597" cy="273874"/>
            </a:xfrm>
            <a:custGeom>
              <a:avLst/>
              <a:gdLst/>
              <a:ahLst/>
              <a:cxnLst/>
              <a:rect l="l" t="t" r="r" b="b"/>
              <a:pathLst>
                <a:path w="21372" h="12653" extrusionOk="0">
                  <a:moveTo>
                    <a:pt x="844" y="0"/>
                  </a:moveTo>
                  <a:cubicBezTo>
                    <a:pt x="378" y="0"/>
                    <a:pt x="1" y="378"/>
                    <a:pt x="1" y="844"/>
                  </a:cubicBezTo>
                  <a:lnTo>
                    <a:pt x="1" y="12653"/>
                  </a:lnTo>
                  <a:lnTo>
                    <a:pt x="21371" y="12653"/>
                  </a:lnTo>
                  <a:lnTo>
                    <a:pt x="21371" y="843"/>
                  </a:lnTo>
                  <a:cubicBezTo>
                    <a:pt x="21371" y="378"/>
                    <a:pt x="20994" y="0"/>
                    <a:pt x="205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3082;p109">
              <a:extLst>
                <a:ext uri="{FF2B5EF4-FFF2-40B4-BE49-F238E27FC236}">
                  <a16:creationId xmlns:a16="http://schemas.microsoft.com/office/drawing/2014/main" id="{B87F45D8-79EE-7553-0ACF-E5AAED367C40}"/>
                </a:ext>
              </a:extLst>
            </p:cNvPr>
            <p:cNvSpPr/>
            <p:nvPr/>
          </p:nvSpPr>
          <p:spPr>
            <a:xfrm>
              <a:off x="553991" y="3462526"/>
              <a:ext cx="74091" cy="273874"/>
            </a:xfrm>
            <a:custGeom>
              <a:avLst/>
              <a:gdLst/>
              <a:ahLst/>
              <a:cxnLst/>
              <a:rect l="l" t="t" r="r" b="b"/>
              <a:pathLst>
                <a:path w="3423" h="12653" extrusionOk="0">
                  <a:moveTo>
                    <a:pt x="844" y="0"/>
                  </a:moveTo>
                  <a:cubicBezTo>
                    <a:pt x="379" y="0"/>
                    <a:pt x="0" y="378"/>
                    <a:pt x="2" y="844"/>
                  </a:cubicBezTo>
                  <a:lnTo>
                    <a:pt x="2" y="12653"/>
                  </a:lnTo>
                  <a:lnTo>
                    <a:pt x="2580" y="12653"/>
                  </a:lnTo>
                  <a:lnTo>
                    <a:pt x="2580" y="843"/>
                  </a:lnTo>
                  <a:cubicBezTo>
                    <a:pt x="2580" y="378"/>
                    <a:pt x="2958" y="0"/>
                    <a:pt x="34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3083;p109">
              <a:extLst>
                <a:ext uri="{FF2B5EF4-FFF2-40B4-BE49-F238E27FC236}">
                  <a16:creationId xmlns:a16="http://schemas.microsoft.com/office/drawing/2014/main" id="{29507982-AAA1-1534-7DFD-7F416B3B239A}"/>
                </a:ext>
              </a:extLst>
            </p:cNvPr>
            <p:cNvSpPr/>
            <p:nvPr/>
          </p:nvSpPr>
          <p:spPr>
            <a:xfrm>
              <a:off x="582779" y="3491292"/>
              <a:ext cx="405065" cy="204848"/>
            </a:xfrm>
            <a:custGeom>
              <a:avLst/>
              <a:gdLst/>
              <a:ahLst/>
              <a:cxnLst/>
              <a:rect l="l" t="t" r="r" b="b"/>
              <a:pathLst>
                <a:path w="18714" h="9464" extrusionOk="0">
                  <a:moveTo>
                    <a:pt x="283" y="1"/>
                  </a:moveTo>
                  <a:cubicBezTo>
                    <a:pt x="126" y="1"/>
                    <a:pt x="1" y="126"/>
                    <a:pt x="1" y="281"/>
                  </a:cubicBezTo>
                  <a:lnTo>
                    <a:pt x="1" y="9181"/>
                  </a:lnTo>
                  <a:cubicBezTo>
                    <a:pt x="1" y="9337"/>
                    <a:pt x="126" y="9463"/>
                    <a:pt x="283" y="9463"/>
                  </a:cubicBezTo>
                  <a:lnTo>
                    <a:pt x="18432" y="9463"/>
                  </a:lnTo>
                  <a:cubicBezTo>
                    <a:pt x="18588" y="9463"/>
                    <a:pt x="18713" y="9337"/>
                    <a:pt x="18713" y="9181"/>
                  </a:cubicBezTo>
                  <a:lnTo>
                    <a:pt x="18713" y="281"/>
                  </a:lnTo>
                  <a:cubicBezTo>
                    <a:pt x="18713" y="126"/>
                    <a:pt x="18588" y="1"/>
                    <a:pt x="184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3084;p109">
              <a:extLst>
                <a:ext uri="{FF2B5EF4-FFF2-40B4-BE49-F238E27FC236}">
                  <a16:creationId xmlns:a16="http://schemas.microsoft.com/office/drawing/2014/main" id="{1579F900-9E2A-D0C3-B890-491597E52D6E}"/>
                </a:ext>
              </a:extLst>
            </p:cNvPr>
            <p:cNvSpPr/>
            <p:nvPr/>
          </p:nvSpPr>
          <p:spPr>
            <a:xfrm>
              <a:off x="582779" y="3491292"/>
              <a:ext cx="405065" cy="204848"/>
            </a:xfrm>
            <a:custGeom>
              <a:avLst/>
              <a:gdLst/>
              <a:ahLst/>
              <a:cxnLst/>
              <a:rect l="l" t="t" r="r" b="b"/>
              <a:pathLst>
                <a:path w="18714" h="9464" extrusionOk="0">
                  <a:moveTo>
                    <a:pt x="283" y="1"/>
                  </a:moveTo>
                  <a:cubicBezTo>
                    <a:pt x="126" y="1"/>
                    <a:pt x="1" y="126"/>
                    <a:pt x="1" y="281"/>
                  </a:cubicBezTo>
                  <a:lnTo>
                    <a:pt x="1" y="9181"/>
                  </a:lnTo>
                  <a:cubicBezTo>
                    <a:pt x="1" y="9337"/>
                    <a:pt x="126" y="9463"/>
                    <a:pt x="283" y="9463"/>
                  </a:cubicBezTo>
                  <a:lnTo>
                    <a:pt x="18432" y="9463"/>
                  </a:lnTo>
                  <a:cubicBezTo>
                    <a:pt x="18588" y="9463"/>
                    <a:pt x="18713" y="9337"/>
                    <a:pt x="18713" y="9181"/>
                  </a:cubicBezTo>
                  <a:lnTo>
                    <a:pt x="18713" y="8108"/>
                  </a:lnTo>
                  <a:lnTo>
                    <a:pt x="7184" y="8108"/>
                  </a:lnTo>
                  <a:cubicBezTo>
                    <a:pt x="4244" y="8108"/>
                    <a:pt x="1861" y="5725"/>
                    <a:pt x="1861" y="2786"/>
                  </a:cubicBezTo>
                  <a:lnTo>
                    <a:pt x="186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3085;p109">
              <a:extLst>
                <a:ext uri="{FF2B5EF4-FFF2-40B4-BE49-F238E27FC236}">
                  <a16:creationId xmlns:a16="http://schemas.microsoft.com/office/drawing/2014/main" id="{87596729-12E9-37F0-3BB4-753E77F20357}"/>
                </a:ext>
              </a:extLst>
            </p:cNvPr>
            <p:cNvSpPr/>
            <p:nvPr/>
          </p:nvSpPr>
          <p:spPr>
            <a:xfrm>
              <a:off x="547606" y="3345557"/>
              <a:ext cx="17446" cy="34719"/>
            </a:xfrm>
            <a:custGeom>
              <a:avLst/>
              <a:gdLst/>
              <a:ahLst/>
              <a:cxnLst/>
              <a:rect l="l" t="t" r="r" b="b"/>
              <a:pathLst>
                <a:path w="806" h="1604" extrusionOk="0">
                  <a:moveTo>
                    <a:pt x="402" y="0"/>
                  </a:moveTo>
                  <a:cubicBezTo>
                    <a:pt x="179" y="0"/>
                    <a:pt x="0" y="184"/>
                    <a:pt x="4" y="407"/>
                  </a:cubicBezTo>
                  <a:lnTo>
                    <a:pt x="4" y="1204"/>
                  </a:lnTo>
                  <a:cubicBezTo>
                    <a:pt x="4" y="1425"/>
                    <a:pt x="183" y="1603"/>
                    <a:pt x="402" y="1603"/>
                  </a:cubicBezTo>
                  <a:cubicBezTo>
                    <a:pt x="623" y="1603"/>
                    <a:pt x="802" y="1425"/>
                    <a:pt x="802" y="1204"/>
                  </a:cubicBezTo>
                  <a:lnTo>
                    <a:pt x="802" y="407"/>
                  </a:lnTo>
                  <a:cubicBezTo>
                    <a:pt x="806" y="184"/>
                    <a:pt x="626" y="0"/>
                    <a:pt x="40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3086;p109">
              <a:extLst>
                <a:ext uri="{FF2B5EF4-FFF2-40B4-BE49-F238E27FC236}">
                  <a16:creationId xmlns:a16="http://schemas.microsoft.com/office/drawing/2014/main" id="{3D376394-E66D-2B3F-7CD6-B97709F8B91A}"/>
                </a:ext>
              </a:extLst>
            </p:cNvPr>
            <p:cNvSpPr/>
            <p:nvPr/>
          </p:nvSpPr>
          <p:spPr>
            <a:xfrm>
              <a:off x="562627" y="3381379"/>
              <a:ext cx="34567" cy="17294"/>
            </a:xfrm>
            <a:custGeom>
              <a:avLst/>
              <a:gdLst/>
              <a:ahLst/>
              <a:cxnLst/>
              <a:rect l="l" t="t" r="r" b="b"/>
              <a:pathLst>
                <a:path w="1597" h="799" extrusionOk="0">
                  <a:moveTo>
                    <a:pt x="400" y="1"/>
                  </a:moveTo>
                  <a:cubicBezTo>
                    <a:pt x="180" y="1"/>
                    <a:pt x="1" y="180"/>
                    <a:pt x="1" y="400"/>
                  </a:cubicBezTo>
                  <a:cubicBezTo>
                    <a:pt x="1" y="620"/>
                    <a:pt x="180" y="798"/>
                    <a:pt x="400" y="798"/>
                  </a:cubicBezTo>
                  <a:lnTo>
                    <a:pt x="1197" y="798"/>
                  </a:lnTo>
                  <a:cubicBezTo>
                    <a:pt x="1418" y="798"/>
                    <a:pt x="1596" y="620"/>
                    <a:pt x="1596" y="400"/>
                  </a:cubicBezTo>
                  <a:cubicBezTo>
                    <a:pt x="1596" y="180"/>
                    <a:pt x="1418" y="1"/>
                    <a:pt x="119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3087;p109">
              <a:extLst>
                <a:ext uri="{FF2B5EF4-FFF2-40B4-BE49-F238E27FC236}">
                  <a16:creationId xmlns:a16="http://schemas.microsoft.com/office/drawing/2014/main" id="{483B78DE-549C-46A3-EA41-AA7725D95DA6}"/>
                </a:ext>
              </a:extLst>
            </p:cNvPr>
            <p:cNvSpPr/>
            <p:nvPr/>
          </p:nvSpPr>
          <p:spPr>
            <a:xfrm>
              <a:off x="544229" y="3396531"/>
              <a:ext cx="17294" cy="34351"/>
            </a:xfrm>
            <a:custGeom>
              <a:avLst/>
              <a:gdLst/>
              <a:ahLst/>
              <a:cxnLst/>
              <a:rect l="l" t="t" r="r" b="b"/>
              <a:pathLst>
                <a:path w="799" h="1587" extrusionOk="0">
                  <a:moveTo>
                    <a:pt x="399" y="1"/>
                  </a:moveTo>
                  <a:cubicBezTo>
                    <a:pt x="182" y="1"/>
                    <a:pt x="5" y="174"/>
                    <a:pt x="1" y="391"/>
                  </a:cubicBezTo>
                  <a:lnTo>
                    <a:pt x="1" y="1189"/>
                  </a:lnTo>
                  <a:cubicBezTo>
                    <a:pt x="1" y="1408"/>
                    <a:pt x="180" y="1587"/>
                    <a:pt x="399" y="1587"/>
                  </a:cubicBezTo>
                  <a:cubicBezTo>
                    <a:pt x="620" y="1587"/>
                    <a:pt x="799" y="1408"/>
                    <a:pt x="799" y="1189"/>
                  </a:cubicBezTo>
                  <a:lnTo>
                    <a:pt x="799" y="391"/>
                  </a:lnTo>
                  <a:cubicBezTo>
                    <a:pt x="793" y="174"/>
                    <a:pt x="616" y="1"/>
                    <a:pt x="39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3088;p109">
              <a:extLst>
                <a:ext uri="{FF2B5EF4-FFF2-40B4-BE49-F238E27FC236}">
                  <a16:creationId xmlns:a16="http://schemas.microsoft.com/office/drawing/2014/main" id="{66965956-E8AB-3C44-E5FF-504196AFAD3C}"/>
                </a:ext>
              </a:extLst>
            </p:cNvPr>
            <p:cNvSpPr/>
            <p:nvPr/>
          </p:nvSpPr>
          <p:spPr>
            <a:xfrm>
              <a:off x="511848" y="3377938"/>
              <a:ext cx="34870" cy="17294"/>
            </a:xfrm>
            <a:custGeom>
              <a:avLst/>
              <a:gdLst/>
              <a:ahLst/>
              <a:cxnLst/>
              <a:rect l="l" t="t" r="r" b="b"/>
              <a:pathLst>
                <a:path w="1611" h="799" extrusionOk="0">
                  <a:moveTo>
                    <a:pt x="399" y="0"/>
                  </a:moveTo>
                  <a:cubicBezTo>
                    <a:pt x="179" y="0"/>
                    <a:pt x="0" y="178"/>
                    <a:pt x="0" y="400"/>
                  </a:cubicBezTo>
                  <a:cubicBezTo>
                    <a:pt x="0" y="621"/>
                    <a:pt x="179" y="798"/>
                    <a:pt x="399" y="798"/>
                  </a:cubicBezTo>
                  <a:cubicBezTo>
                    <a:pt x="402" y="798"/>
                    <a:pt x="404" y="798"/>
                    <a:pt x="407" y="798"/>
                  </a:cubicBezTo>
                  <a:lnTo>
                    <a:pt x="1204" y="798"/>
                  </a:lnTo>
                  <a:cubicBezTo>
                    <a:pt x="1207" y="798"/>
                    <a:pt x="1209" y="798"/>
                    <a:pt x="1212" y="798"/>
                  </a:cubicBezTo>
                  <a:cubicBezTo>
                    <a:pt x="1432" y="798"/>
                    <a:pt x="1610" y="621"/>
                    <a:pt x="1610" y="400"/>
                  </a:cubicBezTo>
                  <a:cubicBezTo>
                    <a:pt x="1610" y="178"/>
                    <a:pt x="1432" y="0"/>
                    <a:pt x="1212" y="0"/>
                  </a:cubicBezTo>
                  <a:cubicBezTo>
                    <a:pt x="1209" y="0"/>
                    <a:pt x="1207" y="0"/>
                    <a:pt x="1204" y="0"/>
                  </a:cubicBezTo>
                  <a:lnTo>
                    <a:pt x="407" y="0"/>
                  </a:lnTo>
                  <a:cubicBezTo>
                    <a:pt x="404" y="0"/>
                    <a:pt x="402" y="0"/>
                    <a:pt x="39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3089;p109">
              <a:extLst>
                <a:ext uri="{FF2B5EF4-FFF2-40B4-BE49-F238E27FC236}">
                  <a16:creationId xmlns:a16="http://schemas.microsoft.com/office/drawing/2014/main" id="{EC29408A-7951-FEAC-2B6F-1E108D34625D}"/>
                </a:ext>
              </a:extLst>
            </p:cNvPr>
            <p:cNvSpPr/>
            <p:nvPr/>
          </p:nvSpPr>
          <p:spPr>
            <a:xfrm>
              <a:off x="651415" y="3593132"/>
              <a:ext cx="42273" cy="17273"/>
            </a:xfrm>
            <a:custGeom>
              <a:avLst/>
              <a:gdLst/>
              <a:ahLst/>
              <a:cxnLst/>
              <a:rect l="l" t="t" r="r" b="b"/>
              <a:pathLst>
                <a:path w="1953" h="798" extrusionOk="0">
                  <a:moveTo>
                    <a:pt x="392" y="0"/>
                  </a:moveTo>
                  <a:cubicBezTo>
                    <a:pt x="174" y="4"/>
                    <a:pt x="0" y="182"/>
                    <a:pt x="0" y="398"/>
                  </a:cubicBezTo>
                  <a:cubicBezTo>
                    <a:pt x="0" y="615"/>
                    <a:pt x="174" y="793"/>
                    <a:pt x="392" y="798"/>
                  </a:cubicBezTo>
                  <a:lnTo>
                    <a:pt x="1560" y="798"/>
                  </a:lnTo>
                  <a:cubicBezTo>
                    <a:pt x="1779" y="793"/>
                    <a:pt x="1952" y="615"/>
                    <a:pt x="1952" y="398"/>
                  </a:cubicBezTo>
                  <a:cubicBezTo>
                    <a:pt x="1952" y="182"/>
                    <a:pt x="1779" y="4"/>
                    <a:pt x="15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3090;p109">
              <a:extLst>
                <a:ext uri="{FF2B5EF4-FFF2-40B4-BE49-F238E27FC236}">
                  <a16:creationId xmlns:a16="http://schemas.microsoft.com/office/drawing/2014/main" id="{7693D7EC-906E-0E3F-3766-86C6D1F1448A}"/>
                </a:ext>
              </a:extLst>
            </p:cNvPr>
            <p:cNvSpPr/>
            <p:nvPr/>
          </p:nvSpPr>
          <p:spPr>
            <a:xfrm>
              <a:off x="704337" y="3593132"/>
              <a:ext cx="216017" cy="17273"/>
            </a:xfrm>
            <a:custGeom>
              <a:avLst/>
              <a:gdLst/>
              <a:ahLst/>
              <a:cxnLst/>
              <a:rect l="l" t="t" r="r" b="b"/>
              <a:pathLst>
                <a:path w="9980" h="798" extrusionOk="0">
                  <a:moveTo>
                    <a:pt x="391" y="0"/>
                  </a:moveTo>
                  <a:cubicBezTo>
                    <a:pt x="174" y="4"/>
                    <a:pt x="1" y="182"/>
                    <a:pt x="1" y="398"/>
                  </a:cubicBezTo>
                  <a:cubicBezTo>
                    <a:pt x="1" y="615"/>
                    <a:pt x="174" y="793"/>
                    <a:pt x="391" y="798"/>
                  </a:cubicBezTo>
                  <a:lnTo>
                    <a:pt x="9589" y="798"/>
                  </a:lnTo>
                  <a:cubicBezTo>
                    <a:pt x="9805" y="793"/>
                    <a:pt x="9979" y="615"/>
                    <a:pt x="9979" y="398"/>
                  </a:cubicBezTo>
                  <a:cubicBezTo>
                    <a:pt x="9979" y="182"/>
                    <a:pt x="9805" y="4"/>
                    <a:pt x="95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3091;p109">
              <a:extLst>
                <a:ext uri="{FF2B5EF4-FFF2-40B4-BE49-F238E27FC236}">
                  <a16:creationId xmlns:a16="http://schemas.microsoft.com/office/drawing/2014/main" id="{8085A4BA-3B3C-CBA5-DFFA-078B13AB8192}"/>
                </a:ext>
              </a:extLst>
            </p:cNvPr>
            <p:cNvSpPr/>
            <p:nvPr/>
          </p:nvSpPr>
          <p:spPr>
            <a:xfrm>
              <a:off x="877930" y="3629950"/>
              <a:ext cx="42576" cy="17294"/>
            </a:xfrm>
            <a:custGeom>
              <a:avLst/>
              <a:gdLst/>
              <a:ahLst/>
              <a:cxnLst/>
              <a:rect l="l" t="t" r="r" b="b"/>
              <a:pathLst>
                <a:path w="1967" h="799" extrusionOk="0">
                  <a:moveTo>
                    <a:pt x="399" y="1"/>
                  </a:moveTo>
                  <a:cubicBezTo>
                    <a:pt x="179" y="1"/>
                    <a:pt x="0" y="178"/>
                    <a:pt x="0" y="399"/>
                  </a:cubicBezTo>
                  <a:cubicBezTo>
                    <a:pt x="0" y="619"/>
                    <a:pt x="179" y="798"/>
                    <a:pt x="399" y="798"/>
                  </a:cubicBezTo>
                  <a:lnTo>
                    <a:pt x="1569" y="798"/>
                  </a:lnTo>
                  <a:cubicBezTo>
                    <a:pt x="1789" y="798"/>
                    <a:pt x="1967" y="619"/>
                    <a:pt x="1967" y="399"/>
                  </a:cubicBezTo>
                  <a:cubicBezTo>
                    <a:pt x="1967" y="178"/>
                    <a:pt x="1789" y="1"/>
                    <a:pt x="15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3092;p109">
              <a:extLst>
                <a:ext uri="{FF2B5EF4-FFF2-40B4-BE49-F238E27FC236}">
                  <a16:creationId xmlns:a16="http://schemas.microsoft.com/office/drawing/2014/main" id="{2FA27D17-1D98-BAE4-C5F2-9ACE3E573C8F}"/>
                </a:ext>
              </a:extLst>
            </p:cNvPr>
            <p:cNvSpPr/>
            <p:nvPr/>
          </p:nvSpPr>
          <p:spPr>
            <a:xfrm>
              <a:off x="651242" y="3629950"/>
              <a:ext cx="216363" cy="17294"/>
            </a:xfrm>
            <a:custGeom>
              <a:avLst/>
              <a:gdLst/>
              <a:ahLst/>
              <a:cxnLst/>
              <a:rect l="l" t="t" r="r" b="b"/>
              <a:pathLst>
                <a:path w="9996" h="799" extrusionOk="0">
                  <a:moveTo>
                    <a:pt x="400" y="1"/>
                  </a:moveTo>
                  <a:cubicBezTo>
                    <a:pt x="179" y="1"/>
                    <a:pt x="0" y="178"/>
                    <a:pt x="0" y="399"/>
                  </a:cubicBezTo>
                  <a:cubicBezTo>
                    <a:pt x="0" y="619"/>
                    <a:pt x="179" y="798"/>
                    <a:pt x="400" y="798"/>
                  </a:cubicBezTo>
                  <a:lnTo>
                    <a:pt x="9597" y="798"/>
                  </a:lnTo>
                  <a:cubicBezTo>
                    <a:pt x="9817" y="798"/>
                    <a:pt x="9996" y="619"/>
                    <a:pt x="9996" y="399"/>
                  </a:cubicBezTo>
                  <a:cubicBezTo>
                    <a:pt x="9996" y="178"/>
                    <a:pt x="9817" y="1"/>
                    <a:pt x="959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3093;p109">
              <a:extLst>
                <a:ext uri="{FF2B5EF4-FFF2-40B4-BE49-F238E27FC236}">
                  <a16:creationId xmlns:a16="http://schemas.microsoft.com/office/drawing/2014/main" id="{CAC983D8-5FA5-5490-51E6-7F538377AC7B}"/>
                </a:ext>
              </a:extLst>
            </p:cNvPr>
            <p:cNvSpPr/>
            <p:nvPr/>
          </p:nvSpPr>
          <p:spPr>
            <a:xfrm>
              <a:off x="501090" y="3724885"/>
              <a:ext cx="571926" cy="42576"/>
            </a:xfrm>
            <a:custGeom>
              <a:avLst/>
              <a:gdLst/>
              <a:ahLst/>
              <a:cxnLst/>
              <a:rect l="l" t="t" r="r" b="b"/>
              <a:pathLst>
                <a:path w="26423" h="1967" extrusionOk="0">
                  <a:moveTo>
                    <a:pt x="454" y="0"/>
                  </a:moveTo>
                  <a:cubicBezTo>
                    <a:pt x="204" y="0"/>
                    <a:pt x="0" y="203"/>
                    <a:pt x="0" y="455"/>
                  </a:cubicBezTo>
                  <a:lnTo>
                    <a:pt x="0" y="729"/>
                  </a:lnTo>
                  <a:cubicBezTo>
                    <a:pt x="0" y="1413"/>
                    <a:pt x="555" y="1967"/>
                    <a:pt x="1238" y="1967"/>
                  </a:cubicBezTo>
                  <a:lnTo>
                    <a:pt x="25130" y="1967"/>
                  </a:lnTo>
                  <a:cubicBezTo>
                    <a:pt x="25843" y="1967"/>
                    <a:pt x="26421" y="1388"/>
                    <a:pt x="26421" y="675"/>
                  </a:cubicBezTo>
                  <a:lnTo>
                    <a:pt x="26421" y="455"/>
                  </a:lnTo>
                  <a:lnTo>
                    <a:pt x="26423" y="455"/>
                  </a:lnTo>
                  <a:cubicBezTo>
                    <a:pt x="26421" y="204"/>
                    <a:pt x="26219" y="0"/>
                    <a:pt x="259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3094;p109">
              <a:extLst>
                <a:ext uri="{FF2B5EF4-FFF2-40B4-BE49-F238E27FC236}">
                  <a16:creationId xmlns:a16="http://schemas.microsoft.com/office/drawing/2014/main" id="{6E0A7F08-444E-5BB2-CC21-AE667DCFF1BB}"/>
                </a:ext>
              </a:extLst>
            </p:cNvPr>
            <p:cNvSpPr/>
            <p:nvPr/>
          </p:nvSpPr>
          <p:spPr>
            <a:xfrm>
              <a:off x="650679" y="3354366"/>
              <a:ext cx="269264" cy="91061"/>
            </a:xfrm>
            <a:custGeom>
              <a:avLst/>
              <a:gdLst/>
              <a:ahLst/>
              <a:cxnLst/>
              <a:rect l="l" t="t" r="r" b="b"/>
              <a:pathLst>
                <a:path w="12440" h="4207" extrusionOk="0">
                  <a:moveTo>
                    <a:pt x="11058" y="0"/>
                  </a:moveTo>
                  <a:lnTo>
                    <a:pt x="1594" y="186"/>
                  </a:lnTo>
                  <a:lnTo>
                    <a:pt x="0" y="1754"/>
                  </a:lnTo>
                  <a:lnTo>
                    <a:pt x="0" y="4206"/>
                  </a:lnTo>
                  <a:lnTo>
                    <a:pt x="12440" y="4206"/>
                  </a:lnTo>
                  <a:lnTo>
                    <a:pt x="12440" y="1754"/>
                  </a:lnTo>
                  <a:lnTo>
                    <a:pt x="1105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3095;p109">
              <a:extLst>
                <a:ext uri="{FF2B5EF4-FFF2-40B4-BE49-F238E27FC236}">
                  <a16:creationId xmlns:a16="http://schemas.microsoft.com/office/drawing/2014/main" id="{2D81F121-B1E6-FB34-F578-526491FB6882}"/>
                </a:ext>
              </a:extLst>
            </p:cNvPr>
            <p:cNvSpPr/>
            <p:nvPr/>
          </p:nvSpPr>
          <p:spPr>
            <a:xfrm>
              <a:off x="685203" y="3276098"/>
              <a:ext cx="204848" cy="215216"/>
            </a:xfrm>
            <a:custGeom>
              <a:avLst/>
              <a:gdLst/>
              <a:ahLst/>
              <a:cxnLst/>
              <a:rect l="l" t="t" r="r" b="b"/>
              <a:pathLst>
                <a:path w="9464" h="9943" extrusionOk="0">
                  <a:moveTo>
                    <a:pt x="129" y="1"/>
                  </a:moveTo>
                  <a:cubicBezTo>
                    <a:pt x="57" y="1"/>
                    <a:pt x="1" y="58"/>
                    <a:pt x="1" y="129"/>
                  </a:cubicBezTo>
                  <a:lnTo>
                    <a:pt x="1" y="9943"/>
                  </a:lnTo>
                  <a:lnTo>
                    <a:pt x="9463" y="9943"/>
                  </a:lnTo>
                  <a:lnTo>
                    <a:pt x="9463" y="129"/>
                  </a:lnTo>
                  <a:cubicBezTo>
                    <a:pt x="9463" y="58"/>
                    <a:pt x="9406" y="1"/>
                    <a:pt x="93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3096;p109">
              <a:extLst>
                <a:ext uri="{FF2B5EF4-FFF2-40B4-BE49-F238E27FC236}">
                  <a16:creationId xmlns:a16="http://schemas.microsoft.com/office/drawing/2014/main" id="{C8B092AD-3EDA-EFE9-DCEE-B635F344C507}"/>
                </a:ext>
              </a:extLst>
            </p:cNvPr>
            <p:cNvSpPr/>
            <p:nvPr/>
          </p:nvSpPr>
          <p:spPr>
            <a:xfrm>
              <a:off x="715116" y="3372764"/>
              <a:ext cx="142705" cy="31082"/>
            </a:xfrm>
            <a:custGeom>
              <a:avLst/>
              <a:gdLst/>
              <a:ahLst/>
              <a:cxnLst/>
              <a:rect l="l" t="t" r="r" b="b"/>
              <a:pathLst>
                <a:path w="6593" h="1436" extrusionOk="0">
                  <a:moveTo>
                    <a:pt x="207" y="0"/>
                  </a:moveTo>
                  <a:cubicBezTo>
                    <a:pt x="92" y="0"/>
                    <a:pt x="0" y="92"/>
                    <a:pt x="0" y="207"/>
                  </a:cubicBezTo>
                  <a:lnTo>
                    <a:pt x="0" y="1230"/>
                  </a:lnTo>
                  <a:cubicBezTo>
                    <a:pt x="0" y="1344"/>
                    <a:pt x="92" y="1435"/>
                    <a:pt x="207" y="1435"/>
                  </a:cubicBezTo>
                  <a:lnTo>
                    <a:pt x="6386" y="1435"/>
                  </a:lnTo>
                  <a:cubicBezTo>
                    <a:pt x="6500" y="1435"/>
                    <a:pt x="6593" y="1344"/>
                    <a:pt x="6593" y="1230"/>
                  </a:cubicBezTo>
                  <a:lnTo>
                    <a:pt x="6593" y="207"/>
                  </a:lnTo>
                  <a:cubicBezTo>
                    <a:pt x="6593" y="93"/>
                    <a:pt x="6500" y="0"/>
                    <a:pt x="63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3097;p109">
              <a:extLst>
                <a:ext uri="{FF2B5EF4-FFF2-40B4-BE49-F238E27FC236}">
                  <a16:creationId xmlns:a16="http://schemas.microsoft.com/office/drawing/2014/main" id="{B73AA747-49A6-D475-0198-FD1AC764E7CD}"/>
                </a:ext>
              </a:extLst>
            </p:cNvPr>
            <p:cNvSpPr/>
            <p:nvPr/>
          </p:nvSpPr>
          <p:spPr>
            <a:xfrm>
              <a:off x="650679" y="3392332"/>
              <a:ext cx="269264" cy="170325"/>
            </a:xfrm>
            <a:custGeom>
              <a:avLst/>
              <a:gdLst/>
              <a:ahLst/>
              <a:cxnLst/>
              <a:rect l="l" t="t" r="r" b="b"/>
              <a:pathLst>
                <a:path w="12440" h="7869" extrusionOk="0">
                  <a:moveTo>
                    <a:pt x="0" y="0"/>
                  </a:moveTo>
                  <a:lnTo>
                    <a:pt x="0" y="7337"/>
                  </a:lnTo>
                  <a:cubicBezTo>
                    <a:pt x="1" y="7631"/>
                    <a:pt x="240" y="7868"/>
                    <a:pt x="534" y="7868"/>
                  </a:cubicBezTo>
                  <a:lnTo>
                    <a:pt x="11906" y="7868"/>
                  </a:lnTo>
                  <a:cubicBezTo>
                    <a:pt x="12200" y="7868"/>
                    <a:pt x="12438" y="7631"/>
                    <a:pt x="12440" y="7337"/>
                  </a:cubicBezTo>
                  <a:lnTo>
                    <a:pt x="12440" y="0"/>
                  </a:lnTo>
                  <a:lnTo>
                    <a:pt x="11058" y="1011"/>
                  </a:lnTo>
                  <a:lnTo>
                    <a:pt x="7804" y="3386"/>
                  </a:lnTo>
                  <a:lnTo>
                    <a:pt x="7009" y="2708"/>
                  </a:lnTo>
                  <a:cubicBezTo>
                    <a:pt x="6809" y="2538"/>
                    <a:pt x="6562" y="2453"/>
                    <a:pt x="6315" y="2453"/>
                  </a:cubicBezTo>
                  <a:cubicBezTo>
                    <a:pt x="6073" y="2453"/>
                    <a:pt x="5831" y="2534"/>
                    <a:pt x="5633" y="2698"/>
                  </a:cubicBezTo>
                  <a:lnTo>
                    <a:pt x="4797" y="3386"/>
                  </a:lnTo>
                  <a:lnTo>
                    <a:pt x="1594" y="1127"/>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3098;p109">
              <a:extLst>
                <a:ext uri="{FF2B5EF4-FFF2-40B4-BE49-F238E27FC236}">
                  <a16:creationId xmlns:a16="http://schemas.microsoft.com/office/drawing/2014/main" id="{C876EB9F-BD4D-230C-1E81-BAF05A6B96AB}"/>
                </a:ext>
              </a:extLst>
            </p:cNvPr>
            <p:cNvSpPr/>
            <p:nvPr/>
          </p:nvSpPr>
          <p:spPr>
            <a:xfrm>
              <a:off x="650679" y="3445405"/>
              <a:ext cx="269264" cy="117251"/>
            </a:xfrm>
            <a:custGeom>
              <a:avLst/>
              <a:gdLst/>
              <a:ahLst/>
              <a:cxnLst/>
              <a:rect l="l" t="t" r="r" b="b"/>
              <a:pathLst>
                <a:path w="12440" h="5417" extrusionOk="0">
                  <a:moveTo>
                    <a:pt x="6315" y="1"/>
                  </a:moveTo>
                  <a:cubicBezTo>
                    <a:pt x="6073" y="1"/>
                    <a:pt x="5831" y="82"/>
                    <a:pt x="5633" y="246"/>
                  </a:cubicBezTo>
                  <a:lnTo>
                    <a:pt x="4797" y="934"/>
                  </a:lnTo>
                  <a:lnTo>
                    <a:pt x="0" y="4884"/>
                  </a:lnTo>
                  <a:cubicBezTo>
                    <a:pt x="1" y="5177"/>
                    <a:pt x="240" y="5416"/>
                    <a:pt x="534" y="5416"/>
                  </a:cubicBezTo>
                  <a:lnTo>
                    <a:pt x="11906" y="5416"/>
                  </a:lnTo>
                  <a:cubicBezTo>
                    <a:pt x="12200" y="5416"/>
                    <a:pt x="12438" y="5177"/>
                    <a:pt x="12440" y="4884"/>
                  </a:cubicBezTo>
                  <a:lnTo>
                    <a:pt x="7804" y="934"/>
                  </a:lnTo>
                  <a:lnTo>
                    <a:pt x="7009" y="256"/>
                  </a:lnTo>
                  <a:cubicBezTo>
                    <a:pt x="6809" y="86"/>
                    <a:pt x="6562" y="1"/>
                    <a:pt x="63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3099;p109">
              <a:extLst>
                <a:ext uri="{FF2B5EF4-FFF2-40B4-BE49-F238E27FC236}">
                  <a16:creationId xmlns:a16="http://schemas.microsoft.com/office/drawing/2014/main" id="{6E6FCBC7-89AE-55BD-3078-6A4EE81A5A09}"/>
                </a:ext>
              </a:extLst>
            </p:cNvPr>
            <p:cNvSpPr/>
            <p:nvPr/>
          </p:nvSpPr>
          <p:spPr>
            <a:xfrm>
              <a:off x="706285" y="3298544"/>
              <a:ext cx="32619" cy="17294"/>
            </a:xfrm>
            <a:custGeom>
              <a:avLst/>
              <a:gdLst/>
              <a:ahLst/>
              <a:cxnLst/>
              <a:rect l="l" t="t" r="r" b="b"/>
              <a:pathLst>
                <a:path w="1507" h="799" extrusionOk="0">
                  <a:moveTo>
                    <a:pt x="401" y="1"/>
                  </a:moveTo>
                  <a:cubicBezTo>
                    <a:pt x="181" y="1"/>
                    <a:pt x="1" y="178"/>
                    <a:pt x="1" y="399"/>
                  </a:cubicBezTo>
                  <a:cubicBezTo>
                    <a:pt x="1" y="620"/>
                    <a:pt x="181" y="798"/>
                    <a:pt x="401" y="798"/>
                  </a:cubicBezTo>
                  <a:cubicBezTo>
                    <a:pt x="403" y="798"/>
                    <a:pt x="406" y="798"/>
                    <a:pt x="408" y="798"/>
                  </a:cubicBezTo>
                  <a:lnTo>
                    <a:pt x="1099" y="798"/>
                  </a:lnTo>
                  <a:cubicBezTo>
                    <a:pt x="1101" y="798"/>
                    <a:pt x="1104" y="798"/>
                    <a:pt x="1106" y="798"/>
                  </a:cubicBezTo>
                  <a:cubicBezTo>
                    <a:pt x="1326" y="798"/>
                    <a:pt x="1506" y="620"/>
                    <a:pt x="1506" y="399"/>
                  </a:cubicBezTo>
                  <a:cubicBezTo>
                    <a:pt x="1506" y="178"/>
                    <a:pt x="1326" y="1"/>
                    <a:pt x="1106" y="1"/>
                  </a:cubicBezTo>
                  <a:cubicBezTo>
                    <a:pt x="1104" y="1"/>
                    <a:pt x="1101" y="1"/>
                    <a:pt x="1099" y="1"/>
                  </a:cubicBezTo>
                  <a:lnTo>
                    <a:pt x="408" y="1"/>
                  </a:lnTo>
                  <a:cubicBezTo>
                    <a:pt x="406" y="1"/>
                    <a:pt x="403" y="1"/>
                    <a:pt x="40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3100;p109">
              <a:extLst>
                <a:ext uri="{FF2B5EF4-FFF2-40B4-BE49-F238E27FC236}">
                  <a16:creationId xmlns:a16="http://schemas.microsoft.com/office/drawing/2014/main" id="{CC7924F8-1768-327E-B3A3-AA1430384AF2}"/>
                </a:ext>
              </a:extLst>
            </p:cNvPr>
            <p:cNvSpPr/>
            <p:nvPr/>
          </p:nvSpPr>
          <p:spPr>
            <a:xfrm>
              <a:off x="745765" y="3298544"/>
              <a:ext cx="123961" cy="17294"/>
            </a:xfrm>
            <a:custGeom>
              <a:avLst/>
              <a:gdLst/>
              <a:ahLst/>
              <a:cxnLst/>
              <a:rect l="l" t="t" r="r" b="b"/>
              <a:pathLst>
                <a:path w="5727" h="799" extrusionOk="0">
                  <a:moveTo>
                    <a:pt x="391" y="1"/>
                  </a:moveTo>
                  <a:cubicBezTo>
                    <a:pt x="175" y="5"/>
                    <a:pt x="1" y="182"/>
                    <a:pt x="1" y="399"/>
                  </a:cubicBezTo>
                  <a:cubicBezTo>
                    <a:pt x="1" y="617"/>
                    <a:pt x="175" y="793"/>
                    <a:pt x="391" y="798"/>
                  </a:cubicBezTo>
                  <a:lnTo>
                    <a:pt x="5336" y="798"/>
                  </a:lnTo>
                  <a:cubicBezTo>
                    <a:pt x="5553" y="793"/>
                    <a:pt x="5726" y="617"/>
                    <a:pt x="5726" y="399"/>
                  </a:cubicBezTo>
                  <a:cubicBezTo>
                    <a:pt x="5726" y="182"/>
                    <a:pt x="5553" y="5"/>
                    <a:pt x="53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3101;p109">
              <a:extLst>
                <a:ext uri="{FF2B5EF4-FFF2-40B4-BE49-F238E27FC236}">
                  <a16:creationId xmlns:a16="http://schemas.microsoft.com/office/drawing/2014/main" id="{347592A2-A759-DD31-EC06-F22999AC52B9}"/>
                </a:ext>
              </a:extLst>
            </p:cNvPr>
            <p:cNvSpPr/>
            <p:nvPr/>
          </p:nvSpPr>
          <p:spPr>
            <a:xfrm>
              <a:off x="837649" y="3333046"/>
              <a:ext cx="32251" cy="17294"/>
            </a:xfrm>
            <a:custGeom>
              <a:avLst/>
              <a:gdLst/>
              <a:ahLst/>
              <a:cxnLst/>
              <a:rect l="l" t="t" r="r" b="b"/>
              <a:pathLst>
                <a:path w="1490" h="799" extrusionOk="0">
                  <a:moveTo>
                    <a:pt x="399" y="1"/>
                  </a:moveTo>
                  <a:cubicBezTo>
                    <a:pt x="180" y="1"/>
                    <a:pt x="1" y="180"/>
                    <a:pt x="1" y="400"/>
                  </a:cubicBezTo>
                  <a:cubicBezTo>
                    <a:pt x="1" y="620"/>
                    <a:pt x="180" y="799"/>
                    <a:pt x="399" y="799"/>
                  </a:cubicBezTo>
                  <a:lnTo>
                    <a:pt x="1091" y="799"/>
                  </a:lnTo>
                  <a:cubicBezTo>
                    <a:pt x="1310" y="799"/>
                    <a:pt x="1489" y="620"/>
                    <a:pt x="1489" y="400"/>
                  </a:cubicBezTo>
                  <a:cubicBezTo>
                    <a:pt x="1489" y="180"/>
                    <a:pt x="1310" y="1"/>
                    <a:pt x="109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3102;p109">
              <a:extLst>
                <a:ext uri="{FF2B5EF4-FFF2-40B4-BE49-F238E27FC236}">
                  <a16:creationId xmlns:a16="http://schemas.microsoft.com/office/drawing/2014/main" id="{2C363539-AA26-9684-00D7-7952FB897BE3}"/>
                </a:ext>
              </a:extLst>
            </p:cNvPr>
            <p:cNvSpPr/>
            <p:nvPr/>
          </p:nvSpPr>
          <p:spPr>
            <a:xfrm>
              <a:off x="706480" y="3333046"/>
              <a:ext cx="124307" cy="17294"/>
            </a:xfrm>
            <a:custGeom>
              <a:avLst/>
              <a:gdLst/>
              <a:ahLst/>
              <a:cxnLst/>
              <a:rect l="l" t="t" r="r" b="b"/>
              <a:pathLst>
                <a:path w="5743" h="799" extrusionOk="0">
                  <a:moveTo>
                    <a:pt x="399" y="1"/>
                  </a:moveTo>
                  <a:cubicBezTo>
                    <a:pt x="179" y="1"/>
                    <a:pt x="1" y="180"/>
                    <a:pt x="1" y="400"/>
                  </a:cubicBezTo>
                  <a:cubicBezTo>
                    <a:pt x="1" y="620"/>
                    <a:pt x="179" y="799"/>
                    <a:pt x="399" y="799"/>
                  </a:cubicBezTo>
                  <a:lnTo>
                    <a:pt x="5344" y="799"/>
                  </a:lnTo>
                  <a:cubicBezTo>
                    <a:pt x="5563" y="799"/>
                    <a:pt x="5742" y="620"/>
                    <a:pt x="5742" y="400"/>
                  </a:cubicBezTo>
                  <a:cubicBezTo>
                    <a:pt x="5742" y="180"/>
                    <a:pt x="5563" y="1"/>
                    <a:pt x="534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4" name="Google Shape;3265;p109">
            <a:extLst>
              <a:ext uri="{FF2B5EF4-FFF2-40B4-BE49-F238E27FC236}">
                <a16:creationId xmlns:a16="http://schemas.microsoft.com/office/drawing/2014/main" id="{332F5E21-A7AB-A282-514E-B66CB0849FD2}"/>
              </a:ext>
            </a:extLst>
          </p:cNvPr>
          <p:cNvGrpSpPr/>
          <p:nvPr/>
        </p:nvGrpSpPr>
        <p:grpSpPr>
          <a:xfrm>
            <a:off x="3064024" y="4525781"/>
            <a:ext cx="525411" cy="591176"/>
            <a:chOff x="2918642" y="753784"/>
            <a:chExt cx="439588" cy="571926"/>
          </a:xfrm>
        </p:grpSpPr>
        <p:sp>
          <p:nvSpPr>
            <p:cNvPr id="515" name="Google Shape;3266;p109">
              <a:extLst>
                <a:ext uri="{FF2B5EF4-FFF2-40B4-BE49-F238E27FC236}">
                  <a16:creationId xmlns:a16="http://schemas.microsoft.com/office/drawing/2014/main" id="{5B207130-0F86-23E0-49B3-73C5D52ACB21}"/>
                </a:ext>
              </a:extLst>
            </p:cNvPr>
            <p:cNvSpPr/>
            <p:nvPr/>
          </p:nvSpPr>
          <p:spPr>
            <a:xfrm>
              <a:off x="2918642" y="935581"/>
              <a:ext cx="439588" cy="263290"/>
            </a:xfrm>
            <a:custGeom>
              <a:avLst/>
              <a:gdLst/>
              <a:ahLst/>
              <a:cxnLst/>
              <a:rect l="l" t="t" r="r" b="b"/>
              <a:pathLst>
                <a:path w="20309" h="12164" extrusionOk="0">
                  <a:moveTo>
                    <a:pt x="640" y="1"/>
                  </a:moveTo>
                  <a:cubicBezTo>
                    <a:pt x="286" y="1"/>
                    <a:pt x="0" y="287"/>
                    <a:pt x="0" y="641"/>
                  </a:cubicBezTo>
                  <a:lnTo>
                    <a:pt x="0" y="12164"/>
                  </a:lnTo>
                  <a:lnTo>
                    <a:pt x="20308" y="12164"/>
                  </a:lnTo>
                  <a:lnTo>
                    <a:pt x="20308" y="641"/>
                  </a:lnTo>
                  <a:cubicBezTo>
                    <a:pt x="20308" y="287"/>
                    <a:pt x="20022" y="1"/>
                    <a:pt x="196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3267;p109">
              <a:extLst>
                <a:ext uri="{FF2B5EF4-FFF2-40B4-BE49-F238E27FC236}">
                  <a16:creationId xmlns:a16="http://schemas.microsoft.com/office/drawing/2014/main" id="{E3B28EC3-A8F0-ECA3-9B14-0E0DE6B0BB3D}"/>
                </a:ext>
              </a:extLst>
            </p:cNvPr>
            <p:cNvSpPr/>
            <p:nvPr/>
          </p:nvSpPr>
          <p:spPr>
            <a:xfrm>
              <a:off x="2947408" y="964369"/>
              <a:ext cx="382034" cy="187554"/>
            </a:xfrm>
            <a:custGeom>
              <a:avLst/>
              <a:gdLst/>
              <a:ahLst/>
              <a:cxnLst/>
              <a:rect l="l" t="t" r="r" b="b"/>
              <a:pathLst>
                <a:path w="17650" h="8665" extrusionOk="0">
                  <a:moveTo>
                    <a:pt x="311" y="0"/>
                  </a:moveTo>
                  <a:cubicBezTo>
                    <a:pt x="140" y="0"/>
                    <a:pt x="2" y="140"/>
                    <a:pt x="2" y="311"/>
                  </a:cubicBezTo>
                  <a:lnTo>
                    <a:pt x="0" y="311"/>
                  </a:lnTo>
                  <a:lnTo>
                    <a:pt x="0" y="8354"/>
                  </a:lnTo>
                  <a:cubicBezTo>
                    <a:pt x="0" y="8525"/>
                    <a:pt x="139" y="8665"/>
                    <a:pt x="311" y="8665"/>
                  </a:cubicBezTo>
                  <a:lnTo>
                    <a:pt x="17340" y="8665"/>
                  </a:lnTo>
                  <a:cubicBezTo>
                    <a:pt x="17511" y="8665"/>
                    <a:pt x="17650" y="8525"/>
                    <a:pt x="17650" y="8354"/>
                  </a:cubicBezTo>
                  <a:lnTo>
                    <a:pt x="17650" y="311"/>
                  </a:lnTo>
                  <a:cubicBezTo>
                    <a:pt x="17650" y="140"/>
                    <a:pt x="17511" y="0"/>
                    <a:pt x="173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3268;p109">
              <a:extLst>
                <a:ext uri="{FF2B5EF4-FFF2-40B4-BE49-F238E27FC236}">
                  <a16:creationId xmlns:a16="http://schemas.microsoft.com/office/drawing/2014/main" id="{977AEAC4-2989-D738-8A92-4D9631235F63}"/>
                </a:ext>
              </a:extLst>
            </p:cNvPr>
            <p:cNvSpPr/>
            <p:nvPr/>
          </p:nvSpPr>
          <p:spPr>
            <a:xfrm>
              <a:off x="3003794" y="869931"/>
              <a:ext cx="269264" cy="124351"/>
            </a:xfrm>
            <a:custGeom>
              <a:avLst/>
              <a:gdLst/>
              <a:ahLst/>
              <a:cxnLst/>
              <a:rect l="l" t="t" r="r" b="b"/>
              <a:pathLst>
                <a:path w="12440" h="5745" extrusionOk="0">
                  <a:moveTo>
                    <a:pt x="1489" y="1"/>
                  </a:moveTo>
                  <a:lnTo>
                    <a:pt x="0" y="1173"/>
                  </a:lnTo>
                  <a:lnTo>
                    <a:pt x="0" y="5745"/>
                  </a:lnTo>
                  <a:lnTo>
                    <a:pt x="12440" y="5745"/>
                  </a:lnTo>
                  <a:lnTo>
                    <a:pt x="12440" y="1173"/>
                  </a:lnTo>
                  <a:lnTo>
                    <a:pt x="1095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3269;p109">
              <a:extLst>
                <a:ext uri="{FF2B5EF4-FFF2-40B4-BE49-F238E27FC236}">
                  <a16:creationId xmlns:a16="http://schemas.microsoft.com/office/drawing/2014/main" id="{3D344671-FECF-7CD4-9DF2-097F9C289AD7}"/>
                </a:ext>
              </a:extLst>
            </p:cNvPr>
            <p:cNvSpPr/>
            <p:nvPr/>
          </p:nvSpPr>
          <p:spPr>
            <a:xfrm>
              <a:off x="3060828" y="1206013"/>
              <a:ext cx="155195" cy="119697"/>
            </a:xfrm>
            <a:custGeom>
              <a:avLst/>
              <a:gdLst/>
              <a:ahLst/>
              <a:cxnLst/>
              <a:rect l="l" t="t" r="r" b="b"/>
              <a:pathLst>
                <a:path w="7170" h="5530" extrusionOk="0">
                  <a:moveTo>
                    <a:pt x="1034" y="0"/>
                  </a:moveTo>
                  <a:lnTo>
                    <a:pt x="1034" y="4041"/>
                  </a:lnTo>
                  <a:lnTo>
                    <a:pt x="93" y="5237"/>
                  </a:lnTo>
                  <a:cubicBezTo>
                    <a:pt x="0" y="5356"/>
                    <a:pt x="85" y="5530"/>
                    <a:pt x="235" y="5530"/>
                  </a:cubicBezTo>
                  <a:lnTo>
                    <a:pt x="6936" y="5530"/>
                  </a:lnTo>
                  <a:cubicBezTo>
                    <a:pt x="7086" y="5530"/>
                    <a:pt x="7170" y="5356"/>
                    <a:pt x="7077" y="5237"/>
                  </a:cubicBezTo>
                  <a:lnTo>
                    <a:pt x="6137" y="4041"/>
                  </a:lnTo>
                  <a:lnTo>
                    <a:pt x="613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3270;p109">
              <a:extLst>
                <a:ext uri="{FF2B5EF4-FFF2-40B4-BE49-F238E27FC236}">
                  <a16:creationId xmlns:a16="http://schemas.microsoft.com/office/drawing/2014/main" id="{77E73EF5-4DA7-7F28-45A9-C82A6FB453D8}"/>
                </a:ext>
              </a:extLst>
            </p:cNvPr>
            <p:cNvSpPr/>
            <p:nvPr/>
          </p:nvSpPr>
          <p:spPr>
            <a:xfrm>
              <a:off x="2918642" y="1181619"/>
              <a:ext cx="439588" cy="48571"/>
            </a:xfrm>
            <a:custGeom>
              <a:avLst/>
              <a:gdLst/>
              <a:ahLst/>
              <a:cxnLst/>
              <a:rect l="l" t="t" r="r" b="b"/>
              <a:pathLst>
                <a:path w="20309" h="2244" extrusionOk="0">
                  <a:moveTo>
                    <a:pt x="0" y="0"/>
                  </a:moveTo>
                  <a:lnTo>
                    <a:pt x="0" y="1604"/>
                  </a:lnTo>
                  <a:cubicBezTo>
                    <a:pt x="0" y="1956"/>
                    <a:pt x="286" y="2243"/>
                    <a:pt x="640" y="2243"/>
                  </a:cubicBezTo>
                  <a:lnTo>
                    <a:pt x="19668" y="2243"/>
                  </a:lnTo>
                  <a:cubicBezTo>
                    <a:pt x="20022" y="2243"/>
                    <a:pt x="20308" y="1956"/>
                    <a:pt x="20308" y="1604"/>
                  </a:cubicBezTo>
                  <a:lnTo>
                    <a:pt x="2030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3271;p109">
              <a:extLst>
                <a:ext uri="{FF2B5EF4-FFF2-40B4-BE49-F238E27FC236}">
                  <a16:creationId xmlns:a16="http://schemas.microsoft.com/office/drawing/2014/main" id="{D95DECA2-0C9C-83FE-AA35-4CFAF50236BE}"/>
                </a:ext>
              </a:extLst>
            </p:cNvPr>
            <p:cNvSpPr/>
            <p:nvPr/>
          </p:nvSpPr>
          <p:spPr>
            <a:xfrm>
              <a:off x="3207625" y="753784"/>
              <a:ext cx="67727" cy="55238"/>
            </a:xfrm>
            <a:custGeom>
              <a:avLst/>
              <a:gdLst/>
              <a:ahLst/>
              <a:cxnLst/>
              <a:rect l="l" t="t" r="r" b="b"/>
              <a:pathLst>
                <a:path w="3129" h="2552" extrusionOk="0">
                  <a:moveTo>
                    <a:pt x="0" y="0"/>
                  </a:moveTo>
                  <a:lnTo>
                    <a:pt x="0" y="2552"/>
                  </a:lnTo>
                  <a:lnTo>
                    <a:pt x="2886" y="2552"/>
                  </a:lnTo>
                  <a:cubicBezTo>
                    <a:pt x="3020" y="2552"/>
                    <a:pt x="3129" y="2443"/>
                    <a:pt x="3129" y="2309"/>
                  </a:cubicBezTo>
                  <a:lnTo>
                    <a:pt x="3129" y="820"/>
                  </a:lnTo>
                  <a:cubicBezTo>
                    <a:pt x="3129" y="391"/>
                    <a:pt x="2800" y="21"/>
                    <a:pt x="2371" y="1"/>
                  </a:cubicBezTo>
                  <a:cubicBezTo>
                    <a:pt x="2358" y="0"/>
                    <a:pt x="0" y="0"/>
                    <a:pt x="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3272;p109">
              <a:extLst>
                <a:ext uri="{FF2B5EF4-FFF2-40B4-BE49-F238E27FC236}">
                  <a16:creationId xmlns:a16="http://schemas.microsoft.com/office/drawing/2014/main" id="{F557329F-4752-80EA-0DC3-CD18948A6CD8}"/>
                </a:ext>
              </a:extLst>
            </p:cNvPr>
            <p:cNvSpPr/>
            <p:nvPr/>
          </p:nvSpPr>
          <p:spPr>
            <a:xfrm>
              <a:off x="3182841" y="1099563"/>
              <a:ext cx="27511" cy="26493"/>
            </a:xfrm>
            <a:custGeom>
              <a:avLst/>
              <a:gdLst/>
              <a:ahLst/>
              <a:cxnLst/>
              <a:rect l="l" t="t" r="r" b="b"/>
              <a:pathLst>
                <a:path w="1271" h="1224" extrusionOk="0">
                  <a:moveTo>
                    <a:pt x="659" y="1"/>
                  </a:moveTo>
                  <a:cubicBezTo>
                    <a:pt x="413" y="1"/>
                    <a:pt x="189" y="150"/>
                    <a:pt x="94" y="378"/>
                  </a:cubicBezTo>
                  <a:cubicBezTo>
                    <a:pt x="0" y="607"/>
                    <a:pt x="52" y="869"/>
                    <a:pt x="227" y="1044"/>
                  </a:cubicBezTo>
                  <a:cubicBezTo>
                    <a:pt x="344" y="1161"/>
                    <a:pt x="501" y="1223"/>
                    <a:pt x="660" y="1223"/>
                  </a:cubicBezTo>
                  <a:cubicBezTo>
                    <a:pt x="739" y="1223"/>
                    <a:pt x="818" y="1208"/>
                    <a:pt x="893" y="1177"/>
                  </a:cubicBezTo>
                  <a:cubicBezTo>
                    <a:pt x="1122" y="1082"/>
                    <a:pt x="1271" y="859"/>
                    <a:pt x="1271" y="612"/>
                  </a:cubicBezTo>
                  <a:cubicBezTo>
                    <a:pt x="1271" y="274"/>
                    <a:pt x="998" y="1"/>
                    <a:pt x="65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3273;p109">
              <a:extLst>
                <a:ext uri="{FF2B5EF4-FFF2-40B4-BE49-F238E27FC236}">
                  <a16:creationId xmlns:a16="http://schemas.microsoft.com/office/drawing/2014/main" id="{E0D1159D-BBD4-6FCA-6F68-A9CB59D1F90E}"/>
                </a:ext>
              </a:extLst>
            </p:cNvPr>
            <p:cNvSpPr/>
            <p:nvPr/>
          </p:nvSpPr>
          <p:spPr>
            <a:xfrm>
              <a:off x="3125287" y="1099563"/>
              <a:ext cx="27554" cy="26493"/>
            </a:xfrm>
            <a:custGeom>
              <a:avLst/>
              <a:gdLst/>
              <a:ahLst/>
              <a:cxnLst/>
              <a:rect l="l" t="t" r="r" b="b"/>
              <a:pathLst>
                <a:path w="1273" h="1224" extrusionOk="0">
                  <a:moveTo>
                    <a:pt x="660" y="1"/>
                  </a:moveTo>
                  <a:cubicBezTo>
                    <a:pt x="413" y="1"/>
                    <a:pt x="190" y="150"/>
                    <a:pt x="96" y="378"/>
                  </a:cubicBezTo>
                  <a:cubicBezTo>
                    <a:pt x="1" y="607"/>
                    <a:pt x="53" y="869"/>
                    <a:pt x="228" y="1044"/>
                  </a:cubicBezTo>
                  <a:cubicBezTo>
                    <a:pt x="345" y="1161"/>
                    <a:pt x="502" y="1223"/>
                    <a:pt x="662" y="1223"/>
                  </a:cubicBezTo>
                  <a:cubicBezTo>
                    <a:pt x="740" y="1223"/>
                    <a:pt x="820" y="1208"/>
                    <a:pt x="895" y="1177"/>
                  </a:cubicBezTo>
                  <a:cubicBezTo>
                    <a:pt x="1124" y="1082"/>
                    <a:pt x="1272" y="859"/>
                    <a:pt x="1272" y="612"/>
                  </a:cubicBezTo>
                  <a:cubicBezTo>
                    <a:pt x="1272" y="274"/>
                    <a:pt x="998" y="1"/>
                    <a:pt x="66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3274;p109">
              <a:extLst>
                <a:ext uri="{FF2B5EF4-FFF2-40B4-BE49-F238E27FC236}">
                  <a16:creationId xmlns:a16="http://schemas.microsoft.com/office/drawing/2014/main" id="{86779411-FF00-2CF2-1FFB-C30C431B2647}"/>
                </a:ext>
              </a:extLst>
            </p:cNvPr>
            <p:cNvSpPr/>
            <p:nvPr/>
          </p:nvSpPr>
          <p:spPr>
            <a:xfrm>
              <a:off x="3036001" y="753784"/>
              <a:ext cx="222121" cy="227770"/>
            </a:xfrm>
            <a:custGeom>
              <a:avLst/>
              <a:gdLst/>
              <a:ahLst/>
              <a:cxnLst/>
              <a:rect l="l" t="t" r="r" b="b"/>
              <a:pathLst>
                <a:path w="10262" h="10523" extrusionOk="0">
                  <a:moveTo>
                    <a:pt x="699" y="0"/>
                  </a:moveTo>
                  <a:cubicBezTo>
                    <a:pt x="313" y="0"/>
                    <a:pt x="1" y="312"/>
                    <a:pt x="1" y="699"/>
                  </a:cubicBezTo>
                  <a:lnTo>
                    <a:pt x="1" y="8273"/>
                  </a:lnTo>
                  <a:lnTo>
                    <a:pt x="3182" y="10503"/>
                  </a:lnTo>
                  <a:lnTo>
                    <a:pt x="3199" y="10523"/>
                  </a:lnTo>
                  <a:lnTo>
                    <a:pt x="4648" y="9371"/>
                  </a:lnTo>
                  <a:cubicBezTo>
                    <a:pt x="4673" y="9351"/>
                    <a:pt x="4703" y="9341"/>
                    <a:pt x="4733" y="9341"/>
                  </a:cubicBezTo>
                  <a:cubicBezTo>
                    <a:pt x="4763" y="9341"/>
                    <a:pt x="4793" y="9351"/>
                    <a:pt x="4818" y="9371"/>
                  </a:cubicBezTo>
                  <a:lnTo>
                    <a:pt x="6243" y="10503"/>
                  </a:lnTo>
                  <a:lnTo>
                    <a:pt x="9465" y="8264"/>
                  </a:lnTo>
                  <a:lnTo>
                    <a:pt x="9465" y="798"/>
                  </a:lnTo>
                  <a:cubicBezTo>
                    <a:pt x="9465" y="357"/>
                    <a:pt x="9821" y="0"/>
                    <a:pt x="102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3275;p109">
              <a:extLst>
                <a:ext uri="{FF2B5EF4-FFF2-40B4-BE49-F238E27FC236}">
                  <a16:creationId xmlns:a16="http://schemas.microsoft.com/office/drawing/2014/main" id="{418EA43D-9466-41C7-871F-5382BAA8A974}"/>
                </a:ext>
              </a:extLst>
            </p:cNvPr>
            <p:cNvSpPr/>
            <p:nvPr/>
          </p:nvSpPr>
          <p:spPr>
            <a:xfrm>
              <a:off x="3061651" y="781382"/>
              <a:ext cx="52641" cy="50649"/>
            </a:xfrm>
            <a:custGeom>
              <a:avLst/>
              <a:gdLst/>
              <a:ahLst/>
              <a:cxnLst/>
              <a:rect l="l" t="t" r="r" b="b"/>
              <a:pathLst>
                <a:path w="2432" h="2340" extrusionOk="0">
                  <a:moveTo>
                    <a:pt x="1261" y="1"/>
                  </a:moveTo>
                  <a:cubicBezTo>
                    <a:pt x="789" y="1"/>
                    <a:pt x="362" y="285"/>
                    <a:pt x="180" y="723"/>
                  </a:cubicBezTo>
                  <a:cubicBezTo>
                    <a:pt x="0" y="1160"/>
                    <a:pt x="99" y="1663"/>
                    <a:pt x="434" y="1997"/>
                  </a:cubicBezTo>
                  <a:cubicBezTo>
                    <a:pt x="658" y="2221"/>
                    <a:pt x="957" y="2340"/>
                    <a:pt x="1262" y="2340"/>
                  </a:cubicBezTo>
                  <a:cubicBezTo>
                    <a:pt x="1412" y="2340"/>
                    <a:pt x="1564" y="2311"/>
                    <a:pt x="1709" y="2251"/>
                  </a:cubicBezTo>
                  <a:cubicBezTo>
                    <a:pt x="2145" y="2070"/>
                    <a:pt x="2431" y="1643"/>
                    <a:pt x="2431" y="1171"/>
                  </a:cubicBezTo>
                  <a:cubicBezTo>
                    <a:pt x="2431" y="524"/>
                    <a:pt x="1908" y="1"/>
                    <a:pt x="12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3276;p109">
              <a:extLst>
                <a:ext uri="{FF2B5EF4-FFF2-40B4-BE49-F238E27FC236}">
                  <a16:creationId xmlns:a16="http://schemas.microsoft.com/office/drawing/2014/main" id="{56C438C8-FC12-C36A-4890-4623B2427FB5}"/>
                </a:ext>
              </a:extLst>
            </p:cNvPr>
            <p:cNvSpPr/>
            <p:nvPr/>
          </p:nvSpPr>
          <p:spPr>
            <a:xfrm>
              <a:off x="3003794" y="895321"/>
              <a:ext cx="269307" cy="163398"/>
            </a:xfrm>
            <a:custGeom>
              <a:avLst/>
              <a:gdLst/>
              <a:ahLst/>
              <a:cxnLst/>
              <a:rect l="l" t="t" r="r" b="b"/>
              <a:pathLst>
                <a:path w="12442" h="7549" extrusionOk="0">
                  <a:moveTo>
                    <a:pt x="0" y="0"/>
                  </a:moveTo>
                  <a:lnTo>
                    <a:pt x="0" y="7018"/>
                  </a:lnTo>
                  <a:cubicBezTo>
                    <a:pt x="3" y="7311"/>
                    <a:pt x="239" y="7549"/>
                    <a:pt x="533" y="7549"/>
                  </a:cubicBezTo>
                  <a:cubicBezTo>
                    <a:pt x="534" y="7549"/>
                    <a:pt x="535" y="7549"/>
                    <a:pt x="536" y="7549"/>
                  </a:cubicBezTo>
                  <a:lnTo>
                    <a:pt x="11906" y="7549"/>
                  </a:lnTo>
                  <a:cubicBezTo>
                    <a:pt x="12200" y="7549"/>
                    <a:pt x="12439" y="7311"/>
                    <a:pt x="12441" y="7017"/>
                  </a:cubicBezTo>
                  <a:lnTo>
                    <a:pt x="12441" y="0"/>
                  </a:lnTo>
                  <a:lnTo>
                    <a:pt x="10951" y="1034"/>
                  </a:lnTo>
                  <a:lnTo>
                    <a:pt x="7730" y="3274"/>
                  </a:lnTo>
                  <a:lnTo>
                    <a:pt x="4685" y="3293"/>
                  </a:lnTo>
                  <a:lnTo>
                    <a:pt x="4670" y="3274"/>
                  </a:lnTo>
                  <a:lnTo>
                    <a:pt x="1489" y="1043"/>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3277;p109">
              <a:extLst>
                <a:ext uri="{FF2B5EF4-FFF2-40B4-BE49-F238E27FC236}">
                  <a16:creationId xmlns:a16="http://schemas.microsoft.com/office/drawing/2014/main" id="{B2407711-9FE2-F84C-F506-89903752D892}"/>
                </a:ext>
              </a:extLst>
            </p:cNvPr>
            <p:cNvSpPr/>
            <p:nvPr/>
          </p:nvSpPr>
          <p:spPr>
            <a:xfrm>
              <a:off x="3003794" y="942377"/>
              <a:ext cx="269264" cy="116342"/>
            </a:xfrm>
            <a:custGeom>
              <a:avLst/>
              <a:gdLst/>
              <a:ahLst/>
              <a:cxnLst/>
              <a:rect l="l" t="t" r="r" b="b"/>
              <a:pathLst>
                <a:path w="12440" h="5375" extrusionOk="0">
                  <a:moveTo>
                    <a:pt x="6221" y="1"/>
                  </a:moveTo>
                  <a:cubicBezTo>
                    <a:pt x="6141" y="1"/>
                    <a:pt x="6061" y="27"/>
                    <a:pt x="5995" y="80"/>
                  </a:cubicBezTo>
                  <a:lnTo>
                    <a:pt x="4687" y="1119"/>
                  </a:lnTo>
                  <a:lnTo>
                    <a:pt x="0" y="4843"/>
                  </a:lnTo>
                  <a:cubicBezTo>
                    <a:pt x="3" y="5137"/>
                    <a:pt x="241" y="5375"/>
                    <a:pt x="536" y="5375"/>
                  </a:cubicBezTo>
                  <a:lnTo>
                    <a:pt x="11906" y="5375"/>
                  </a:lnTo>
                  <a:cubicBezTo>
                    <a:pt x="12200" y="5375"/>
                    <a:pt x="12439" y="5137"/>
                    <a:pt x="12440" y="4843"/>
                  </a:cubicBezTo>
                  <a:lnTo>
                    <a:pt x="7730" y="1100"/>
                  </a:lnTo>
                  <a:lnTo>
                    <a:pt x="6447" y="80"/>
                  </a:lnTo>
                  <a:cubicBezTo>
                    <a:pt x="6381" y="27"/>
                    <a:pt x="6301" y="1"/>
                    <a:pt x="62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3278;p109">
              <a:extLst>
                <a:ext uri="{FF2B5EF4-FFF2-40B4-BE49-F238E27FC236}">
                  <a16:creationId xmlns:a16="http://schemas.microsoft.com/office/drawing/2014/main" id="{41560FBE-1AFF-2B81-3D6D-B6254DB3A6E6}"/>
                </a:ext>
              </a:extLst>
            </p:cNvPr>
            <p:cNvSpPr/>
            <p:nvPr/>
          </p:nvSpPr>
          <p:spPr>
            <a:xfrm>
              <a:off x="3067776" y="1099563"/>
              <a:ext cx="27511" cy="26493"/>
            </a:xfrm>
            <a:custGeom>
              <a:avLst/>
              <a:gdLst/>
              <a:ahLst/>
              <a:cxnLst/>
              <a:rect l="l" t="t" r="r" b="b"/>
              <a:pathLst>
                <a:path w="1271" h="1224" extrusionOk="0">
                  <a:moveTo>
                    <a:pt x="660" y="1"/>
                  </a:moveTo>
                  <a:cubicBezTo>
                    <a:pt x="412" y="1"/>
                    <a:pt x="189" y="150"/>
                    <a:pt x="94" y="378"/>
                  </a:cubicBezTo>
                  <a:cubicBezTo>
                    <a:pt x="0" y="607"/>
                    <a:pt x="53" y="869"/>
                    <a:pt x="228" y="1044"/>
                  </a:cubicBezTo>
                  <a:cubicBezTo>
                    <a:pt x="345" y="1161"/>
                    <a:pt x="501" y="1223"/>
                    <a:pt x="661" y="1223"/>
                  </a:cubicBezTo>
                  <a:cubicBezTo>
                    <a:pt x="739" y="1223"/>
                    <a:pt x="818" y="1208"/>
                    <a:pt x="894" y="1177"/>
                  </a:cubicBezTo>
                  <a:cubicBezTo>
                    <a:pt x="1122" y="1082"/>
                    <a:pt x="1271" y="859"/>
                    <a:pt x="1271" y="612"/>
                  </a:cubicBezTo>
                  <a:cubicBezTo>
                    <a:pt x="1271" y="274"/>
                    <a:pt x="997" y="1"/>
                    <a:pt x="66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3279;p109">
              <a:extLst>
                <a:ext uri="{FF2B5EF4-FFF2-40B4-BE49-F238E27FC236}">
                  <a16:creationId xmlns:a16="http://schemas.microsoft.com/office/drawing/2014/main" id="{F824B8A2-B047-EFB3-213D-E88719D4054C}"/>
                </a:ext>
              </a:extLst>
            </p:cNvPr>
            <p:cNvSpPr/>
            <p:nvPr/>
          </p:nvSpPr>
          <p:spPr>
            <a:xfrm>
              <a:off x="3133057" y="810732"/>
              <a:ext cx="28009" cy="17294"/>
            </a:xfrm>
            <a:custGeom>
              <a:avLst/>
              <a:gdLst/>
              <a:ahLst/>
              <a:cxnLst/>
              <a:rect l="l" t="t" r="r" b="b"/>
              <a:pathLst>
                <a:path w="1294" h="799" extrusionOk="0">
                  <a:moveTo>
                    <a:pt x="401" y="0"/>
                  </a:moveTo>
                  <a:cubicBezTo>
                    <a:pt x="181" y="0"/>
                    <a:pt x="1" y="179"/>
                    <a:pt x="1" y="400"/>
                  </a:cubicBezTo>
                  <a:cubicBezTo>
                    <a:pt x="1" y="621"/>
                    <a:pt x="181" y="798"/>
                    <a:pt x="401" y="798"/>
                  </a:cubicBezTo>
                  <a:cubicBezTo>
                    <a:pt x="403" y="798"/>
                    <a:pt x="406" y="798"/>
                    <a:pt x="408" y="798"/>
                  </a:cubicBezTo>
                  <a:lnTo>
                    <a:pt x="886" y="798"/>
                  </a:lnTo>
                  <a:cubicBezTo>
                    <a:pt x="888" y="798"/>
                    <a:pt x="891" y="798"/>
                    <a:pt x="893" y="798"/>
                  </a:cubicBezTo>
                  <a:cubicBezTo>
                    <a:pt x="1113" y="798"/>
                    <a:pt x="1293" y="621"/>
                    <a:pt x="1293" y="400"/>
                  </a:cubicBezTo>
                  <a:cubicBezTo>
                    <a:pt x="1293" y="179"/>
                    <a:pt x="1113" y="0"/>
                    <a:pt x="893" y="0"/>
                  </a:cubicBezTo>
                  <a:cubicBezTo>
                    <a:pt x="891" y="0"/>
                    <a:pt x="888" y="0"/>
                    <a:pt x="886" y="0"/>
                  </a:cubicBezTo>
                  <a:lnTo>
                    <a:pt x="408" y="0"/>
                  </a:lnTo>
                  <a:cubicBezTo>
                    <a:pt x="406" y="0"/>
                    <a:pt x="403" y="0"/>
                    <a:pt x="40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3280;p109">
              <a:extLst>
                <a:ext uri="{FF2B5EF4-FFF2-40B4-BE49-F238E27FC236}">
                  <a16:creationId xmlns:a16="http://schemas.microsoft.com/office/drawing/2014/main" id="{0B15A190-70F0-2AD5-9AFA-9916AF6FC50D}"/>
                </a:ext>
              </a:extLst>
            </p:cNvPr>
            <p:cNvSpPr/>
            <p:nvPr/>
          </p:nvSpPr>
          <p:spPr>
            <a:xfrm>
              <a:off x="3166434" y="810732"/>
              <a:ext cx="51017" cy="17294"/>
            </a:xfrm>
            <a:custGeom>
              <a:avLst/>
              <a:gdLst/>
              <a:ahLst/>
              <a:cxnLst/>
              <a:rect l="l" t="t" r="r" b="b"/>
              <a:pathLst>
                <a:path w="2357" h="799" extrusionOk="0">
                  <a:moveTo>
                    <a:pt x="400" y="0"/>
                  </a:moveTo>
                  <a:cubicBezTo>
                    <a:pt x="180" y="0"/>
                    <a:pt x="1" y="179"/>
                    <a:pt x="1" y="400"/>
                  </a:cubicBezTo>
                  <a:cubicBezTo>
                    <a:pt x="1" y="621"/>
                    <a:pt x="180" y="798"/>
                    <a:pt x="400" y="798"/>
                  </a:cubicBezTo>
                  <a:cubicBezTo>
                    <a:pt x="402" y="798"/>
                    <a:pt x="404" y="798"/>
                    <a:pt x="407" y="798"/>
                  </a:cubicBezTo>
                  <a:lnTo>
                    <a:pt x="1949" y="798"/>
                  </a:lnTo>
                  <a:cubicBezTo>
                    <a:pt x="1951" y="798"/>
                    <a:pt x="1954" y="798"/>
                    <a:pt x="1956" y="798"/>
                  </a:cubicBezTo>
                  <a:cubicBezTo>
                    <a:pt x="2176" y="798"/>
                    <a:pt x="2356" y="621"/>
                    <a:pt x="2356" y="400"/>
                  </a:cubicBezTo>
                  <a:cubicBezTo>
                    <a:pt x="2356" y="179"/>
                    <a:pt x="2176" y="0"/>
                    <a:pt x="1956" y="0"/>
                  </a:cubicBezTo>
                  <a:cubicBezTo>
                    <a:pt x="1954" y="0"/>
                    <a:pt x="1951" y="0"/>
                    <a:pt x="1949" y="0"/>
                  </a:cubicBezTo>
                  <a:lnTo>
                    <a:pt x="407" y="0"/>
                  </a:lnTo>
                  <a:cubicBezTo>
                    <a:pt x="404" y="0"/>
                    <a:pt x="402" y="0"/>
                    <a:pt x="40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3281;p109">
              <a:extLst>
                <a:ext uri="{FF2B5EF4-FFF2-40B4-BE49-F238E27FC236}">
                  <a16:creationId xmlns:a16="http://schemas.microsoft.com/office/drawing/2014/main" id="{38E1F6AD-57F8-92A4-F158-61D638AB2536}"/>
                </a:ext>
              </a:extLst>
            </p:cNvPr>
            <p:cNvSpPr/>
            <p:nvPr/>
          </p:nvSpPr>
          <p:spPr>
            <a:xfrm>
              <a:off x="3107928" y="853308"/>
              <a:ext cx="109329" cy="17294"/>
            </a:xfrm>
            <a:custGeom>
              <a:avLst/>
              <a:gdLst/>
              <a:ahLst/>
              <a:cxnLst/>
              <a:rect l="l" t="t" r="r" b="b"/>
              <a:pathLst>
                <a:path w="5051" h="799" extrusionOk="0">
                  <a:moveTo>
                    <a:pt x="399" y="1"/>
                  </a:moveTo>
                  <a:cubicBezTo>
                    <a:pt x="178" y="1"/>
                    <a:pt x="1" y="180"/>
                    <a:pt x="1" y="400"/>
                  </a:cubicBezTo>
                  <a:cubicBezTo>
                    <a:pt x="1" y="620"/>
                    <a:pt x="178" y="799"/>
                    <a:pt x="399" y="799"/>
                  </a:cubicBezTo>
                  <a:lnTo>
                    <a:pt x="4652" y="799"/>
                  </a:lnTo>
                  <a:cubicBezTo>
                    <a:pt x="4873" y="799"/>
                    <a:pt x="5050" y="620"/>
                    <a:pt x="5050" y="400"/>
                  </a:cubicBezTo>
                  <a:cubicBezTo>
                    <a:pt x="5050" y="180"/>
                    <a:pt x="4873" y="1"/>
                    <a:pt x="46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3282;p109">
              <a:extLst>
                <a:ext uri="{FF2B5EF4-FFF2-40B4-BE49-F238E27FC236}">
                  <a16:creationId xmlns:a16="http://schemas.microsoft.com/office/drawing/2014/main" id="{44046061-3D72-F20B-7235-AC6C37A83DDB}"/>
                </a:ext>
              </a:extLst>
            </p:cNvPr>
            <p:cNvSpPr/>
            <p:nvPr/>
          </p:nvSpPr>
          <p:spPr>
            <a:xfrm>
              <a:off x="3064205" y="853308"/>
              <a:ext cx="35693" cy="17294"/>
            </a:xfrm>
            <a:custGeom>
              <a:avLst/>
              <a:gdLst/>
              <a:ahLst/>
              <a:cxnLst/>
              <a:rect l="l" t="t" r="r" b="b"/>
              <a:pathLst>
                <a:path w="1649" h="799" extrusionOk="0">
                  <a:moveTo>
                    <a:pt x="399" y="1"/>
                  </a:moveTo>
                  <a:cubicBezTo>
                    <a:pt x="179" y="1"/>
                    <a:pt x="1" y="180"/>
                    <a:pt x="1" y="400"/>
                  </a:cubicBezTo>
                  <a:cubicBezTo>
                    <a:pt x="1" y="620"/>
                    <a:pt x="179" y="799"/>
                    <a:pt x="399" y="799"/>
                  </a:cubicBezTo>
                  <a:lnTo>
                    <a:pt x="1249" y="799"/>
                  </a:lnTo>
                  <a:cubicBezTo>
                    <a:pt x="1470" y="799"/>
                    <a:pt x="1649" y="620"/>
                    <a:pt x="1649" y="400"/>
                  </a:cubicBezTo>
                  <a:cubicBezTo>
                    <a:pt x="1649" y="180"/>
                    <a:pt x="1470" y="1"/>
                    <a:pt x="124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3283;p109">
              <a:extLst>
                <a:ext uri="{FF2B5EF4-FFF2-40B4-BE49-F238E27FC236}">
                  <a16:creationId xmlns:a16="http://schemas.microsoft.com/office/drawing/2014/main" id="{6ED929D1-D91A-235B-D36E-D4D3A14E4B67}"/>
                </a:ext>
              </a:extLst>
            </p:cNvPr>
            <p:cNvSpPr/>
            <p:nvPr/>
          </p:nvSpPr>
          <p:spPr>
            <a:xfrm>
              <a:off x="3064378" y="886685"/>
              <a:ext cx="109351" cy="17273"/>
            </a:xfrm>
            <a:custGeom>
              <a:avLst/>
              <a:gdLst/>
              <a:ahLst/>
              <a:cxnLst/>
              <a:rect l="l" t="t" r="r" b="b"/>
              <a:pathLst>
                <a:path w="5052" h="798" extrusionOk="0">
                  <a:moveTo>
                    <a:pt x="4653" y="1"/>
                  </a:moveTo>
                  <a:cubicBezTo>
                    <a:pt x="4650" y="1"/>
                    <a:pt x="4647" y="1"/>
                    <a:pt x="4644" y="1"/>
                  </a:cubicBezTo>
                  <a:lnTo>
                    <a:pt x="391" y="1"/>
                  </a:lnTo>
                  <a:cubicBezTo>
                    <a:pt x="174" y="5"/>
                    <a:pt x="1" y="182"/>
                    <a:pt x="1" y="399"/>
                  </a:cubicBezTo>
                  <a:cubicBezTo>
                    <a:pt x="1" y="616"/>
                    <a:pt x="174" y="794"/>
                    <a:pt x="391" y="797"/>
                  </a:cubicBezTo>
                  <a:lnTo>
                    <a:pt x="4644" y="797"/>
                  </a:lnTo>
                  <a:cubicBezTo>
                    <a:pt x="4647" y="798"/>
                    <a:pt x="4650" y="798"/>
                    <a:pt x="4653" y="798"/>
                  </a:cubicBezTo>
                  <a:cubicBezTo>
                    <a:pt x="4872" y="798"/>
                    <a:pt x="5051" y="619"/>
                    <a:pt x="5051" y="399"/>
                  </a:cubicBezTo>
                  <a:cubicBezTo>
                    <a:pt x="5051" y="179"/>
                    <a:pt x="4872" y="1"/>
                    <a:pt x="465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3284;p109">
              <a:extLst>
                <a:ext uri="{FF2B5EF4-FFF2-40B4-BE49-F238E27FC236}">
                  <a16:creationId xmlns:a16="http://schemas.microsoft.com/office/drawing/2014/main" id="{E08E5CD1-8C0B-92C6-0E14-D282B93C1FD4}"/>
                </a:ext>
              </a:extLst>
            </p:cNvPr>
            <p:cNvSpPr/>
            <p:nvPr/>
          </p:nvSpPr>
          <p:spPr>
            <a:xfrm>
              <a:off x="3181391" y="886685"/>
              <a:ext cx="36061" cy="17273"/>
            </a:xfrm>
            <a:custGeom>
              <a:avLst/>
              <a:gdLst/>
              <a:ahLst/>
              <a:cxnLst/>
              <a:rect l="l" t="t" r="r" b="b"/>
              <a:pathLst>
                <a:path w="1666" h="798" extrusionOk="0">
                  <a:moveTo>
                    <a:pt x="398" y="1"/>
                  </a:moveTo>
                  <a:cubicBezTo>
                    <a:pt x="179" y="1"/>
                    <a:pt x="0" y="179"/>
                    <a:pt x="0" y="399"/>
                  </a:cubicBezTo>
                  <a:cubicBezTo>
                    <a:pt x="0" y="619"/>
                    <a:pt x="179" y="798"/>
                    <a:pt x="398" y="798"/>
                  </a:cubicBezTo>
                  <a:cubicBezTo>
                    <a:pt x="402" y="798"/>
                    <a:pt x="405" y="798"/>
                    <a:pt x="408" y="797"/>
                  </a:cubicBezTo>
                  <a:lnTo>
                    <a:pt x="1258" y="797"/>
                  </a:lnTo>
                  <a:cubicBezTo>
                    <a:pt x="1261" y="798"/>
                    <a:pt x="1264" y="798"/>
                    <a:pt x="1267" y="798"/>
                  </a:cubicBezTo>
                  <a:cubicBezTo>
                    <a:pt x="1486" y="798"/>
                    <a:pt x="1665" y="619"/>
                    <a:pt x="1665" y="399"/>
                  </a:cubicBezTo>
                  <a:cubicBezTo>
                    <a:pt x="1665" y="179"/>
                    <a:pt x="1486" y="1"/>
                    <a:pt x="1267" y="1"/>
                  </a:cubicBezTo>
                  <a:cubicBezTo>
                    <a:pt x="1264" y="1"/>
                    <a:pt x="1261" y="1"/>
                    <a:pt x="1258" y="1"/>
                  </a:cubicBezTo>
                  <a:lnTo>
                    <a:pt x="408" y="1"/>
                  </a:lnTo>
                  <a:cubicBezTo>
                    <a:pt x="405" y="1"/>
                    <a:pt x="402" y="1"/>
                    <a:pt x="39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4" name="Google Shape;3334;p109">
            <a:extLst>
              <a:ext uri="{FF2B5EF4-FFF2-40B4-BE49-F238E27FC236}">
                <a16:creationId xmlns:a16="http://schemas.microsoft.com/office/drawing/2014/main" id="{4D9CD62D-B402-DF16-E5D8-58DF298FCF82}"/>
              </a:ext>
            </a:extLst>
          </p:cNvPr>
          <p:cNvGrpSpPr/>
          <p:nvPr/>
        </p:nvGrpSpPr>
        <p:grpSpPr>
          <a:xfrm>
            <a:off x="4464845" y="4526845"/>
            <a:ext cx="671776" cy="463453"/>
            <a:chOff x="523580" y="979455"/>
            <a:chExt cx="571926" cy="375151"/>
          </a:xfrm>
        </p:grpSpPr>
        <p:sp>
          <p:nvSpPr>
            <p:cNvPr id="535" name="Google Shape;3335;p109">
              <a:extLst>
                <a:ext uri="{FF2B5EF4-FFF2-40B4-BE49-F238E27FC236}">
                  <a16:creationId xmlns:a16="http://schemas.microsoft.com/office/drawing/2014/main" id="{726AEF12-E8AB-43C3-5D57-B9E7E562C3B7}"/>
                </a:ext>
              </a:extLst>
            </p:cNvPr>
            <p:cNvSpPr/>
            <p:nvPr/>
          </p:nvSpPr>
          <p:spPr>
            <a:xfrm>
              <a:off x="577670" y="1049650"/>
              <a:ext cx="462597" cy="276169"/>
            </a:xfrm>
            <a:custGeom>
              <a:avLst/>
              <a:gdLst/>
              <a:ahLst/>
              <a:cxnLst/>
              <a:rect l="l" t="t" r="r" b="b"/>
              <a:pathLst>
                <a:path w="21372" h="12759" extrusionOk="0">
                  <a:moveTo>
                    <a:pt x="842" y="1"/>
                  </a:moveTo>
                  <a:cubicBezTo>
                    <a:pt x="377" y="1"/>
                    <a:pt x="0" y="379"/>
                    <a:pt x="0" y="843"/>
                  </a:cubicBezTo>
                  <a:lnTo>
                    <a:pt x="0" y="12759"/>
                  </a:lnTo>
                  <a:lnTo>
                    <a:pt x="21371" y="12759"/>
                  </a:lnTo>
                  <a:lnTo>
                    <a:pt x="21371" y="843"/>
                  </a:lnTo>
                  <a:cubicBezTo>
                    <a:pt x="21371" y="379"/>
                    <a:pt x="20995" y="1"/>
                    <a:pt x="20531" y="1"/>
                  </a:cubicBezTo>
                  <a:cubicBezTo>
                    <a:pt x="20531" y="1"/>
                    <a:pt x="20530" y="1"/>
                    <a:pt x="20529" y="1"/>
                  </a:cubicBezTo>
                  <a:lnTo>
                    <a:pt x="844" y="1"/>
                  </a:lnTo>
                  <a:cubicBezTo>
                    <a:pt x="843" y="1"/>
                    <a:pt x="842" y="1"/>
                    <a:pt x="8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3336;p109">
              <a:extLst>
                <a:ext uri="{FF2B5EF4-FFF2-40B4-BE49-F238E27FC236}">
                  <a16:creationId xmlns:a16="http://schemas.microsoft.com/office/drawing/2014/main" id="{F9F07ABA-DB52-393E-62D6-B302774834DD}"/>
                </a:ext>
              </a:extLst>
            </p:cNvPr>
            <p:cNvSpPr/>
            <p:nvPr/>
          </p:nvSpPr>
          <p:spPr>
            <a:xfrm>
              <a:off x="606437" y="1078394"/>
              <a:ext cx="405086" cy="204870"/>
            </a:xfrm>
            <a:custGeom>
              <a:avLst/>
              <a:gdLst/>
              <a:ahLst/>
              <a:cxnLst/>
              <a:rect l="l" t="t" r="r" b="b"/>
              <a:pathLst>
                <a:path w="18715" h="9465" extrusionOk="0">
                  <a:moveTo>
                    <a:pt x="251" y="1"/>
                  </a:moveTo>
                  <a:cubicBezTo>
                    <a:pt x="113" y="1"/>
                    <a:pt x="1" y="113"/>
                    <a:pt x="1" y="251"/>
                  </a:cubicBezTo>
                  <a:lnTo>
                    <a:pt x="1" y="9214"/>
                  </a:lnTo>
                  <a:cubicBezTo>
                    <a:pt x="1" y="9352"/>
                    <a:pt x="113" y="9465"/>
                    <a:pt x="251" y="9465"/>
                  </a:cubicBezTo>
                  <a:lnTo>
                    <a:pt x="18464" y="9465"/>
                  </a:lnTo>
                  <a:cubicBezTo>
                    <a:pt x="18602" y="9465"/>
                    <a:pt x="18714" y="9352"/>
                    <a:pt x="18714" y="9214"/>
                  </a:cubicBezTo>
                  <a:lnTo>
                    <a:pt x="18714" y="251"/>
                  </a:lnTo>
                  <a:cubicBezTo>
                    <a:pt x="18714" y="113"/>
                    <a:pt x="18602" y="1"/>
                    <a:pt x="184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3337;p109">
              <a:extLst>
                <a:ext uri="{FF2B5EF4-FFF2-40B4-BE49-F238E27FC236}">
                  <a16:creationId xmlns:a16="http://schemas.microsoft.com/office/drawing/2014/main" id="{1A14B3AE-6FC4-4983-EAFE-1FFC1E50A2F3}"/>
                </a:ext>
              </a:extLst>
            </p:cNvPr>
            <p:cNvSpPr/>
            <p:nvPr/>
          </p:nvSpPr>
          <p:spPr>
            <a:xfrm>
              <a:off x="674337" y="979455"/>
              <a:ext cx="269285" cy="170325"/>
            </a:xfrm>
            <a:custGeom>
              <a:avLst/>
              <a:gdLst/>
              <a:ahLst/>
              <a:cxnLst/>
              <a:rect l="l" t="t" r="r" b="b"/>
              <a:pathLst>
                <a:path w="12441" h="7869" extrusionOk="0">
                  <a:moveTo>
                    <a:pt x="533" y="0"/>
                  </a:moveTo>
                  <a:cubicBezTo>
                    <a:pt x="238" y="2"/>
                    <a:pt x="0" y="241"/>
                    <a:pt x="0" y="534"/>
                  </a:cubicBezTo>
                  <a:lnTo>
                    <a:pt x="0" y="7337"/>
                  </a:lnTo>
                  <a:cubicBezTo>
                    <a:pt x="1" y="7631"/>
                    <a:pt x="240" y="7869"/>
                    <a:pt x="535" y="7869"/>
                  </a:cubicBezTo>
                  <a:lnTo>
                    <a:pt x="11907" y="7869"/>
                  </a:lnTo>
                  <a:cubicBezTo>
                    <a:pt x="12201" y="7869"/>
                    <a:pt x="12438" y="7631"/>
                    <a:pt x="12441" y="7337"/>
                  </a:cubicBezTo>
                  <a:lnTo>
                    <a:pt x="12441" y="534"/>
                  </a:lnTo>
                  <a:cubicBezTo>
                    <a:pt x="12440" y="241"/>
                    <a:pt x="12203" y="2"/>
                    <a:pt x="119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3338;p109">
              <a:extLst>
                <a:ext uri="{FF2B5EF4-FFF2-40B4-BE49-F238E27FC236}">
                  <a16:creationId xmlns:a16="http://schemas.microsoft.com/office/drawing/2014/main" id="{0A831BAE-B0AE-29B6-8CAF-D9D0F95D928E}"/>
                </a:ext>
              </a:extLst>
            </p:cNvPr>
            <p:cNvSpPr/>
            <p:nvPr/>
          </p:nvSpPr>
          <p:spPr>
            <a:xfrm>
              <a:off x="674337" y="1038936"/>
              <a:ext cx="269264" cy="110822"/>
            </a:xfrm>
            <a:custGeom>
              <a:avLst/>
              <a:gdLst/>
              <a:ahLst/>
              <a:cxnLst/>
              <a:rect l="l" t="t" r="r" b="b"/>
              <a:pathLst>
                <a:path w="12440" h="5120" extrusionOk="0">
                  <a:moveTo>
                    <a:pt x="5799" y="1"/>
                  </a:moveTo>
                  <a:lnTo>
                    <a:pt x="4604" y="494"/>
                  </a:lnTo>
                  <a:lnTo>
                    <a:pt x="0" y="4588"/>
                  </a:lnTo>
                  <a:cubicBezTo>
                    <a:pt x="1" y="4882"/>
                    <a:pt x="240" y="5119"/>
                    <a:pt x="534" y="5119"/>
                  </a:cubicBezTo>
                  <a:lnTo>
                    <a:pt x="11906" y="5119"/>
                  </a:lnTo>
                  <a:cubicBezTo>
                    <a:pt x="12199" y="5119"/>
                    <a:pt x="12438" y="4882"/>
                    <a:pt x="12440" y="4588"/>
                  </a:cubicBezTo>
                  <a:lnTo>
                    <a:pt x="7922" y="496"/>
                  </a:lnTo>
                  <a:lnTo>
                    <a:pt x="7918" y="491"/>
                  </a:lnTo>
                  <a:lnTo>
                    <a:pt x="579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3339;p109">
              <a:extLst>
                <a:ext uri="{FF2B5EF4-FFF2-40B4-BE49-F238E27FC236}">
                  <a16:creationId xmlns:a16="http://schemas.microsoft.com/office/drawing/2014/main" id="{34516CAD-BB1D-6100-D179-93D1E077350F}"/>
                </a:ext>
              </a:extLst>
            </p:cNvPr>
            <p:cNvSpPr/>
            <p:nvPr/>
          </p:nvSpPr>
          <p:spPr>
            <a:xfrm>
              <a:off x="685852" y="979455"/>
              <a:ext cx="246255" cy="95649"/>
            </a:xfrm>
            <a:custGeom>
              <a:avLst/>
              <a:gdLst/>
              <a:ahLst/>
              <a:cxnLst/>
              <a:rect l="l" t="t" r="r" b="b"/>
              <a:pathLst>
                <a:path w="11377" h="4419" extrusionOk="0">
                  <a:moveTo>
                    <a:pt x="1" y="0"/>
                  </a:moveTo>
                  <a:lnTo>
                    <a:pt x="4071" y="3244"/>
                  </a:lnTo>
                  <a:lnTo>
                    <a:pt x="5399" y="4300"/>
                  </a:lnTo>
                  <a:cubicBezTo>
                    <a:pt x="5498" y="4379"/>
                    <a:pt x="5617" y="4419"/>
                    <a:pt x="5737" y="4419"/>
                  </a:cubicBezTo>
                  <a:cubicBezTo>
                    <a:pt x="5859" y="4419"/>
                    <a:pt x="5980" y="4378"/>
                    <a:pt x="6080" y="4296"/>
                  </a:cubicBezTo>
                  <a:lnTo>
                    <a:pt x="7386" y="3239"/>
                  </a:lnTo>
                  <a:lnTo>
                    <a:pt x="113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3340;p109">
              <a:extLst>
                <a:ext uri="{FF2B5EF4-FFF2-40B4-BE49-F238E27FC236}">
                  <a16:creationId xmlns:a16="http://schemas.microsoft.com/office/drawing/2014/main" id="{8DE2D1F8-E8FC-3E27-D2D6-103B62492C93}"/>
                </a:ext>
              </a:extLst>
            </p:cNvPr>
            <p:cNvSpPr/>
            <p:nvPr/>
          </p:nvSpPr>
          <p:spPr>
            <a:xfrm>
              <a:off x="674900" y="1180256"/>
              <a:ext cx="42597" cy="17251"/>
            </a:xfrm>
            <a:custGeom>
              <a:avLst/>
              <a:gdLst/>
              <a:ahLst/>
              <a:cxnLst/>
              <a:rect l="l" t="t" r="r" b="b"/>
              <a:pathLst>
                <a:path w="1968" h="797" extrusionOk="0">
                  <a:moveTo>
                    <a:pt x="400" y="0"/>
                  </a:moveTo>
                  <a:cubicBezTo>
                    <a:pt x="179" y="0"/>
                    <a:pt x="0" y="178"/>
                    <a:pt x="0" y="399"/>
                  </a:cubicBezTo>
                  <a:cubicBezTo>
                    <a:pt x="0" y="619"/>
                    <a:pt x="179" y="797"/>
                    <a:pt x="400" y="797"/>
                  </a:cubicBezTo>
                  <a:lnTo>
                    <a:pt x="1570" y="797"/>
                  </a:lnTo>
                  <a:cubicBezTo>
                    <a:pt x="1789" y="797"/>
                    <a:pt x="1968" y="619"/>
                    <a:pt x="1968" y="399"/>
                  </a:cubicBezTo>
                  <a:cubicBezTo>
                    <a:pt x="1968" y="178"/>
                    <a:pt x="1789" y="0"/>
                    <a:pt x="15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3341;p109">
              <a:extLst>
                <a:ext uri="{FF2B5EF4-FFF2-40B4-BE49-F238E27FC236}">
                  <a16:creationId xmlns:a16="http://schemas.microsoft.com/office/drawing/2014/main" id="{93969439-3393-11E0-F013-C69791DBC5C6}"/>
                </a:ext>
              </a:extLst>
            </p:cNvPr>
            <p:cNvSpPr/>
            <p:nvPr/>
          </p:nvSpPr>
          <p:spPr>
            <a:xfrm>
              <a:off x="727822" y="1180256"/>
              <a:ext cx="216385" cy="17251"/>
            </a:xfrm>
            <a:custGeom>
              <a:avLst/>
              <a:gdLst/>
              <a:ahLst/>
              <a:cxnLst/>
              <a:rect l="l" t="t" r="r" b="b"/>
              <a:pathLst>
                <a:path w="9997" h="797" extrusionOk="0">
                  <a:moveTo>
                    <a:pt x="400" y="0"/>
                  </a:moveTo>
                  <a:cubicBezTo>
                    <a:pt x="180" y="0"/>
                    <a:pt x="1" y="178"/>
                    <a:pt x="1" y="399"/>
                  </a:cubicBezTo>
                  <a:cubicBezTo>
                    <a:pt x="1" y="619"/>
                    <a:pt x="180" y="797"/>
                    <a:pt x="400" y="797"/>
                  </a:cubicBezTo>
                  <a:lnTo>
                    <a:pt x="9597" y="797"/>
                  </a:lnTo>
                  <a:cubicBezTo>
                    <a:pt x="9817" y="797"/>
                    <a:pt x="9996" y="619"/>
                    <a:pt x="9996" y="399"/>
                  </a:cubicBezTo>
                  <a:cubicBezTo>
                    <a:pt x="9996" y="178"/>
                    <a:pt x="9817" y="0"/>
                    <a:pt x="95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3342;p109">
              <a:extLst>
                <a:ext uri="{FF2B5EF4-FFF2-40B4-BE49-F238E27FC236}">
                  <a16:creationId xmlns:a16="http://schemas.microsoft.com/office/drawing/2014/main" id="{CFC2F16C-7E6B-4CED-05B5-6DA7A99A9725}"/>
                </a:ext>
              </a:extLst>
            </p:cNvPr>
            <p:cNvSpPr/>
            <p:nvPr/>
          </p:nvSpPr>
          <p:spPr>
            <a:xfrm>
              <a:off x="901588" y="1217074"/>
              <a:ext cx="42576" cy="17273"/>
            </a:xfrm>
            <a:custGeom>
              <a:avLst/>
              <a:gdLst/>
              <a:ahLst/>
              <a:cxnLst/>
              <a:rect l="l" t="t" r="r" b="b"/>
              <a:pathLst>
                <a:path w="1967" h="798" extrusionOk="0">
                  <a:moveTo>
                    <a:pt x="400" y="1"/>
                  </a:moveTo>
                  <a:cubicBezTo>
                    <a:pt x="179" y="1"/>
                    <a:pt x="0" y="178"/>
                    <a:pt x="0" y="399"/>
                  </a:cubicBezTo>
                  <a:cubicBezTo>
                    <a:pt x="0" y="618"/>
                    <a:pt x="179" y="797"/>
                    <a:pt x="400" y="797"/>
                  </a:cubicBezTo>
                  <a:lnTo>
                    <a:pt x="1569" y="797"/>
                  </a:lnTo>
                  <a:cubicBezTo>
                    <a:pt x="1789" y="797"/>
                    <a:pt x="1967" y="618"/>
                    <a:pt x="1967" y="399"/>
                  </a:cubicBezTo>
                  <a:cubicBezTo>
                    <a:pt x="1967" y="178"/>
                    <a:pt x="1789" y="1"/>
                    <a:pt x="15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3343;p109">
              <a:extLst>
                <a:ext uri="{FF2B5EF4-FFF2-40B4-BE49-F238E27FC236}">
                  <a16:creationId xmlns:a16="http://schemas.microsoft.com/office/drawing/2014/main" id="{2F1DA734-974C-8628-7A0D-0B5EE5F0AC62}"/>
                </a:ext>
              </a:extLst>
            </p:cNvPr>
            <p:cNvSpPr/>
            <p:nvPr/>
          </p:nvSpPr>
          <p:spPr>
            <a:xfrm>
              <a:off x="674921" y="1217074"/>
              <a:ext cx="216342" cy="17273"/>
            </a:xfrm>
            <a:custGeom>
              <a:avLst/>
              <a:gdLst/>
              <a:ahLst/>
              <a:cxnLst/>
              <a:rect l="l" t="t" r="r" b="b"/>
              <a:pathLst>
                <a:path w="9995" h="798" extrusionOk="0">
                  <a:moveTo>
                    <a:pt x="399" y="1"/>
                  </a:moveTo>
                  <a:cubicBezTo>
                    <a:pt x="178" y="1"/>
                    <a:pt x="0" y="178"/>
                    <a:pt x="0" y="399"/>
                  </a:cubicBezTo>
                  <a:cubicBezTo>
                    <a:pt x="0" y="618"/>
                    <a:pt x="178" y="797"/>
                    <a:pt x="399" y="797"/>
                  </a:cubicBezTo>
                  <a:lnTo>
                    <a:pt x="9596" y="797"/>
                  </a:lnTo>
                  <a:cubicBezTo>
                    <a:pt x="9817" y="797"/>
                    <a:pt x="9994" y="618"/>
                    <a:pt x="9994" y="399"/>
                  </a:cubicBezTo>
                  <a:cubicBezTo>
                    <a:pt x="9994" y="178"/>
                    <a:pt x="9817" y="1"/>
                    <a:pt x="959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3344;p109">
              <a:extLst>
                <a:ext uri="{FF2B5EF4-FFF2-40B4-BE49-F238E27FC236}">
                  <a16:creationId xmlns:a16="http://schemas.microsoft.com/office/drawing/2014/main" id="{0D9CCE54-45FF-90DF-FF70-5BF7E9310602}"/>
                </a:ext>
              </a:extLst>
            </p:cNvPr>
            <p:cNvSpPr/>
            <p:nvPr/>
          </p:nvSpPr>
          <p:spPr>
            <a:xfrm>
              <a:off x="523580" y="1311987"/>
              <a:ext cx="571926" cy="42619"/>
            </a:xfrm>
            <a:custGeom>
              <a:avLst/>
              <a:gdLst/>
              <a:ahLst/>
              <a:cxnLst/>
              <a:rect l="l" t="t" r="r" b="b"/>
              <a:pathLst>
                <a:path w="26423" h="1969" extrusionOk="0">
                  <a:moveTo>
                    <a:pt x="357" y="0"/>
                  </a:moveTo>
                  <a:cubicBezTo>
                    <a:pt x="160" y="0"/>
                    <a:pt x="0" y="160"/>
                    <a:pt x="0" y="357"/>
                  </a:cubicBezTo>
                  <a:lnTo>
                    <a:pt x="0" y="677"/>
                  </a:lnTo>
                  <a:cubicBezTo>
                    <a:pt x="0" y="1390"/>
                    <a:pt x="579" y="1968"/>
                    <a:pt x="1293" y="1968"/>
                  </a:cubicBezTo>
                  <a:lnTo>
                    <a:pt x="25132" y="1968"/>
                  </a:lnTo>
                  <a:cubicBezTo>
                    <a:pt x="25844" y="1968"/>
                    <a:pt x="26423" y="1390"/>
                    <a:pt x="26423" y="677"/>
                  </a:cubicBezTo>
                  <a:lnTo>
                    <a:pt x="26423" y="357"/>
                  </a:lnTo>
                  <a:cubicBezTo>
                    <a:pt x="26423" y="160"/>
                    <a:pt x="26264" y="0"/>
                    <a:pt x="2606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5" name="Google Shape;4190;p110">
            <a:extLst>
              <a:ext uri="{FF2B5EF4-FFF2-40B4-BE49-F238E27FC236}">
                <a16:creationId xmlns:a16="http://schemas.microsoft.com/office/drawing/2014/main" id="{453413D3-ADBE-4FCE-9A70-296724A8F6A2}"/>
              </a:ext>
            </a:extLst>
          </p:cNvPr>
          <p:cNvGrpSpPr/>
          <p:nvPr/>
        </p:nvGrpSpPr>
        <p:grpSpPr>
          <a:xfrm>
            <a:off x="3961593" y="2975350"/>
            <a:ext cx="423682" cy="380949"/>
            <a:chOff x="2983858" y="2609877"/>
            <a:chExt cx="423682" cy="380949"/>
          </a:xfrm>
        </p:grpSpPr>
        <p:sp>
          <p:nvSpPr>
            <p:cNvPr id="546" name="Google Shape;4191;p110">
              <a:extLst>
                <a:ext uri="{FF2B5EF4-FFF2-40B4-BE49-F238E27FC236}">
                  <a16:creationId xmlns:a16="http://schemas.microsoft.com/office/drawing/2014/main" id="{B1E9C2FF-3D47-124B-044C-1D0710F34DE8}"/>
                </a:ext>
              </a:extLst>
            </p:cNvPr>
            <p:cNvSpPr/>
            <p:nvPr/>
          </p:nvSpPr>
          <p:spPr>
            <a:xfrm>
              <a:off x="3031504" y="2920157"/>
              <a:ext cx="328030" cy="70669"/>
            </a:xfrm>
            <a:custGeom>
              <a:avLst/>
              <a:gdLst/>
              <a:ahLst/>
              <a:cxnLst/>
              <a:rect l="l" t="t" r="r" b="b"/>
              <a:pathLst>
                <a:path w="11883" h="2560" extrusionOk="0">
                  <a:moveTo>
                    <a:pt x="1346" y="0"/>
                  </a:moveTo>
                  <a:cubicBezTo>
                    <a:pt x="1239" y="0"/>
                    <a:pt x="1155" y="60"/>
                    <a:pt x="1120" y="155"/>
                  </a:cubicBezTo>
                  <a:lnTo>
                    <a:pt x="96" y="2191"/>
                  </a:lnTo>
                  <a:cubicBezTo>
                    <a:pt x="0" y="2358"/>
                    <a:pt x="131" y="2560"/>
                    <a:pt x="322" y="2560"/>
                  </a:cubicBezTo>
                  <a:lnTo>
                    <a:pt x="11561" y="2560"/>
                  </a:lnTo>
                  <a:cubicBezTo>
                    <a:pt x="11752" y="2560"/>
                    <a:pt x="11883" y="2369"/>
                    <a:pt x="11800" y="2191"/>
                  </a:cubicBezTo>
                  <a:lnTo>
                    <a:pt x="10776" y="155"/>
                  </a:lnTo>
                  <a:cubicBezTo>
                    <a:pt x="10728" y="60"/>
                    <a:pt x="10645" y="0"/>
                    <a:pt x="105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4192;p110">
              <a:extLst>
                <a:ext uri="{FF2B5EF4-FFF2-40B4-BE49-F238E27FC236}">
                  <a16:creationId xmlns:a16="http://schemas.microsoft.com/office/drawing/2014/main" id="{CD617D77-5792-400D-E853-5E0CAC044070}"/>
                </a:ext>
              </a:extLst>
            </p:cNvPr>
            <p:cNvSpPr/>
            <p:nvPr/>
          </p:nvSpPr>
          <p:spPr>
            <a:xfrm>
              <a:off x="3116307" y="2878087"/>
              <a:ext cx="159888" cy="84527"/>
            </a:xfrm>
            <a:custGeom>
              <a:avLst/>
              <a:gdLst/>
              <a:ahLst/>
              <a:cxnLst/>
              <a:rect l="l" t="t" r="r" b="b"/>
              <a:pathLst>
                <a:path w="5792" h="3062" extrusionOk="0">
                  <a:moveTo>
                    <a:pt x="1334" y="0"/>
                  </a:moveTo>
                  <a:cubicBezTo>
                    <a:pt x="1191" y="0"/>
                    <a:pt x="1084" y="107"/>
                    <a:pt x="1084" y="250"/>
                  </a:cubicBezTo>
                  <a:lnTo>
                    <a:pt x="1084" y="1786"/>
                  </a:lnTo>
                  <a:cubicBezTo>
                    <a:pt x="1084" y="2215"/>
                    <a:pt x="738" y="2548"/>
                    <a:pt x="310" y="2548"/>
                  </a:cubicBezTo>
                  <a:cubicBezTo>
                    <a:pt x="0" y="2584"/>
                    <a:pt x="0" y="3036"/>
                    <a:pt x="310" y="3060"/>
                  </a:cubicBezTo>
                  <a:lnTo>
                    <a:pt x="5430" y="3060"/>
                  </a:lnTo>
                  <a:cubicBezTo>
                    <a:pt x="5441" y="3061"/>
                    <a:pt x="5452" y="3062"/>
                    <a:pt x="5462" y="3062"/>
                  </a:cubicBezTo>
                  <a:cubicBezTo>
                    <a:pt x="5791" y="3062"/>
                    <a:pt x="5788" y="2547"/>
                    <a:pt x="5452" y="2547"/>
                  </a:cubicBezTo>
                  <a:cubicBezTo>
                    <a:pt x="5444" y="2547"/>
                    <a:pt x="5437" y="2548"/>
                    <a:pt x="5430" y="2548"/>
                  </a:cubicBezTo>
                  <a:cubicBezTo>
                    <a:pt x="5001" y="2548"/>
                    <a:pt x="4656" y="2215"/>
                    <a:pt x="4656" y="1786"/>
                  </a:cubicBezTo>
                  <a:lnTo>
                    <a:pt x="4656" y="250"/>
                  </a:lnTo>
                  <a:cubicBezTo>
                    <a:pt x="4656" y="107"/>
                    <a:pt x="4548" y="0"/>
                    <a:pt x="440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4193;p110">
              <a:extLst>
                <a:ext uri="{FF2B5EF4-FFF2-40B4-BE49-F238E27FC236}">
                  <a16:creationId xmlns:a16="http://schemas.microsoft.com/office/drawing/2014/main" id="{D4BCA8A3-B053-97D3-BAC1-27EC0E26D974}"/>
                </a:ext>
              </a:extLst>
            </p:cNvPr>
            <p:cNvSpPr/>
            <p:nvPr/>
          </p:nvSpPr>
          <p:spPr>
            <a:xfrm>
              <a:off x="2983858" y="2609877"/>
              <a:ext cx="423350" cy="282372"/>
            </a:xfrm>
            <a:custGeom>
              <a:avLst/>
              <a:gdLst/>
              <a:ahLst/>
              <a:cxnLst/>
              <a:rect l="l" t="t" r="r" b="b"/>
              <a:pathLst>
                <a:path w="15336" h="10229" extrusionOk="0">
                  <a:moveTo>
                    <a:pt x="262" y="1"/>
                  </a:moveTo>
                  <a:cubicBezTo>
                    <a:pt x="119" y="1"/>
                    <a:pt x="0" y="120"/>
                    <a:pt x="0" y="263"/>
                  </a:cubicBezTo>
                  <a:lnTo>
                    <a:pt x="0" y="9966"/>
                  </a:lnTo>
                  <a:cubicBezTo>
                    <a:pt x="0" y="10109"/>
                    <a:pt x="119" y="10228"/>
                    <a:pt x="262" y="10228"/>
                  </a:cubicBezTo>
                  <a:lnTo>
                    <a:pt x="15085" y="10228"/>
                  </a:lnTo>
                  <a:cubicBezTo>
                    <a:pt x="15228" y="10228"/>
                    <a:pt x="15335" y="10109"/>
                    <a:pt x="15335" y="9966"/>
                  </a:cubicBezTo>
                  <a:lnTo>
                    <a:pt x="15335" y="263"/>
                  </a:lnTo>
                  <a:cubicBezTo>
                    <a:pt x="15335" y="120"/>
                    <a:pt x="15228" y="1"/>
                    <a:pt x="150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4194;p110">
              <a:extLst>
                <a:ext uri="{FF2B5EF4-FFF2-40B4-BE49-F238E27FC236}">
                  <a16:creationId xmlns:a16="http://schemas.microsoft.com/office/drawing/2014/main" id="{A90D5B21-D9CD-3029-5FF3-D20FA3651A95}"/>
                </a:ext>
              </a:extLst>
            </p:cNvPr>
            <p:cNvSpPr/>
            <p:nvPr/>
          </p:nvSpPr>
          <p:spPr>
            <a:xfrm>
              <a:off x="2984162" y="2835686"/>
              <a:ext cx="423378" cy="56563"/>
            </a:xfrm>
            <a:custGeom>
              <a:avLst/>
              <a:gdLst/>
              <a:ahLst/>
              <a:cxnLst/>
              <a:rect l="l" t="t" r="r" b="b"/>
              <a:pathLst>
                <a:path w="15337" h="2049" extrusionOk="0">
                  <a:moveTo>
                    <a:pt x="1" y="0"/>
                  </a:moveTo>
                  <a:lnTo>
                    <a:pt x="1" y="1786"/>
                  </a:lnTo>
                  <a:cubicBezTo>
                    <a:pt x="1" y="1929"/>
                    <a:pt x="108" y="2048"/>
                    <a:pt x="251" y="2048"/>
                  </a:cubicBezTo>
                  <a:lnTo>
                    <a:pt x="15074" y="2048"/>
                  </a:lnTo>
                  <a:cubicBezTo>
                    <a:pt x="15217" y="2048"/>
                    <a:pt x="15336" y="1929"/>
                    <a:pt x="15336" y="1786"/>
                  </a:cubicBezTo>
                  <a:lnTo>
                    <a:pt x="153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4195;p110">
              <a:extLst>
                <a:ext uri="{FF2B5EF4-FFF2-40B4-BE49-F238E27FC236}">
                  <a16:creationId xmlns:a16="http://schemas.microsoft.com/office/drawing/2014/main" id="{FA26E982-2AD2-9993-6718-70B34EED5775}"/>
                </a:ext>
              </a:extLst>
            </p:cNvPr>
            <p:cNvSpPr/>
            <p:nvPr/>
          </p:nvSpPr>
          <p:spPr>
            <a:xfrm>
              <a:off x="3171848" y="2856721"/>
              <a:ext cx="47343" cy="14161"/>
            </a:xfrm>
            <a:custGeom>
              <a:avLst/>
              <a:gdLst/>
              <a:ahLst/>
              <a:cxnLst/>
              <a:rect l="l" t="t" r="r" b="b"/>
              <a:pathLst>
                <a:path w="1715" h="513" extrusionOk="0">
                  <a:moveTo>
                    <a:pt x="346" y="0"/>
                  </a:moveTo>
                  <a:cubicBezTo>
                    <a:pt x="0" y="0"/>
                    <a:pt x="0" y="512"/>
                    <a:pt x="346" y="512"/>
                  </a:cubicBezTo>
                  <a:lnTo>
                    <a:pt x="1370" y="512"/>
                  </a:lnTo>
                  <a:cubicBezTo>
                    <a:pt x="1715" y="512"/>
                    <a:pt x="1715" y="0"/>
                    <a:pt x="137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4196;p110">
              <a:extLst>
                <a:ext uri="{FF2B5EF4-FFF2-40B4-BE49-F238E27FC236}">
                  <a16:creationId xmlns:a16="http://schemas.microsoft.com/office/drawing/2014/main" id="{6BE9975D-8F6F-A80A-937E-F2455100A0D7}"/>
                </a:ext>
              </a:extLst>
            </p:cNvPr>
            <p:cNvSpPr/>
            <p:nvPr/>
          </p:nvSpPr>
          <p:spPr>
            <a:xfrm>
              <a:off x="3138971" y="2666412"/>
              <a:ext cx="155499" cy="112766"/>
            </a:xfrm>
            <a:custGeom>
              <a:avLst/>
              <a:gdLst/>
              <a:ahLst/>
              <a:cxnLst/>
              <a:rect l="l" t="t" r="r" b="b"/>
              <a:pathLst>
                <a:path w="5633" h="4085" extrusionOk="0">
                  <a:moveTo>
                    <a:pt x="775" y="1"/>
                  </a:moveTo>
                  <a:cubicBezTo>
                    <a:pt x="346" y="1"/>
                    <a:pt x="1" y="346"/>
                    <a:pt x="1" y="763"/>
                  </a:cubicBezTo>
                  <a:lnTo>
                    <a:pt x="1" y="3322"/>
                  </a:lnTo>
                  <a:cubicBezTo>
                    <a:pt x="1" y="3739"/>
                    <a:pt x="346" y="4084"/>
                    <a:pt x="775" y="4084"/>
                  </a:cubicBezTo>
                  <a:lnTo>
                    <a:pt x="4859" y="4084"/>
                  </a:lnTo>
                  <a:cubicBezTo>
                    <a:pt x="5287" y="4084"/>
                    <a:pt x="5632" y="3739"/>
                    <a:pt x="5632" y="3322"/>
                  </a:cubicBezTo>
                  <a:lnTo>
                    <a:pt x="5632" y="763"/>
                  </a:lnTo>
                  <a:cubicBezTo>
                    <a:pt x="5632" y="346"/>
                    <a:pt x="5287" y="1"/>
                    <a:pt x="485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4197;p110">
              <a:extLst>
                <a:ext uri="{FF2B5EF4-FFF2-40B4-BE49-F238E27FC236}">
                  <a16:creationId xmlns:a16="http://schemas.microsoft.com/office/drawing/2014/main" id="{BCDA65A0-A603-D608-C25B-16B7611A11C3}"/>
                </a:ext>
              </a:extLst>
            </p:cNvPr>
            <p:cNvSpPr/>
            <p:nvPr/>
          </p:nvSpPr>
          <p:spPr>
            <a:xfrm>
              <a:off x="3164809" y="2694542"/>
              <a:ext cx="104871" cy="56563"/>
            </a:xfrm>
            <a:custGeom>
              <a:avLst/>
              <a:gdLst/>
              <a:ahLst/>
              <a:cxnLst/>
              <a:rect l="l" t="t" r="r" b="b"/>
              <a:pathLst>
                <a:path w="3799" h="2049" extrusionOk="0">
                  <a:moveTo>
                    <a:pt x="3426" y="0"/>
                  </a:moveTo>
                  <a:cubicBezTo>
                    <a:pt x="3366" y="0"/>
                    <a:pt x="3305" y="22"/>
                    <a:pt x="3256" y="65"/>
                  </a:cubicBezTo>
                  <a:lnTo>
                    <a:pt x="1887" y="1196"/>
                  </a:lnTo>
                  <a:lnTo>
                    <a:pt x="505" y="53"/>
                  </a:lnTo>
                  <a:cubicBezTo>
                    <a:pt x="458" y="19"/>
                    <a:pt x="409" y="5"/>
                    <a:pt x="362" y="5"/>
                  </a:cubicBezTo>
                  <a:cubicBezTo>
                    <a:pt x="161" y="5"/>
                    <a:pt x="1" y="272"/>
                    <a:pt x="184" y="446"/>
                  </a:cubicBezTo>
                  <a:lnTo>
                    <a:pt x="898" y="1041"/>
                  </a:lnTo>
                  <a:lnTo>
                    <a:pt x="196" y="1577"/>
                  </a:lnTo>
                  <a:cubicBezTo>
                    <a:pt x="77" y="1660"/>
                    <a:pt x="53" y="1815"/>
                    <a:pt x="136" y="1934"/>
                  </a:cubicBezTo>
                  <a:cubicBezTo>
                    <a:pt x="184" y="1982"/>
                    <a:pt x="244" y="2030"/>
                    <a:pt x="315" y="2030"/>
                  </a:cubicBezTo>
                  <a:cubicBezTo>
                    <a:pt x="329" y="2032"/>
                    <a:pt x="344" y="2034"/>
                    <a:pt x="359" y="2034"/>
                  </a:cubicBezTo>
                  <a:cubicBezTo>
                    <a:pt x="408" y="2034"/>
                    <a:pt x="460" y="2018"/>
                    <a:pt x="505" y="1982"/>
                  </a:cubicBezTo>
                  <a:lnTo>
                    <a:pt x="1303" y="1375"/>
                  </a:lnTo>
                  <a:lnTo>
                    <a:pt x="1720" y="1720"/>
                  </a:lnTo>
                  <a:cubicBezTo>
                    <a:pt x="1768" y="1762"/>
                    <a:pt x="1824" y="1782"/>
                    <a:pt x="1881" y="1782"/>
                  </a:cubicBezTo>
                  <a:cubicBezTo>
                    <a:pt x="1937" y="1782"/>
                    <a:pt x="1994" y="1762"/>
                    <a:pt x="2041" y="1720"/>
                  </a:cubicBezTo>
                  <a:lnTo>
                    <a:pt x="2458" y="1387"/>
                  </a:lnTo>
                  <a:lnTo>
                    <a:pt x="3268" y="1994"/>
                  </a:lnTo>
                  <a:cubicBezTo>
                    <a:pt x="3320" y="2032"/>
                    <a:pt x="3374" y="2049"/>
                    <a:pt x="3424" y="2049"/>
                  </a:cubicBezTo>
                  <a:cubicBezTo>
                    <a:pt x="3638" y="2049"/>
                    <a:pt x="3799" y="1753"/>
                    <a:pt x="3577" y="1589"/>
                  </a:cubicBezTo>
                  <a:lnTo>
                    <a:pt x="2851" y="1053"/>
                  </a:lnTo>
                  <a:lnTo>
                    <a:pt x="3577" y="458"/>
                  </a:lnTo>
                  <a:cubicBezTo>
                    <a:pt x="3637" y="410"/>
                    <a:pt x="3661" y="351"/>
                    <a:pt x="3673" y="279"/>
                  </a:cubicBezTo>
                  <a:cubicBezTo>
                    <a:pt x="3684" y="208"/>
                    <a:pt x="3661" y="136"/>
                    <a:pt x="3613" y="89"/>
                  </a:cubicBezTo>
                  <a:cubicBezTo>
                    <a:pt x="3568" y="31"/>
                    <a:pt x="3498" y="0"/>
                    <a:pt x="34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4198;p110">
              <a:extLst>
                <a:ext uri="{FF2B5EF4-FFF2-40B4-BE49-F238E27FC236}">
                  <a16:creationId xmlns:a16="http://schemas.microsoft.com/office/drawing/2014/main" id="{417BE8AC-90A0-0A9F-AAF9-5E2B48C51C7D}"/>
                </a:ext>
              </a:extLst>
            </p:cNvPr>
            <p:cNvSpPr/>
            <p:nvPr/>
          </p:nvSpPr>
          <p:spPr>
            <a:xfrm>
              <a:off x="3052208" y="2687447"/>
              <a:ext cx="75306" cy="14161"/>
            </a:xfrm>
            <a:custGeom>
              <a:avLst/>
              <a:gdLst/>
              <a:ahLst/>
              <a:cxnLst/>
              <a:rect l="l" t="t" r="r" b="b"/>
              <a:pathLst>
                <a:path w="2728" h="513" extrusionOk="0">
                  <a:moveTo>
                    <a:pt x="334" y="1"/>
                  </a:moveTo>
                  <a:cubicBezTo>
                    <a:pt x="1" y="1"/>
                    <a:pt x="1" y="512"/>
                    <a:pt x="334" y="512"/>
                  </a:cubicBezTo>
                  <a:lnTo>
                    <a:pt x="2382" y="512"/>
                  </a:lnTo>
                  <a:cubicBezTo>
                    <a:pt x="2727" y="512"/>
                    <a:pt x="2727" y="1"/>
                    <a:pt x="23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4199;p110">
              <a:extLst>
                <a:ext uri="{FF2B5EF4-FFF2-40B4-BE49-F238E27FC236}">
                  <a16:creationId xmlns:a16="http://schemas.microsoft.com/office/drawing/2014/main" id="{2BAB36F7-93A6-1F8D-1A01-205713EE69F3}"/>
                </a:ext>
              </a:extLst>
            </p:cNvPr>
            <p:cNvSpPr/>
            <p:nvPr/>
          </p:nvSpPr>
          <p:spPr>
            <a:xfrm>
              <a:off x="3073243" y="2715715"/>
              <a:ext cx="54271" cy="14161"/>
            </a:xfrm>
            <a:custGeom>
              <a:avLst/>
              <a:gdLst/>
              <a:ahLst/>
              <a:cxnLst/>
              <a:rect l="l" t="t" r="r" b="b"/>
              <a:pathLst>
                <a:path w="1966" h="513" extrusionOk="0">
                  <a:moveTo>
                    <a:pt x="346" y="0"/>
                  </a:moveTo>
                  <a:cubicBezTo>
                    <a:pt x="1" y="0"/>
                    <a:pt x="1" y="512"/>
                    <a:pt x="346" y="512"/>
                  </a:cubicBezTo>
                  <a:lnTo>
                    <a:pt x="1620" y="512"/>
                  </a:lnTo>
                  <a:cubicBezTo>
                    <a:pt x="1965" y="512"/>
                    <a:pt x="1965" y="0"/>
                    <a:pt x="16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4200;p110">
              <a:extLst>
                <a:ext uri="{FF2B5EF4-FFF2-40B4-BE49-F238E27FC236}">
                  <a16:creationId xmlns:a16="http://schemas.microsoft.com/office/drawing/2014/main" id="{228F3959-0956-FE00-35AC-22D714295FF4}"/>
                </a:ext>
              </a:extLst>
            </p:cNvPr>
            <p:cNvSpPr/>
            <p:nvPr/>
          </p:nvSpPr>
          <p:spPr>
            <a:xfrm>
              <a:off x="3094278" y="2743982"/>
              <a:ext cx="33236" cy="14161"/>
            </a:xfrm>
            <a:custGeom>
              <a:avLst/>
              <a:gdLst/>
              <a:ahLst/>
              <a:cxnLst/>
              <a:rect l="l" t="t" r="r" b="b"/>
              <a:pathLst>
                <a:path w="1204" h="513" extrusionOk="0">
                  <a:moveTo>
                    <a:pt x="346" y="0"/>
                  </a:moveTo>
                  <a:cubicBezTo>
                    <a:pt x="1" y="0"/>
                    <a:pt x="1" y="512"/>
                    <a:pt x="346" y="512"/>
                  </a:cubicBezTo>
                  <a:lnTo>
                    <a:pt x="858" y="512"/>
                  </a:lnTo>
                  <a:cubicBezTo>
                    <a:pt x="1203" y="512"/>
                    <a:pt x="1203" y="0"/>
                    <a:pt x="8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186DB5E8-8542-2AE8-A3C2-AE040A84816C}"/>
              </a:ext>
            </a:extLst>
          </p:cNvPr>
          <p:cNvPicPr>
            <a:picLocks noChangeAspect="1"/>
          </p:cNvPicPr>
          <p:nvPr/>
        </p:nvPicPr>
        <p:blipFill>
          <a:blip r:embed="rId10"/>
          <a:stretch>
            <a:fillRect/>
          </a:stretch>
        </p:blipFill>
        <p:spPr>
          <a:xfrm>
            <a:off x="5873691" y="4416611"/>
            <a:ext cx="3195981" cy="664398"/>
          </a:xfrm>
          <a:prstGeom prst="rect">
            <a:avLst/>
          </a:prstGeom>
        </p:spPr>
      </p:pic>
    </p:spTree>
    <p:extLst>
      <p:ext uri="{BB962C8B-B14F-4D97-AF65-F5344CB8AC3E}">
        <p14:creationId xmlns:p14="http://schemas.microsoft.com/office/powerpoint/2010/main" val="36355396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43">
          <a:extLst>
            <a:ext uri="{FF2B5EF4-FFF2-40B4-BE49-F238E27FC236}">
              <a16:creationId xmlns:a16="http://schemas.microsoft.com/office/drawing/2014/main" id="{668EE23B-AD39-DF1C-62F1-BFC19D0C8AEE}"/>
            </a:ext>
          </a:extLst>
        </p:cNvPr>
        <p:cNvGrpSpPr/>
        <p:nvPr/>
      </p:nvGrpSpPr>
      <p:grpSpPr>
        <a:xfrm>
          <a:off x="0" y="0"/>
          <a:ext cx="0" cy="0"/>
          <a:chOff x="0" y="0"/>
          <a:chExt cx="0" cy="0"/>
        </a:xfrm>
      </p:grpSpPr>
      <p:sp>
        <p:nvSpPr>
          <p:cNvPr id="2944" name="Google Shape;2944;p108">
            <a:extLst>
              <a:ext uri="{FF2B5EF4-FFF2-40B4-BE49-F238E27FC236}">
                <a16:creationId xmlns:a16="http://schemas.microsoft.com/office/drawing/2014/main" id="{9669625E-9BD2-2543-0AC1-04BD74582784}"/>
              </a:ext>
            </a:extLst>
          </p:cNvPr>
          <p:cNvSpPr txBox="1">
            <a:spLocks noGrp="1"/>
          </p:cNvSpPr>
          <p:nvPr>
            <p:ph type="title"/>
          </p:nvPr>
        </p:nvSpPr>
        <p:spPr>
          <a:xfrm>
            <a:off x="1343024" y="471495"/>
            <a:ext cx="5955665" cy="79271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400" dirty="0">
                <a:solidFill>
                  <a:srgbClr val="FCDC59"/>
                </a:solidFill>
              </a:rPr>
              <a:t>Thank You!</a:t>
            </a:r>
            <a:endParaRPr sz="4400" dirty="0">
              <a:solidFill>
                <a:srgbClr val="FCDC59"/>
              </a:solidFill>
            </a:endParaRPr>
          </a:p>
        </p:txBody>
      </p:sp>
      <p:pic>
        <p:nvPicPr>
          <p:cNvPr id="7" name="Picture 6">
            <a:extLst>
              <a:ext uri="{FF2B5EF4-FFF2-40B4-BE49-F238E27FC236}">
                <a16:creationId xmlns:a16="http://schemas.microsoft.com/office/drawing/2014/main" id="{2B395107-5B3E-5F3A-B8D7-D2C4DEBD1331}"/>
              </a:ext>
            </a:extLst>
          </p:cNvPr>
          <p:cNvPicPr>
            <a:picLocks noChangeAspect="1"/>
          </p:cNvPicPr>
          <p:nvPr/>
        </p:nvPicPr>
        <p:blipFill>
          <a:blip r:embed="rId3"/>
          <a:stretch>
            <a:fillRect/>
          </a:stretch>
        </p:blipFill>
        <p:spPr>
          <a:xfrm>
            <a:off x="3124125" y="3788561"/>
            <a:ext cx="2895749" cy="666784"/>
          </a:xfrm>
          <a:prstGeom prst="rect">
            <a:avLst/>
          </a:prstGeom>
        </p:spPr>
      </p:pic>
      <p:grpSp>
        <p:nvGrpSpPr>
          <p:cNvPr id="28" name="Google Shape;690;p56">
            <a:extLst>
              <a:ext uri="{FF2B5EF4-FFF2-40B4-BE49-F238E27FC236}">
                <a16:creationId xmlns:a16="http://schemas.microsoft.com/office/drawing/2014/main" id="{09EADC62-3B30-B14C-B1B5-D4A89FA3EA29}"/>
              </a:ext>
            </a:extLst>
          </p:cNvPr>
          <p:cNvGrpSpPr/>
          <p:nvPr/>
        </p:nvGrpSpPr>
        <p:grpSpPr>
          <a:xfrm>
            <a:off x="6542482" y="1957388"/>
            <a:ext cx="2530083" cy="2495489"/>
            <a:chOff x="5145225" y="1401250"/>
            <a:chExt cx="3158816" cy="3233404"/>
          </a:xfrm>
        </p:grpSpPr>
        <p:sp>
          <p:nvSpPr>
            <p:cNvPr id="29" name="Google Shape;691;p56">
              <a:extLst>
                <a:ext uri="{FF2B5EF4-FFF2-40B4-BE49-F238E27FC236}">
                  <a16:creationId xmlns:a16="http://schemas.microsoft.com/office/drawing/2014/main" id="{F45F424A-BC51-F2E2-3FBE-F6DCA3C8AF1C}"/>
                </a:ext>
              </a:extLst>
            </p:cNvPr>
            <p:cNvSpPr/>
            <p:nvPr/>
          </p:nvSpPr>
          <p:spPr>
            <a:xfrm>
              <a:off x="5145225" y="2112048"/>
              <a:ext cx="2425918" cy="2522561"/>
            </a:xfrm>
            <a:custGeom>
              <a:avLst/>
              <a:gdLst/>
              <a:ahLst/>
              <a:cxnLst/>
              <a:rect l="l" t="t" r="r" b="b"/>
              <a:pathLst>
                <a:path w="154051" h="160188" extrusionOk="0">
                  <a:moveTo>
                    <a:pt x="77025" y="0"/>
                  </a:moveTo>
                  <a:lnTo>
                    <a:pt x="1" y="67445"/>
                  </a:lnTo>
                  <a:lnTo>
                    <a:pt x="1" y="160187"/>
                  </a:lnTo>
                  <a:lnTo>
                    <a:pt x="154050" y="160187"/>
                  </a:lnTo>
                  <a:lnTo>
                    <a:pt x="154050" y="67445"/>
                  </a:lnTo>
                  <a:lnTo>
                    <a:pt x="7702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 name="Google Shape;692;p56">
              <a:extLst>
                <a:ext uri="{FF2B5EF4-FFF2-40B4-BE49-F238E27FC236}">
                  <a16:creationId xmlns:a16="http://schemas.microsoft.com/office/drawing/2014/main" id="{EB0481E6-9989-E3B9-57AD-7619B7DDFEAC}"/>
                </a:ext>
              </a:extLst>
            </p:cNvPr>
            <p:cNvGrpSpPr/>
            <p:nvPr/>
          </p:nvGrpSpPr>
          <p:grpSpPr>
            <a:xfrm>
              <a:off x="6003406" y="2485667"/>
              <a:ext cx="1409071" cy="1998216"/>
              <a:chOff x="6003406" y="2485667"/>
              <a:chExt cx="1409071" cy="1998216"/>
            </a:xfrm>
          </p:grpSpPr>
          <p:sp>
            <p:nvSpPr>
              <p:cNvPr id="58" name="Google Shape;693;p56">
                <a:extLst>
                  <a:ext uri="{FF2B5EF4-FFF2-40B4-BE49-F238E27FC236}">
                    <a16:creationId xmlns:a16="http://schemas.microsoft.com/office/drawing/2014/main" id="{FC83FE7E-6CCD-F514-2927-2455EF7E3AAD}"/>
                  </a:ext>
                </a:extLst>
              </p:cNvPr>
              <p:cNvSpPr/>
              <p:nvPr/>
            </p:nvSpPr>
            <p:spPr>
              <a:xfrm>
                <a:off x="6003406" y="2485667"/>
                <a:ext cx="1409071" cy="1998216"/>
              </a:xfrm>
              <a:custGeom>
                <a:avLst/>
                <a:gdLst/>
                <a:ahLst/>
                <a:cxnLst/>
                <a:rect l="l" t="t" r="r" b="b"/>
                <a:pathLst>
                  <a:path w="89479" h="126891" extrusionOk="0">
                    <a:moveTo>
                      <a:pt x="0" y="0"/>
                    </a:moveTo>
                    <a:lnTo>
                      <a:pt x="0" y="126891"/>
                    </a:lnTo>
                    <a:lnTo>
                      <a:pt x="89479" y="126891"/>
                    </a:lnTo>
                    <a:lnTo>
                      <a:pt x="8947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694;p56">
                <a:extLst>
                  <a:ext uri="{FF2B5EF4-FFF2-40B4-BE49-F238E27FC236}">
                    <a16:creationId xmlns:a16="http://schemas.microsoft.com/office/drawing/2014/main" id="{91AB7E6F-5B02-40B2-4938-89E97C090D1E}"/>
                  </a:ext>
                </a:extLst>
              </p:cNvPr>
              <p:cNvSpPr/>
              <p:nvPr/>
            </p:nvSpPr>
            <p:spPr>
              <a:xfrm>
                <a:off x="6062335" y="2745287"/>
                <a:ext cx="1288901" cy="170640"/>
              </a:xfrm>
              <a:custGeom>
                <a:avLst/>
                <a:gdLst/>
                <a:ahLst/>
                <a:cxnLst/>
                <a:rect l="l" t="t" r="r" b="b"/>
                <a:pathLst>
                  <a:path w="81848" h="10836" extrusionOk="0">
                    <a:moveTo>
                      <a:pt x="1" y="1"/>
                    </a:moveTo>
                    <a:lnTo>
                      <a:pt x="1" y="10835"/>
                    </a:lnTo>
                    <a:lnTo>
                      <a:pt x="81848" y="10835"/>
                    </a:lnTo>
                    <a:lnTo>
                      <a:pt x="8184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695;p56">
                <a:extLst>
                  <a:ext uri="{FF2B5EF4-FFF2-40B4-BE49-F238E27FC236}">
                    <a16:creationId xmlns:a16="http://schemas.microsoft.com/office/drawing/2014/main" id="{4BB43237-D5B5-BE15-21E8-8AD4704B1839}"/>
                  </a:ext>
                </a:extLst>
              </p:cNvPr>
              <p:cNvSpPr/>
              <p:nvPr/>
            </p:nvSpPr>
            <p:spPr>
              <a:xfrm>
                <a:off x="6062335" y="2995868"/>
                <a:ext cx="1288901" cy="170624"/>
              </a:xfrm>
              <a:custGeom>
                <a:avLst/>
                <a:gdLst/>
                <a:ahLst/>
                <a:cxnLst/>
                <a:rect l="l" t="t" r="r" b="b"/>
                <a:pathLst>
                  <a:path w="81848" h="10835" extrusionOk="0">
                    <a:moveTo>
                      <a:pt x="1" y="0"/>
                    </a:moveTo>
                    <a:lnTo>
                      <a:pt x="1" y="10834"/>
                    </a:lnTo>
                    <a:lnTo>
                      <a:pt x="81848" y="10834"/>
                    </a:lnTo>
                    <a:lnTo>
                      <a:pt x="8184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96;p56">
                <a:extLst>
                  <a:ext uri="{FF2B5EF4-FFF2-40B4-BE49-F238E27FC236}">
                    <a16:creationId xmlns:a16="http://schemas.microsoft.com/office/drawing/2014/main" id="{A9DB4E27-B6FA-26AC-512B-2A7BBD332EEA}"/>
                  </a:ext>
                </a:extLst>
              </p:cNvPr>
              <p:cNvSpPr/>
              <p:nvPr/>
            </p:nvSpPr>
            <p:spPr>
              <a:xfrm>
                <a:off x="6062335" y="3246433"/>
                <a:ext cx="1288901" cy="1014580"/>
              </a:xfrm>
              <a:custGeom>
                <a:avLst/>
                <a:gdLst/>
                <a:ahLst/>
                <a:cxnLst/>
                <a:rect l="l" t="t" r="r" b="b"/>
                <a:pathLst>
                  <a:path w="81848" h="64428" extrusionOk="0">
                    <a:moveTo>
                      <a:pt x="1" y="0"/>
                    </a:moveTo>
                    <a:lnTo>
                      <a:pt x="1" y="64428"/>
                    </a:lnTo>
                    <a:lnTo>
                      <a:pt x="81848" y="64428"/>
                    </a:lnTo>
                    <a:lnTo>
                      <a:pt x="8184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97;p56">
                <a:extLst>
                  <a:ext uri="{FF2B5EF4-FFF2-40B4-BE49-F238E27FC236}">
                    <a16:creationId xmlns:a16="http://schemas.microsoft.com/office/drawing/2014/main" id="{49BC913C-A5D7-8B92-5E4B-29CEFD36D5F1}"/>
                  </a:ext>
                </a:extLst>
              </p:cNvPr>
              <p:cNvSpPr/>
              <p:nvPr/>
            </p:nvSpPr>
            <p:spPr>
              <a:xfrm>
                <a:off x="6130697" y="2797744"/>
                <a:ext cx="39054" cy="52045"/>
              </a:xfrm>
              <a:custGeom>
                <a:avLst/>
                <a:gdLst/>
                <a:ahLst/>
                <a:cxnLst/>
                <a:rect l="l" t="t" r="r" b="b"/>
                <a:pathLst>
                  <a:path w="2480" h="3305" extrusionOk="0">
                    <a:moveTo>
                      <a:pt x="0" y="1"/>
                    </a:moveTo>
                    <a:lnTo>
                      <a:pt x="0" y="3303"/>
                    </a:lnTo>
                    <a:lnTo>
                      <a:pt x="403" y="3303"/>
                    </a:lnTo>
                    <a:lnTo>
                      <a:pt x="403" y="1892"/>
                    </a:lnTo>
                    <a:cubicBezTo>
                      <a:pt x="403" y="1343"/>
                      <a:pt x="393" y="946"/>
                      <a:pt x="369" y="530"/>
                    </a:cubicBezTo>
                    <a:lnTo>
                      <a:pt x="383" y="524"/>
                    </a:lnTo>
                    <a:cubicBezTo>
                      <a:pt x="550" y="883"/>
                      <a:pt x="770" y="1259"/>
                      <a:pt x="1001" y="1628"/>
                    </a:cubicBezTo>
                    <a:lnTo>
                      <a:pt x="2048" y="3305"/>
                    </a:lnTo>
                    <a:lnTo>
                      <a:pt x="2480" y="3305"/>
                    </a:lnTo>
                    <a:lnTo>
                      <a:pt x="2480" y="1"/>
                    </a:lnTo>
                    <a:lnTo>
                      <a:pt x="2079" y="1"/>
                    </a:lnTo>
                    <a:lnTo>
                      <a:pt x="2079" y="1383"/>
                    </a:lnTo>
                    <a:cubicBezTo>
                      <a:pt x="2079" y="1898"/>
                      <a:pt x="2089" y="2299"/>
                      <a:pt x="2127" y="2741"/>
                    </a:cubicBezTo>
                    <a:lnTo>
                      <a:pt x="2117" y="2745"/>
                    </a:lnTo>
                    <a:cubicBezTo>
                      <a:pt x="1943" y="2375"/>
                      <a:pt x="1745" y="2016"/>
                      <a:pt x="1525" y="1672"/>
                    </a:cubicBezTo>
                    <a:lnTo>
                      <a:pt x="466" y="1"/>
                    </a:lnTo>
                    <a:close/>
                  </a:path>
                </a:pathLst>
              </a:custGeom>
              <a:solidFill>
                <a:srgbClr val="FF94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98;p56">
                <a:extLst>
                  <a:ext uri="{FF2B5EF4-FFF2-40B4-BE49-F238E27FC236}">
                    <a16:creationId xmlns:a16="http://schemas.microsoft.com/office/drawing/2014/main" id="{53728EF7-6B06-73E1-CEEA-491F1B2C8688}"/>
                  </a:ext>
                </a:extLst>
              </p:cNvPr>
              <p:cNvSpPr/>
              <p:nvPr/>
            </p:nvSpPr>
            <p:spPr>
              <a:xfrm>
                <a:off x="6185216" y="2797744"/>
                <a:ext cx="43542" cy="52030"/>
              </a:xfrm>
              <a:custGeom>
                <a:avLst/>
                <a:gdLst/>
                <a:ahLst/>
                <a:cxnLst/>
                <a:rect l="l" t="t" r="r" b="b"/>
                <a:pathLst>
                  <a:path w="2765" h="3304" extrusionOk="0">
                    <a:moveTo>
                      <a:pt x="1372" y="378"/>
                    </a:moveTo>
                    <a:cubicBezTo>
                      <a:pt x="1421" y="569"/>
                      <a:pt x="1470" y="765"/>
                      <a:pt x="1543" y="980"/>
                    </a:cubicBezTo>
                    <a:lnTo>
                      <a:pt x="1867" y="1931"/>
                    </a:lnTo>
                    <a:lnTo>
                      <a:pt x="873" y="1931"/>
                    </a:lnTo>
                    <a:lnTo>
                      <a:pt x="1197" y="976"/>
                    </a:lnTo>
                    <a:cubicBezTo>
                      <a:pt x="1260" y="775"/>
                      <a:pt x="1313" y="573"/>
                      <a:pt x="1362" y="378"/>
                    </a:cubicBezTo>
                    <a:close/>
                    <a:moveTo>
                      <a:pt x="1123" y="1"/>
                    </a:moveTo>
                    <a:lnTo>
                      <a:pt x="0" y="3303"/>
                    </a:lnTo>
                    <a:lnTo>
                      <a:pt x="442" y="3303"/>
                    </a:lnTo>
                    <a:lnTo>
                      <a:pt x="784" y="2265"/>
                    </a:lnTo>
                    <a:lnTo>
                      <a:pt x="1956" y="2265"/>
                    </a:lnTo>
                    <a:lnTo>
                      <a:pt x="2309" y="3303"/>
                    </a:lnTo>
                    <a:lnTo>
                      <a:pt x="2764" y="3303"/>
                    </a:lnTo>
                    <a:lnTo>
                      <a:pt x="1638" y="1"/>
                    </a:lnTo>
                    <a:close/>
                  </a:path>
                </a:pathLst>
              </a:custGeom>
              <a:solidFill>
                <a:srgbClr val="FF94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699;p56">
                <a:extLst>
                  <a:ext uri="{FF2B5EF4-FFF2-40B4-BE49-F238E27FC236}">
                    <a16:creationId xmlns:a16="http://schemas.microsoft.com/office/drawing/2014/main" id="{2BE90294-5F4E-0791-5DD1-6AE4A166E30F}"/>
                  </a:ext>
                </a:extLst>
              </p:cNvPr>
              <p:cNvSpPr/>
              <p:nvPr/>
            </p:nvSpPr>
            <p:spPr>
              <a:xfrm>
                <a:off x="6242333" y="2797744"/>
                <a:ext cx="53132" cy="52030"/>
              </a:xfrm>
              <a:custGeom>
                <a:avLst/>
                <a:gdLst/>
                <a:ahLst/>
                <a:cxnLst/>
                <a:rect l="l" t="t" r="r" b="b"/>
                <a:pathLst>
                  <a:path w="3374" h="3304" extrusionOk="0">
                    <a:moveTo>
                      <a:pt x="232" y="1"/>
                    </a:moveTo>
                    <a:lnTo>
                      <a:pt x="0" y="3303"/>
                    </a:lnTo>
                    <a:lnTo>
                      <a:pt x="407" y="3303"/>
                    </a:lnTo>
                    <a:lnTo>
                      <a:pt x="495" y="1888"/>
                    </a:lnTo>
                    <a:cubicBezTo>
                      <a:pt x="525" y="1392"/>
                      <a:pt x="550" y="838"/>
                      <a:pt x="560" y="427"/>
                    </a:cubicBezTo>
                    <a:lnTo>
                      <a:pt x="568" y="427"/>
                    </a:lnTo>
                    <a:cubicBezTo>
                      <a:pt x="663" y="819"/>
                      <a:pt x="794" y="1245"/>
                      <a:pt x="951" y="1711"/>
                    </a:cubicBezTo>
                    <a:lnTo>
                      <a:pt x="1486" y="3283"/>
                    </a:lnTo>
                    <a:lnTo>
                      <a:pt x="1810" y="3283"/>
                    </a:lnTo>
                    <a:lnTo>
                      <a:pt x="2392" y="1682"/>
                    </a:lnTo>
                    <a:cubicBezTo>
                      <a:pt x="2559" y="1226"/>
                      <a:pt x="2697" y="814"/>
                      <a:pt x="2809" y="427"/>
                    </a:cubicBezTo>
                    <a:lnTo>
                      <a:pt x="2824" y="427"/>
                    </a:lnTo>
                    <a:cubicBezTo>
                      <a:pt x="2819" y="838"/>
                      <a:pt x="2848" y="1392"/>
                      <a:pt x="2874" y="1853"/>
                    </a:cubicBezTo>
                    <a:lnTo>
                      <a:pt x="2956" y="3303"/>
                    </a:lnTo>
                    <a:lnTo>
                      <a:pt x="3373" y="3303"/>
                    </a:lnTo>
                    <a:lnTo>
                      <a:pt x="3166" y="1"/>
                    </a:lnTo>
                    <a:lnTo>
                      <a:pt x="2622" y="1"/>
                    </a:lnTo>
                    <a:lnTo>
                      <a:pt x="2034" y="1597"/>
                    </a:lnTo>
                    <a:cubicBezTo>
                      <a:pt x="1887" y="2014"/>
                      <a:pt x="1769" y="2377"/>
                      <a:pt x="1687" y="2711"/>
                    </a:cubicBezTo>
                    <a:lnTo>
                      <a:pt x="1672" y="2711"/>
                    </a:lnTo>
                    <a:cubicBezTo>
                      <a:pt x="1588" y="2367"/>
                      <a:pt x="1476" y="2004"/>
                      <a:pt x="1338" y="1597"/>
                    </a:cubicBezTo>
                    <a:lnTo>
                      <a:pt x="776" y="1"/>
                    </a:lnTo>
                    <a:close/>
                  </a:path>
                </a:pathLst>
              </a:custGeom>
              <a:solidFill>
                <a:srgbClr val="FF94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700;p56">
                <a:extLst>
                  <a:ext uri="{FF2B5EF4-FFF2-40B4-BE49-F238E27FC236}">
                    <a16:creationId xmlns:a16="http://schemas.microsoft.com/office/drawing/2014/main" id="{B0E74E3D-7F1F-59F2-D086-DC798A3E3C84}"/>
                  </a:ext>
                </a:extLst>
              </p:cNvPr>
              <p:cNvSpPr/>
              <p:nvPr/>
            </p:nvSpPr>
            <p:spPr>
              <a:xfrm>
                <a:off x="6313451" y="2797744"/>
                <a:ext cx="29275" cy="52030"/>
              </a:xfrm>
              <a:custGeom>
                <a:avLst/>
                <a:gdLst/>
                <a:ahLst/>
                <a:cxnLst/>
                <a:rect l="l" t="t" r="r" b="b"/>
                <a:pathLst>
                  <a:path w="1859" h="3304" extrusionOk="0">
                    <a:moveTo>
                      <a:pt x="0" y="1"/>
                    </a:moveTo>
                    <a:lnTo>
                      <a:pt x="0" y="3303"/>
                    </a:lnTo>
                    <a:lnTo>
                      <a:pt x="1859" y="3303"/>
                    </a:lnTo>
                    <a:lnTo>
                      <a:pt x="1859" y="2945"/>
                    </a:lnTo>
                    <a:lnTo>
                      <a:pt x="428" y="2945"/>
                    </a:lnTo>
                    <a:lnTo>
                      <a:pt x="428" y="1754"/>
                    </a:lnTo>
                    <a:lnTo>
                      <a:pt x="1710" y="1754"/>
                    </a:lnTo>
                    <a:lnTo>
                      <a:pt x="1710" y="1402"/>
                    </a:lnTo>
                    <a:lnTo>
                      <a:pt x="428" y="1402"/>
                    </a:lnTo>
                    <a:lnTo>
                      <a:pt x="428" y="358"/>
                    </a:lnTo>
                    <a:lnTo>
                      <a:pt x="1784" y="358"/>
                    </a:lnTo>
                    <a:lnTo>
                      <a:pt x="1784" y="1"/>
                    </a:lnTo>
                    <a:close/>
                  </a:path>
                </a:pathLst>
              </a:custGeom>
              <a:solidFill>
                <a:srgbClr val="FF94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701;p56">
                <a:extLst>
                  <a:ext uri="{FF2B5EF4-FFF2-40B4-BE49-F238E27FC236}">
                    <a16:creationId xmlns:a16="http://schemas.microsoft.com/office/drawing/2014/main" id="{1DCCED03-B987-7B2C-625F-6A208F1718EC}"/>
                  </a:ext>
                </a:extLst>
              </p:cNvPr>
              <p:cNvSpPr/>
              <p:nvPr/>
            </p:nvSpPr>
            <p:spPr>
              <a:xfrm>
                <a:off x="6130697" y="3054261"/>
                <a:ext cx="29259" cy="52014"/>
              </a:xfrm>
              <a:custGeom>
                <a:avLst/>
                <a:gdLst/>
                <a:ahLst/>
                <a:cxnLst/>
                <a:rect l="l" t="t" r="r" b="b"/>
                <a:pathLst>
                  <a:path w="1858" h="3303" extrusionOk="0">
                    <a:moveTo>
                      <a:pt x="0" y="0"/>
                    </a:moveTo>
                    <a:lnTo>
                      <a:pt x="0" y="3302"/>
                    </a:lnTo>
                    <a:lnTo>
                      <a:pt x="1857" y="3302"/>
                    </a:lnTo>
                    <a:lnTo>
                      <a:pt x="1857" y="2944"/>
                    </a:lnTo>
                    <a:lnTo>
                      <a:pt x="426" y="2944"/>
                    </a:lnTo>
                    <a:lnTo>
                      <a:pt x="426" y="1755"/>
                    </a:lnTo>
                    <a:lnTo>
                      <a:pt x="1710" y="1755"/>
                    </a:lnTo>
                    <a:lnTo>
                      <a:pt x="1710" y="1401"/>
                    </a:lnTo>
                    <a:lnTo>
                      <a:pt x="426" y="1401"/>
                    </a:lnTo>
                    <a:lnTo>
                      <a:pt x="426" y="358"/>
                    </a:lnTo>
                    <a:lnTo>
                      <a:pt x="1784" y="358"/>
                    </a:lnTo>
                    <a:lnTo>
                      <a:pt x="1784" y="0"/>
                    </a:lnTo>
                    <a:close/>
                  </a:path>
                </a:pathLst>
              </a:custGeom>
              <a:solidFill>
                <a:srgbClr val="FF94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702;p56">
                <a:extLst>
                  <a:ext uri="{FF2B5EF4-FFF2-40B4-BE49-F238E27FC236}">
                    <a16:creationId xmlns:a16="http://schemas.microsoft.com/office/drawing/2014/main" id="{64D33479-2A5D-6443-4648-BF3BE7E42121}"/>
                  </a:ext>
                </a:extLst>
              </p:cNvPr>
              <p:cNvSpPr/>
              <p:nvPr/>
            </p:nvSpPr>
            <p:spPr>
              <a:xfrm>
                <a:off x="6174948" y="3054261"/>
                <a:ext cx="53101" cy="52014"/>
              </a:xfrm>
              <a:custGeom>
                <a:avLst/>
                <a:gdLst/>
                <a:ahLst/>
                <a:cxnLst/>
                <a:rect l="l" t="t" r="r" b="b"/>
                <a:pathLst>
                  <a:path w="3372" h="3303" extrusionOk="0">
                    <a:moveTo>
                      <a:pt x="231" y="0"/>
                    </a:moveTo>
                    <a:lnTo>
                      <a:pt x="1" y="3302"/>
                    </a:lnTo>
                    <a:lnTo>
                      <a:pt x="408" y="3302"/>
                    </a:lnTo>
                    <a:lnTo>
                      <a:pt x="495" y="1886"/>
                    </a:lnTo>
                    <a:cubicBezTo>
                      <a:pt x="524" y="1391"/>
                      <a:pt x="550" y="837"/>
                      <a:pt x="559" y="426"/>
                    </a:cubicBezTo>
                    <a:lnTo>
                      <a:pt x="569" y="426"/>
                    </a:lnTo>
                    <a:cubicBezTo>
                      <a:pt x="662" y="817"/>
                      <a:pt x="793" y="1244"/>
                      <a:pt x="950" y="1710"/>
                    </a:cubicBezTo>
                    <a:lnTo>
                      <a:pt x="1485" y="3282"/>
                    </a:lnTo>
                    <a:lnTo>
                      <a:pt x="1808" y="3282"/>
                    </a:lnTo>
                    <a:lnTo>
                      <a:pt x="2392" y="1680"/>
                    </a:lnTo>
                    <a:cubicBezTo>
                      <a:pt x="2559" y="1225"/>
                      <a:pt x="2696" y="813"/>
                      <a:pt x="2808" y="426"/>
                    </a:cubicBezTo>
                    <a:lnTo>
                      <a:pt x="2824" y="426"/>
                    </a:lnTo>
                    <a:cubicBezTo>
                      <a:pt x="2818" y="837"/>
                      <a:pt x="2847" y="1391"/>
                      <a:pt x="2873" y="1852"/>
                    </a:cubicBezTo>
                    <a:lnTo>
                      <a:pt x="2955" y="3302"/>
                    </a:lnTo>
                    <a:lnTo>
                      <a:pt x="3372" y="3302"/>
                    </a:lnTo>
                    <a:lnTo>
                      <a:pt x="3166" y="0"/>
                    </a:lnTo>
                    <a:lnTo>
                      <a:pt x="2621" y="0"/>
                    </a:lnTo>
                    <a:lnTo>
                      <a:pt x="2033" y="1598"/>
                    </a:lnTo>
                    <a:cubicBezTo>
                      <a:pt x="1888" y="2014"/>
                      <a:pt x="1770" y="2376"/>
                      <a:pt x="1686" y="2710"/>
                    </a:cubicBezTo>
                    <a:lnTo>
                      <a:pt x="1672" y="2710"/>
                    </a:lnTo>
                    <a:cubicBezTo>
                      <a:pt x="1588" y="2366"/>
                      <a:pt x="1476" y="2003"/>
                      <a:pt x="1338" y="1598"/>
                    </a:cubicBezTo>
                    <a:lnTo>
                      <a:pt x="774" y="0"/>
                    </a:lnTo>
                    <a:close/>
                  </a:path>
                </a:pathLst>
              </a:custGeom>
              <a:solidFill>
                <a:srgbClr val="FF94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703;p56">
                <a:extLst>
                  <a:ext uri="{FF2B5EF4-FFF2-40B4-BE49-F238E27FC236}">
                    <a16:creationId xmlns:a16="http://schemas.microsoft.com/office/drawing/2014/main" id="{29AB4622-8D00-BE2A-90DF-C69576CAB03D}"/>
                  </a:ext>
                </a:extLst>
              </p:cNvPr>
              <p:cNvSpPr/>
              <p:nvPr/>
            </p:nvSpPr>
            <p:spPr>
              <a:xfrm>
                <a:off x="6241341" y="3054261"/>
                <a:ext cx="43542" cy="52014"/>
              </a:xfrm>
              <a:custGeom>
                <a:avLst/>
                <a:gdLst/>
                <a:ahLst/>
                <a:cxnLst/>
                <a:rect l="l" t="t" r="r" b="b"/>
                <a:pathLst>
                  <a:path w="2765" h="3303" extrusionOk="0">
                    <a:moveTo>
                      <a:pt x="1372" y="377"/>
                    </a:moveTo>
                    <a:cubicBezTo>
                      <a:pt x="1421" y="568"/>
                      <a:pt x="1470" y="764"/>
                      <a:pt x="1543" y="979"/>
                    </a:cubicBezTo>
                    <a:lnTo>
                      <a:pt x="1867" y="1930"/>
                    </a:lnTo>
                    <a:lnTo>
                      <a:pt x="873" y="1930"/>
                    </a:lnTo>
                    <a:lnTo>
                      <a:pt x="1197" y="975"/>
                    </a:lnTo>
                    <a:cubicBezTo>
                      <a:pt x="1260" y="774"/>
                      <a:pt x="1315" y="572"/>
                      <a:pt x="1364" y="377"/>
                    </a:cubicBezTo>
                    <a:close/>
                    <a:moveTo>
                      <a:pt x="1123" y="0"/>
                    </a:moveTo>
                    <a:lnTo>
                      <a:pt x="0" y="3302"/>
                    </a:lnTo>
                    <a:lnTo>
                      <a:pt x="442" y="3302"/>
                    </a:lnTo>
                    <a:lnTo>
                      <a:pt x="784" y="2264"/>
                    </a:lnTo>
                    <a:lnTo>
                      <a:pt x="1956" y="2264"/>
                    </a:lnTo>
                    <a:lnTo>
                      <a:pt x="2308" y="3302"/>
                    </a:lnTo>
                    <a:lnTo>
                      <a:pt x="2764" y="3302"/>
                    </a:lnTo>
                    <a:lnTo>
                      <a:pt x="1637" y="0"/>
                    </a:lnTo>
                    <a:close/>
                  </a:path>
                </a:pathLst>
              </a:custGeom>
              <a:solidFill>
                <a:srgbClr val="FF94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704;p56">
                <a:extLst>
                  <a:ext uri="{FF2B5EF4-FFF2-40B4-BE49-F238E27FC236}">
                    <a16:creationId xmlns:a16="http://schemas.microsoft.com/office/drawing/2014/main" id="{52B6813E-08DD-94CC-33AA-3441DE90030D}"/>
                  </a:ext>
                </a:extLst>
              </p:cNvPr>
              <p:cNvSpPr/>
              <p:nvPr/>
            </p:nvSpPr>
            <p:spPr>
              <a:xfrm>
                <a:off x="6300207" y="3054261"/>
                <a:ext cx="6708" cy="52014"/>
              </a:xfrm>
              <a:custGeom>
                <a:avLst/>
                <a:gdLst/>
                <a:ahLst/>
                <a:cxnLst/>
                <a:rect l="l" t="t" r="r" b="b"/>
                <a:pathLst>
                  <a:path w="426" h="3303" extrusionOk="0">
                    <a:moveTo>
                      <a:pt x="0" y="0"/>
                    </a:moveTo>
                    <a:lnTo>
                      <a:pt x="0" y="3302"/>
                    </a:lnTo>
                    <a:lnTo>
                      <a:pt x="426" y="3302"/>
                    </a:lnTo>
                    <a:lnTo>
                      <a:pt x="426" y="0"/>
                    </a:lnTo>
                    <a:close/>
                  </a:path>
                </a:pathLst>
              </a:custGeom>
              <a:solidFill>
                <a:srgbClr val="FF94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705;p56">
                <a:extLst>
                  <a:ext uri="{FF2B5EF4-FFF2-40B4-BE49-F238E27FC236}">
                    <a16:creationId xmlns:a16="http://schemas.microsoft.com/office/drawing/2014/main" id="{6D0B67DF-5412-45DB-ED84-09E8AEC52D5C}"/>
                  </a:ext>
                </a:extLst>
              </p:cNvPr>
              <p:cNvSpPr/>
              <p:nvPr/>
            </p:nvSpPr>
            <p:spPr>
              <a:xfrm>
                <a:off x="6326333" y="3054261"/>
                <a:ext cx="28944" cy="52014"/>
              </a:xfrm>
              <a:custGeom>
                <a:avLst/>
                <a:gdLst/>
                <a:ahLst/>
                <a:cxnLst/>
                <a:rect l="l" t="t" r="r" b="b"/>
                <a:pathLst>
                  <a:path w="1838" h="3303" extrusionOk="0">
                    <a:moveTo>
                      <a:pt x="1" y="0"/>
                    </a:moveTo>
                    <a:lnTo>
                      <a:pt x="1" y="3302"/>
                    </a:lnTo>
                    <a:lnTo>
                      <a:pt x="1837" y="3302"/>
                    </a:lnTo>
                    <a:lnTo>
                      <a:pt x="1837" y="2944"/>
                    </a:lnTo>
                    <a:lnTo>
                      <a:pt x="427" y="2944"/>
                    </a:lnTo>
                    <a:lnTo>
                      <a:pt x="427" y="0"/>
                    </a:lnTo>
                    <a:close/>
                  </a:path>
                </a:pathLst>
              </a:custGeom>
              <a:solidFill>
                <a:srgbClr val="FF94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706;p56">
                <a:extLst>
                  <a:ext uri="{FF2B5EF4-FFF2-40B4-BE49-F238E27FC236}">
                    <a16:creationId xmlns:a16="http://schemas.microsoft.com/office/drawing/2014/main" id="{9CBF4747-90B0-A152-8BF6-4C297117F8E8}"/>
                  </a:ext>
                </a:extLst>
              </p:cNvPr>
              <p:cNvSpPr/>
              <p:nvPr/>
            </p:nvSpPr>
            <p:spPr>
              <a:xfrm>
                <a:off x="6244522" y="2587603"/>
                <a:ext cx="79037" cy="107288"/>
              </a:xfrm>
              <a:custGeom>
                <a:avLst/>
                <a:gdLst/>
                <a:ahLst/>
                <a:cxnLst/>
                <a:rect l="l" t="t" r="r" b="b"/>
                <a:pathLst>
                  <a:path w="5019" h="6813" extrusionOk="0">
                    <a:moveTo>
                      <a:pt x="3450" y="1"/>
                    </a:moveTo>
                    <a:cubicBezTo>
                      <a:pt x="1403" y="1"/>
                      <a:pt x="1" y="1403"/>
                      <a:pt x="1" y="3470"/>
                    </a:cubicBezTo>
                    <a:cubicBezTo>
                      <a:pt x="1" y="5637"/>
                      <a:pt x="1402" y="6812"/>
                      <a:pt x="3264" y="6812"/>
                    </a:cubicBezTo>
                    <a:cubicBezTo>
                      <a:pt x="4068" y="6812"/>
                      <a:pt x="4695" y="6656"/>
                      <a:pt x="5009" y="6499"/>
                    </a:cubicBezTo>
                    <a:lnTo>
                      <a:pt x="4832" y="5823"/>
                    </a:lnTo>
                    <a:cubicBezTo>
                      <a:pt x="4490" y="5988"/>
                      <a:pt x="3960" y="6096"/>
                      <a:pt x="3441" y="6096"/>
                    </a:cubicBezTo>
                    <a:cubicBezTo>
                      <a:pt x="1833" y="6096"/>
                      <a:pt x="903" y="5058"/>
                      <a:pt x="903" y="3441"/>
                    </a:cubicBezTo>
                    <a:cubicBezTo>
                      <a:pt x="903" y="1707"/>
                      <a:pt x="1932" y="717"/>
                      <a:pt x="3480" y="717"/>
                    </a:cubicBezTo>
                    <a:cubicBezTo>
                      <a:pt x="4029" y="717"/>
                      <a:pt x="4490" y="834"/>
                      <a:pt x="4813" y="990"/>
                    </a:cubicBezTo>
                    <a:lnTo>
                      <a:pt x="5019" y="294"/>
                    </a:lnTo>
                    <a:cubicBezTo>
                      <a:pt x="4793" y="178"/>
                      <a:pt x="4274" y="1"/>
                      <a:pt x="345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707;p56">
                <a:extLst>
                  <a:ext uri="{FF2B5EF4-FFF2-40B4-BE49-F238E27FC236}">
                    <a16:creationId xmlns:a16="http://schemas.microsoft.com/office/drawing/2014/main" id="{F40364CF-713D-8E9A-0F9B-CDA953347183}"/>
                  </a:ext>
                </a:extLst>
              </p:cNvPr>
              <p:cNvSpPr/>
              <p:nvPr/>
            </p:nvSpPr>
            <p:spPr>
              <a:xfrm>
                <a:off x="6330726" y="2587603"/>
                <a:ext cx="95099" cy="107445"/>
              </a:xfrm>
              <a:custGeom>
                <a:avLst/>
                <a:gdLst/>
                <a:ahLst/>
                <a:cxnLst/>
                <a:rect l="l" t="t" r="r" b="b"/>
                <a:pathLst>
                  <a:path w="6039" h="6823" extrusionOk="0">
                    <a:moveTo>
                      <a:pt x="3030" y="697"/>
                    </a:moveTo>
                    <a:cubicBezTo>
                      <a:pt x="4449" y="697"/>
                      <a:pt x="5137" y="2069"/>
                      <a:pt x="5137" y="3382"/>
                    </a:cubicBezTo>
                    <a:cubicBezTo>
                      <a:pt x="5137" y="4882"/>
                      <a:pt x="4372" y="6126"/>
                      <a:pt x="3018" y="6126"/>
                    </a:cubicBezTo>
                    <a:cubicBezTo>
                      <a:pt x="1676" y="6126"/>
                      <a:pt x="911" y="4862"/>
                      <a:pt x="911" y="3451"/>
                    </a:cubicBezTo>
                    <a:cubicBezTo>
                      <a:pt x="911" y="2000"/>
                      <a:pt x="1617" y="697"/>
                      <a:pt x="3030" y="697"/>
                    </a:cubicBezTo>
                    <a:close/>
                    <a:moveTo>
                      <a:pt x="3069" y="1"/>
                    </a:moveTo>
                    <a:cubicBezTo>
                      <a:pt x="1304" y="1"/>
                      <a:pt x="1" y="1373"/>
                      <a:pt x="1" y="3470"/>
                    </a:cubicBezTo>
                    <a:cubicBezTo>
                      <a:pt x="1" y="5471"/>
                      <a:pt x="1226" y="6823"/>
                      <a:pt x="2971" y="6823"/>
                    </a:cubicBezTo>
                    <a:cubicBezTo>
                      <a:pt x="4656" y="6823"/>
                      <a:pt x="6039" y="5617"/>
                      <a:pt x="6039" y="3343"/>
                    </a:cubicBezTo>
                    <a:cubicBezTo>
                      <a:pt x="6039" y="1383"/>
                      <a:pt x="4872" y="1"/>
                      <a:pt x="30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708;p56">
                <a:extLst>
                  <a:ext uri="{FF2B5EF4-FFF2-40B4-BE49-F238E27FC236}">
                    <a16:creationId xmlns:a16="http://schemas.microsoft.com/office/drawing/2014/main" id="{EA6AAC81-59C3-FF9E-AC77-C70C80440115}"/>
                  </a:ext>
                </a:extLst>
              </p:cNvPr>
              <p:cNvSpPr/>
              <p:nvPr/>
            </p:nvSpPr>
            <p:spPr>
              <a:xfrm>
                <a:off x="6443166" y="2589304"/>
                <a:ext cx="78123" cy="104044"/>
              </a:xfrm>
              <a:custGeom>
                <a:avLst/>
                <a:gdLst/>
                <a:ahLst/>
                <a:cxnLst/>
                <a:rect l="l" t="t" r="r" b="b"/>
                <a:pathLst>
                  <a:path w="4961" h="6607" extrusionOk="0">
                    <a:moveTo>
                      <a:pt x="0" y="1"/>
                    </a:moveTo>
                    <a:lnTo>
                      <a:pt x="0" y="6607"/>
                    </a:lnTo>
                    <a:lnTo>
                      <a:pt x="804" y="6607"/>
                    </a:lnTo>
                    <a:lnTo>
                      <a:pt x="804" y="3785"/>
                    </a:lnTo>
                    <a:cubicBezTo>
                      <a:pt x="804" y="2686"/>
                      <a:pt x="785" y="1892"/>
                      <a:pt x="735" y="1059"/>
                    </a:cubicBezTo>
                    <a:lnTo>
                      <a:pt x="765" y="1051"/>
                    </a:lnTo>
                    <a:cubicBezTo>
                      <a:pt x="1099" y="1766"/>
                      <a:pt x="1539" y="2521"/>
                      <a:pt x="2001" y="3256"/>
                    </a:cubicBezTo>
                    <a:lnTo>
                      <a:pt x="4098" y="6607"/>
                    </a:lnTo>
                    <a:lnTo>
                      <a:pt x="4961" y="6607"/>
                    </a:lnTo>
                    <a:lnTo>
                      <a:pt x="4961" y="1"/>
                    </a:lnTo>
                    <a:lnTo>
                      <a:pt x="4157" y="1"/>
                    </a:lnTo>
                    <a:lnTo>
                      <a:pt x="4157" y="2765"/>
                    </a:lnTo>
                    <a:cubicBezTo>
                      <a:pt x="4157" y="3795"/>
                      <a:pt x="4177" y="4599"/>
                      <a:pt x="4255" y="5479"/>
                    </a:cubicBezTo>
                    <a:lnTo>
                      <a:pt x="4234" y="5489"/>
                    </a:lnTo>
                    <a:cubicBezTo>
                      <a:pt x="3921" y="4813"/>
                      <a:pt x="3538" y="4117"/>
                      <a:pt x="3048" y="3343"/>
                    </a:cubicBezTo>
                    <a:lnTo>
                      <a:pt x="93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709;p56">
                <a:extLst>
                  <a:ext uri="{FF2B5EF4-FFF2-40B4-BE49-F238E27FC236}">
                    <a16:creationId xmlns:a16="http://schemas.microsoft.com/office/drawing/2014/main" id="{7EDD7FF8-CBAC-D922-ED9B-5A09057196ED}"/>
                  </a:ext>
                </a:extLst>
              </p:cNvPr>
              <p:cNvSpPr/>
              <p:nvPr/>
            </p:nvSpPr>
            <p:spPr>
              <a:xfrm>
                <a:off x="6532787" y="2589304"/>
                <a:ext cx="77021" cy="104044"/>
              </a:xfrm>
              <a:custGeom>
                <a:avLst/>
                <a:gdLst/>
                <a:ahLst/>
                <a:cxnLst/>
                <a:rect l="l" t="t" r="r" b="b"/>
                <a:pathLst>
                  <a:path w="4891" h="6607" extrusionOk="0">
                    <a:moveTo>
                      <a:pt x="0" y="1"/>
                    </a:moveTo>
                    <a:lnTo>
                      <a:pt x="0" y="727"/>
                    </a:lnTo>
                    <a:lnTo>
                      <a:pt x="2010" y="727"/>
                    </a:lnTo>
                    <a:lnTo>
                      <a:pt x="2010" y="6607"/>
                    </a:lnTo>
                    <a:lnTo>
                      <a:pt x="2871" y="6607"/>
                    </a:lnTo>
                    <a:lnTo>
                      <a:pt x="2871" y="727"/>
                    </a:lnTo>
                    <a:lnTo>
                      <a:pt x="4890" y="727"/>
                    </a:lnTo>
                    <a:lnTo>
                      <a:pt x="48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710;p56">
                <a:extLst>
                  <a:ext uri="{FF2B5EF4-FFF2-40B4-BE49-F238E27FC236}">
                    <a16:creationId xmlns:a16="http://schemas.microsoft.com/office/drawing/2014/main" id="{62C94BB6-61AD-A60F-B324-F656FC9A574E}"/>
                  </a:ext>
                </a:extLst>
              </p:cNvPr>
              <p:cNvSpPr/>
              <p:nvPr/>
            </p:nvSpPr>
            <p:spPr>
              <a:xfrm>
                <a:off x="6601889" y="2589304"/>
                <a:ext cx="87052" cy="104044"/>
              </a:xfrm>
              <a:custGeom>
                <a:avLst/>
                <a:gdLst/>
                <a:ahLst/>
                <a:cxnLst/>
                <a:rect l="l" t="t" r="r" b="b"/>
                <a:pathLst>
                  <a:path w="5528" h="6607" extrusionOk="0">
                    <a:moveTo>
                      <a:pt x="2743" y="756"/>
                    </a:moveTo>
                    <a:cubicBezTo>
                      <a:pt x="2841" y="1138"/>
                      <a:pt x="2940" y="1530"/>
                      <a:pt x="3087" y="1961"/>
                    </a:cubicBezTo>
                    <a:lnTo>
                      <a:pt x="3734" y="3863"/>
                    </a:lnTo>
                    <a:lnTo>
                      <a:pt x="1744" y="3863"/>
                    </a:lnTo>
                    <a:lnTo>
                      <a:pt x="2391" y="1951"/>
                    </a:lnTo>
                    <a:cubicBezTo>
                      <a:pt x="2517" y="1550"/>
                      <a:pt x="2627" y="1149"/>
                      <a:pt x="2724" y="756"/>
                    </a:cubicBezTo>
                    <a:close/>
                    <a:moveTo>
                      <a:pt x="2244" y="1"/>
                    </a:moveTo>
                    <a:lnTo>
                      <a:pt x="0" y="6607"/>
                    </a:lnTo>
                    <a:lnTo>
                      <a:pt x="882" y="6607"/>
                    </a:lnTo>
                    <a:lnTo>
                      <a:pt x="1568" y="4530"/>
                    </a:lnTo>
                    <a:lnTo>
                      <a:pt x="3909" y="4530"/>
                    </a:lnTo>
                    <a:lnTo>
                      <a:pt x="4616" y="6607"/>
                    </a:lnTo>
                    <a:lnTo>
                      <a:pt x="5528" y="6607"/>
                    </a:lnTo>
                    <a:lnTo>
                      <a:pt x="32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711;p56">
                <a:extLst>
                  <a:ext uri="{FF2B5EF4-FFF2-40B4-BE49-F238E27FC236}">
                    <a16:creationId xmlns:a16="http://schemas.microsoft.com/office/drawing/2014/main" id="{7B506EDB-0923-FC27-03DB-B1A9D39E0200}"/>
                  </a:ext>
                </a:extLst>
              </p:cNvPr>
              <p:cNvSpPr/>
              <p:nvPr/>
            </p:nvSpPr>
            <p:spPr>
              <a:xfrm>
                <a:off x="6695652" y="2587603"/>
                <a:ext cx="79037" cy="107288"/>
              </a:xfrm>
              <a:custGeom>
                <a:avLst/>
                <a:gdLst/>
                <a:ahLst/>
                <a:cxnLst/>
                <a:rect l="l" t="t" r="r" b="b"/>
                <a:pathLst>
                  <a:path w="5019" h="6813" extrusionOk="0">
                    <a:moveTo>
                      <a:pt x="3451" y="1"/>
                    </a:moveTo>
                    <a:cubicBezTo>
                      <a:pt x="1403" y="1"/>
                      <a:pt x="1" y="1403"/>
                      <a:pt x="1" y="3470"/>
                    </a:cubicBezTo>
                    <a:cubicBezTo>
                      <a:pt x="1" y="5637"/>
                      <a:pt x="1403" y="6812"/>
                      <a:pt x="3264" y="6812"/>
                    </a:cubicBezTo>
                    <a:cubicBezTo>
                      <a:pt x="4068" y="6812"/>
                      <a:pt x="4695" y="6656"/>
                      <a:pt x="5009" y="6499"/>
                    </a:cubicBezTo>
                    <a:lnTo>
                      <a:pt x="4832" y="5823"/>
                    </a:lnTo>
                    <a:cubicBezTo>
                      <a:pt x="4489" y="5988"/>
                      <a:pt x="3960" y="6096"/>
                      <a:pt x="3441" y="6096"/>
                    </a:cubicBezTo>
                    <a:cubicBezTo>
                      <a:pt x="1834" y="6096"/>
                      <a:pt x="902" y="5058"/>
                      <a:pt x="902" y="3441"/>
                    </a:cubicBezTo>
                    <a:cubicBezTo>
                      <a:pt x="902" y="1707"/>
                      <a:pt x="1932" y="717"/>
                      <a:pt x="3480" y="717"/>
                    </a:cubicBezTo>
                    <a:cubicBezTo>
                      <a:pt x="4029" y="717"/>
                      <a:pt x="4489" y="834"/>
                      <a:pt x="4813" y="990"/>
                    </a:cubicBezTo>
                    <a:lnTo>
                      <a:pt x="5019" y="294"/>
                    </a:lnTo>
                    <a:cubicBezTo>
                      <a:pt x="4793" y="178"/>
                      <a:pt x="4274" y="1"/>
                      <a:pt x="34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712;p56">
                <a:extLst>
                  <a:ext uri="{FF2B5EF4-FFF2-40B4-BE49-F238E27FC236}">
                    <a16:creationId xmlns:a16="http://schemas.microsoft.com/office/drawing/2014/main" id="{A14FB838-23D6-9C36-AF29-9DD147CA75C0}"/>
                  </a:ext>
                </a:extLst>
              </p:cNvPr>
              <p:cNvSpPr/>
              <p:nvPr/>
            </p:nvSpPr>
            <p:spPr>
              <a:xfrm>
                <a:off x="6783714" y="2589304"/>
                <a:ext cx="77021" cy="104044"/>
              </a:xfrm>
              <a:custGeom>
                <a:avLst/>
                <a:gdLst/>
                <a:ahLst/>
                <a:cxnLst/>
                <a:rect l="l" t="t" r="r" b="b"/>
                <a:pathLst>
                  <a:path w="4891" h="6607" extrusionOk="0">
                    <a:moveTo>
                      <a:pt x="1" y="1"/>
                    </a:moveTo>
                    <a:lnTo>
                      <a:pt x="1" y="727"/>
                    </a:lnTo>
                    <a:lnTo>
                      <a:pt x="2010" y="727"/>
                    </a:lnTo>
                    <a:lnTo>
                      <a:pt x="2008" y="6607"/>
                    </a:lnTo>
                    <a:lnTo>
                      <a:pt x="2871" y="6607"/>
                    </a:lnTo>
                    <a:lnTo>
                      <a:pt x="2871" y="727"/>
                    </a:lnTo>
                    <a:lnTo>
                      <a:pt x="4891" y="727"/>
                    </a:lnTo>
                    <a:lnTo>
                      <a:pt x="489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713;p56">
                <a:extLst>
                  <a:ext uri="{FF2B5EF4-FFF2-40B4-BE49-F238E27FC236}">
                    <a16:creationId xmlns:a16="http://schemas.microsoft.com/office/drawing/2014/main" id="{8921CA27-EB86-BED5-F5E7-60E534CE1CC4}"/>
                  </a:ext>
                </a:extLst>
              </p:cNvPr>
              <p:cNvSpPr/>
              <p:nvPr/>
            </p:nvSpPr>
            <p:spPr>
              <a:xfrm>
                <a:off x="6904768" y="2589304"/>
                <a:ext cx="76738" cy="105744"/>
              </a:xfrm>
              <a:custGeom>
                <a:avLst/>
                <a:gdLst/>
                <a:ahLst/>
                <a:cxnLst/>
                <a:rect l="l" t="t" r="r" b="b"/>
                <a:pathLst>
                  <a:path w="4873" h="6715" extrusionOk="0">
                    <a:moveTo>
                      <a:pt x="1" y="1"/>
                    </a:moveTo>
                    <a:lnTo>
                      <a:pt x="1" y="3893"/>
                    </a:lnTo>
                    <a:cubicBezTo>
                      <a:pt x="1" y="5941"/>
                      <a:pt x="1021" y="6715"/>
                      <a:pt x="2374" y="6715"/>
                    </a:cubicBezTo>
                    <a:cubicBezTo>
                      <a:pt x="3805" y="6715"/>
                      <a:pt x="4872" y="5882"/>
                      <a:pt x="4872" y="3852"/>
                    </a:cubicBezTo>
                    <a:lnTo>
                      <a:pt x="4872" y="1"/>
                    </a:lnTo>
                    <a:lnTo>
                      <a:pt x="4009" y="1"/>
                    </a:lnTo>
                    <a:lnTo>
                      <a:pt x="4009" y="3911"/>
                    </a:lnTo>
                    <a:cubicBezTo>
                      <a:pt x="4009" y="5371"/>
                      <a:pt x="3382" y="6018"/>
                      <a:pt x="2403" y="6018"/>
                    </a:cubicBezTo>
                    <a:cubicBezTo>
                      <a:pt x="1521" y="6018"/>
                      <a:pt x="864" y="5391"/>
                      <a:pt x="864" y="3911"/>
                    </a:cubicBezTo>
                    <a:lnTo>
                      <a:pt x="86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714;p56">
                <a:extLst>
                  <a:ext uri="{FF2B5EF4-FFF2-40B4-BE49-F238E27FC236}">
                    <a16:creationId xmlns:a16="http://schemas.microsoft.com/office/drawing/2014/main" id="{72C274A5-CCD3-1D42-5297-36148FFCF18F}"/>
                  </a:ext>
                </a:extLst>
              </p:cNvPr>
              <p:cNvSpPr/>
              <p:nvPr/>
            </p:nvSpPr>
            <p:spPr>
              <a:xfrm>
                <a:off x="6999492" y="2587635"/>
                <a:ext cx="62974" cy="107272"/>
              </a:xfrm>
              <a:custGeom>
                <a:avLst/>
                <a:gdLst/>
                <a:ahLst/>
                <a:cxnLst/>
                <a:rect l="l" t="t" r="r" b="b"/>
                <a:pathLst>
                  <a:path w="3999" h="6812" extrusionOk="0">
                    <a:moveTo>
                      <a:pt x="2274" y="0"/>
                    </a:moveTo>
                    <a:cubicBezTo>
                      <a:pt x="990" y="0"/>
                      <a:pt x="137" y="766"/>
                      <a:pt x="137" y="1794"/>
                    </a:cubicBezTo>
                    <a:cubicBezTo>
                      <a:pt x="137" y="2726"/>
                      <a:pt x="802" y="3284"/>
                      <a:pt x="1880" y="3666"/>
                    </a:cubicBezTo>
                    <a:cubicBezTo>
                      <a:pt x="2774" y="4007"/>
                      <a:pt x="3126" y="4361"/>
                      <a:pt x="3126" y="4978"/>
                    </a:cubicBezTo>
                    <a:cubicBezTo>
                      <a:pt x="3126" y="5645"/>
                      <a:pt x="2617" y="6106"/>
                      <a:pt x="1744" y="6106"/>
                    </a:cubicBezTo>
                    <a:cubicBezTo>
                      <a:pt x="1155" y="6106"/>
                      <a:pt x="597" y="5909"/>
                      <a:pt x="215" y="5674"/>
                    </a:cubicBezTo>
                    <a:lnTo>
                      <a:pt x="1" y="6391"/>
                    </a:lnTo>
                    <a:cubicBezTo>
                      <a:pt x="353" y="6626"/>
                      <a:pt x="1049" y="6812"/>
                      <a:pt x="1686" y="6812"/>
                    </a:cubicBezTo>
                    <a:cubicBezTo>
                      <a:pt x="3244" y="6812"/>
                      <a:pt x="3999" y="5930"/>
                      <a:pt x="3999" y="4911"/>
                    </a:cubicBezTo>
                    <a:cubicBezTo>
                      <a:pt x="3999" y="3941"/>
                      <a:pt x="3431" y="3402"/>
                      <a:pt x="2313" y="2970"/>
                    </a:cubicBezTo>
                    <a:cubicBezTo>
                      <a:pt x="1401" y="2618"/>
                      <a:pt x="1000" y="2313"/>
                      <a:pt x="1000" y="1696"/>
                    </a:cubicBezTo>
                    <a:cubicBezTo>
                      <a:pt x="1000" y="1246"/>
                      <a:pt x="1342" y="707"/>
                      <a:pt x="2244" y="707"/>
                    </a:cubicBezTo>
                    <a:cubicBezTo>
                      <a:pt x="2247" y="707"/>
                      <a:pt x="2250" y="707"/>
                      <a:pt x="2253" y="707"/>
                    </a:cubicBezTo>
                    <a:cubicBezTo>
                      <a:pt x="2689" y="707"/>
                      <a:pt x="3117" y="814"/>
                      <a:pt x="3500" y="1020"/>
                    </a:cubicBezTo>
                    <a:lnTo>
                      <a:pt x="3734" y="324"/>
                    </a:lnTo>
                    <a:cubicBezTo>
                      <a:pt x="3441" y="157"/>
                      <a:pt x="2950" y="0"/>
                      <a:pt x="22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 name="Google Shape;715;p56">
              <a:extLst>
                <a:ext uri="{FF2B5EF4-FFF2-40B4-BE49-F238E27FC236}">
                  <a16:creationId xmlns:a16="http://schemas.microsoft.com/office/drawing/2014/main" id="{25FEE49C-7219-0250-F430-52657CD307D1}"/>
                </a:ext>
              </a:extLst>
            </p:cNvPr>
            <p:cNvSpPr/>
            <p:nvPr/>
          </p:nvSpPr>
          <p:spPr>
            <a:xfrm>
              <a:off x="5145225" y="3174166"/>
              <a:ext cx="2425918" cy="1460470"/>
            </a:xfrm>
            <a:custGeom>
              <a:avLst/>
              <a:gdLst/>
              <a:ahLst/>
              <a:cxnLst/>
              <a:rect l="l" t="t" r="r" b="b"/>
              <a:pathLst>
                <a:path w="154051" h="92743" extrusionOk="0">
                  <a:moveTo>
                    <a:pt x="1" y="0"/>
                  </a:moveTo>
                  <a:lnTo>
                    <a:pt x="1" y="92742"/>
                  </a:lnTo>
                  <a:lnTo>
                    <a:pt x="154050" y="92742"/>
                  </a:lnTo>
                  <a:lnTo>
                    <a:pt x="154050" y="0"/>
                  </a:lnTo>
                  <a:lnTo>
                    <a:pt x="77025" y="40633"/>
                  </a:lnTo>
                  <a:lnTo>
                    <a:pt x="1" y="0"/>
                  </a:lnTo>
                  <a:close/>
                </a:path>
              </a:pathLst>
            </a:custGeom>
            <a:solidFill>
              <a:srgbClr val="FF9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716;p56">
              <a:extLst>
                <a:ext uri="{FF2B5EF4-FFF2-40B4-BE49-F238E27FC236}">
                  <a16:creationId xmlns:a16="http://schemas.microsoft.com/office/drawing/2014/main" id="{6D9A9B57-277E-465C-0572-D69E3D9A1C58}"/>
                </a:ext>
              </a:extLst>
            </p:cNvPr>
            <p:cNvSpPr/>
            <p:nvPr/>
          </p:nvSpPr>
          <p:spPr>
            <a:xfrm>
              <a:off x="5145225" y="3839689"/>
              <a:ext cx="2425918" cy="794965"/>
            </a:xfrm>
            <a:custGeom>
              <a:avLst/>
              <a:gdLst/>
              <a:ahLst/>
              <a:cxnLst/>
              <a:rect l="l" t="t" r="r" b="b"/>
              <a:pathLst>
                <a:path w="154051" h="50482" extrusionOk="0">
                  <a:moveTo>
                    <a:pt x="77025" y="0"/>
                  </a:moveTo>
                  <a:lnTo>
                    <a:pt x="1" y="50481"/>
                  </a:lnTo>
                  <a:lnTo>
                    <a:pt x="154050" y="50481"/>
                  </a:lnTo>
                  <a:lnTo>
                    <a:pt x="7702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717;p56">
              <a:extLst>
                <a:ext uri="{FF2B5EF4-FFF2-40B4-BE49-F238E27FC236}">
                  <a16:creationId xmlns:a16="http://schemas.microsoft.com/office/drawing/2014/main" id="{4439D153-5FBF-7A88-9B9B-1BBF122C59B5}"/>
                </a:ext>
              </a:extLst>
            </p:cNvPr>
            <p:cNvGrpSpPr/>
            <p:nvPr/>
          </p:nvGrpSpPr>
          <p:grpSpPr>
            <a:xfrm>
              <a:off x="7232687" y="2378455"/>
              <a:ext cx="1071354" cy="2243383"/>
              <a:chOff x="7232687" y="2378455"/>
              <a:chExt cx="1071354" cy="2243383"/>
            </a:xfrm>
          </p:grpSpPr>
          <p:sp>
            <p:nvSpPr>
              <p:cNvPr id="47" name="Google Shape;718;p56">
                <a:extLst>
                  <a:ext uri="{FF2B5EF4-FFF2-40B4-BE49-F238E27FC236}">
                    <a16:creationId xmlns:a16="http://schemas.microsoft.com/office/drawing/2014/main" id="{AA59DCC6-A7FB-BDD7-33BB-4D41443EA23B}"/>
                  </a:ext>
                </a:extLst>
              </p:cNvPr>
              <p:cNvSpPr/>
              <p:nvPr/>
            </p:nvSpPr>
            <p:spPr>
              <a:xfrm>
                <a:off x="7800146" y="4561636"/>
                <a:ext cx="209709" cy="60203"/>
              </a:xfrm>
              <a:custGeom>
                <a:avLst/>
                <a:gdLst/>
                <a:ahLst/>
                <a:cxnLst/>
                <a:rect l="l" t="t" r="r" b="b"/>
                <a:pathLst>
                  <a:path w="13317" h="3823" extrusionOk="0">
                    <a:moveTo>
                      <a:pt x="8582" y="0"/>
                    </a:moveTo>
                    <a:cubicBezTo>
                      <a:pt x="8582" y="0"/>
                      <a:pt x="6645" y="120"/>
                      <a:pt x="4815" y="836"/>
                    </a:cubicBezTo>
                    <a:cubicBezTo>
                      <a:pt x="2986" y="1553"/>
                      <a:pt x="0" y="3704"/>
                      <a:pt x="0" y="3704"/>
                    </a:cubicBezTo>
                    <a:cubicBezTo>
                      <a:pt x="0" y="3704"/>
                      <a:pt x="12779" y="3704"/>
                      <a:pt x="12779" y="3823"/>
                    </a:cubicBezTo>
                    <a:cubicBezTo>
                      <a:pt x="13317" y="1076"/>
                      <a:pt x="11595" y="358"/>
                      <a:pt x="11595" y="358"/>
                    </a:cubicBezTo>
                    <a:lnTo>
                      <a:pt x="10519" y="1434"/>
                    </a:lnTo>
                    <a:lnTo>
                      <a:pt x="8582" y="0"/>
                    </a:lnTo>
                    <a:close/>
                  </a:path>
                </a:pathLst>
              </a:custGeom>
              <a:solidFill>
                <a:srgbClr val="0E3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719;p56">
                <a:extLst>
                  <a:ext uri="{FF2B5EF4-FFF2-40B4-BE49-F238E27FC236}">
                    <a16:creationId xmlns:a16="http://schemas.microsoft.com/office/drawing/2014/main" id="{1E02EA9F-BE63-5CA1-821F-5AD2E12D8753}"/>
                  </a:ext>
                </a:extLst>
              </p:cNvPr>
              <p:cNvSpPr/>
              <p:nvPr/>
            </p:nvSpPr>
            <p:spPr>
              <a:xfrm>
                <a:off x="7931893" y="4518345"/>
                <a:ext cx="50864" cy="65888"/>
              </a:xfrm>
              <a:custGeom>
                <a:avLst/>
                <a:gdLst/>
                <a:ahLst/>
                <a:cxnLst/>
                <a:rect l="l" t="t" r="r" b="b"/>
                <a:pathLst>
                  <a:path w="3230" h="4184" extrusionOk="0">
                    <a:moveTo>
                      <a:pt x="0" y="1"/>
                    </a:moveTo>
                    <a:lnTo>
                      <a:pt x="216" y="2749"/>
                    </a:lnTo>
                    <a:lnTo>
                      <a:pt x="2153" y="4183"/>
                    </a:lnTo>
                    <a:lnTo>
                      <a:pt x="3229" y="3107"/>
                    </a:lnTo>
                    <a:lnTo>
                      <a:pt x="2691" y="1"/>
                    </a:lnTo>
                    <a:close/>
                  </a:path>
                </a:pathLst>
              </a:custGeom>
              <a:solidFill>
                <a:srgbClr val="FF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720;p56">
                <a:extLst>
                  <a:ext uri="{FF2B5EF4-FFF2-40B4-BE49-F238E27FC236}">
                    <a16:creationId xmlns:a16="http://schemas.microsoft.com/office/drawing/2014/main" id="{2C49F1EF-DB69-4EA9-97FA-D0FA48194E1D}"/>
                  </a:ext>
                </a:extLst>
              </p:cNvPr>
              <p:cNvSpPr/>
              <p:nvPr/>
            </p:nvSpPr>
            <p:spPr>
              <a:xfrm>
                <a:off x="7577140" y="4561636"/>
                <a:ext cx="218323" cy="60203"/>
              </a:xfrm>
              <a:custGeom>
                <a:avLst/>
                <a:gdLst/>
                <a:ahLst/>
                <a:cxnLst/>
                <a:rect l="l" t="t" r="r" b="b"/>
                <a:pathLst>
                  <a:path w="13864" h="3823" extrusionOk="0">
                    <a:moveTo>
                      <a:pt x="9127" y="0"/>
                    </a:moveTo>
                    <a:cubicBezTo>
                      <a:pt x="9127" y="0"/>
                      <a:pt x="7192" y="120"/>
                      <a:pt x="5362" y="836"/>
                    </a:cubicBezTo>
                    <a:cubicBezTo>
                      <a:pt x="3533" y="1553"/>
                      <a:pt x="0" y="3704"/>
                      <a:pt x="0" y="3704"/>
                    </a:cubicBezTo>
                    <a:cubicBezTo>
                      <a:pt x="0" y="3704"/>
                      <a:pt x="13326" y="3704"/>
                      <a:pt x="13326" y="3823"/>
                    </a:cubicBezTo>
                    <a:cubicBezTo>
                      <a:pt x="13863" y="1076"/>
                      <a:pt x="12142" y="358"/>
                      <a:pt x="12142" y="358"/>
                    </a:cubicBezTo>
                    <a:lnTo>
                      <a:pt x="11065" y="1434"/>
                    </a:lnTo>
                    <a:lnTo>
                      <a:pt x="9127" y="0"/>
                    </a:lnTo>
                    <a:close/>
                  </a:path>
                </a:pathLst>
              </a:custGeom>
              <a:solidFill>
                <a:srgbClr val="0E3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721;p56">
                <a:extLst>
                  <a:ext uri="{FF2B5EF4-FFF2-40B4-BE49-F238E27FC236}">
                    <a16:creationId xmlns:a16="http://schemas.microsoft.com/office/drawing/2014/main" id="{CFA35241-F88E-F33E-5425-498F329FD392}"/>
                  </a:ext>
                </a:extLst>
              </p:cNvPr>
              <p:cNvSpPr/>
              <p:nvPr/>
            </p:nvSpPr>
            <p:spPr>
              <a:xfrm>
                <a:off x="7717501" y="4518345"/>
                <a:ext cx="50849" cy="65888"/>
              </a:xfrm>
              <a:custGeom>
                <a:avLst/>
                <a:gdLst/>
                <a:ahLst/>
                <a:cxnLst/>
                <a:rect l="l" t="t" r="r" b="b"/>
                <a:pathLst>
                  <a:path w="3229" h="4184" extrusionOk="0">
                    <a:moveTo>
                      <a:pt x="0" y="1"/>
                    </a:moveTo>
                    <a:lnTo>
                      <a:pt x="214" y="2749"/>
                    </a:lnTo>
                    <a:lnTo>
                      <a:pt x="2152" y="4183"/>
                    </a:lnTo>
                    <a:lnTo>
                      <a:pt x="3229" y="3107"/>
                    </a:lnTo>
                    <a:lnTo>
                      <a:pt x="2690" y="1"/>
                    </a:lnTo>
                    <a:close/>
                  </a:path>
                </a:pathLst>
              </a:custGeom>
              <a:solidFill>
                <a:srgbClr val="FF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722;p56">
                <a:extLst>
                  <a:ext uri="{FF2B5EF4-FFF2-40B4-BE49-F238E27FC236}">
                    <a16:creationId xmlns:a16="http://schemas.microsoft.com/office/drawing/2014/main" id="{F066C532-F660-41B6-83FD-AAB1AEA4684A}"/>
                  </a:ext>
                </a:extLst>
              </p:cNvPr>
              <p:cNvSpPr/>
              <p:nvPr/>
            </p:nvSpPr>
            <p:spPr>
              <a:xfrm>
                <a:off x="7693313" y="3252906"/>
                <a:ext cx="147727" cy="1287122"/>
              </a:xfrm>
              <a:custGeom>
                <a:avLst/>
                <a:gdLst/>
                <a:ahLst/>
                <a:cxnLst/>
                <a:rect l="l" t="t" r="r" b="b"/>
                <a:pathLst>
                  <a:path w="9381" h="81735" extrusionOk="0">
                    <a:moveTo>
                      <a:pt x="8783" y="1"/>
                    </a:moveTo>
                    <a:lnTo>
                      <a:pt x="785" y="485"/>
                    </a:lnTo>
                    <a:cubicBezTo>
                      <a:pt x="785" y="485"/>
                      <a:pt x="862" y="32601"/>
                      <a:pt x="432" y="45026"/>
                    </a:cubicBezTo>
                    <a:cubicBezTo>
                      <a:pt x="0" y="57451"/>
                      <a:pt x="643" y="81734"/>
                      <a:pt x="643" y="81734"/>
                    </a:cubicBezTo>
                    <a:lnTo>
                      <a:pt x="7480" y="81734"/>
                    </a:lnTo>
                    <a:lnTo>
                      <a:pt x="9380" y="35361"/>
                    </a:lnTo>
                    <a:lnTo>
                      <a:pt x="878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723;p56">
                <a:extLst>
                  <a:ext uri="{FF2B5EF4-FFF2-40B4-BE49-F238E27FC236}">
                    <a16:creationId xmlns:a16="http://schemas.microsoft.com/office/drawing/2014/main" id="{68B5DED9-3DE2-DB4C-57D3-F44D427011A2}"/>
                  </a:ext>
                </a:extLst>
              </p:cNvPr>
              <p:cNvSpPr/>
              <p:nvPr/>
            </p:nvSpPr>
            <p:spPr>
              <a:xfrm>
                <a:off x="7768367" y="3232780"/>
                <a:ext cx="286715" cy="1305688"/>
              </a:xfrm>
              <a:custGeom>
                <a:avLst/>
                <a:gdLst/>
                <a:ahLst/>
                <a:cxnLst/>
                <a:rect l="l" t="t" r="r" b="b"/>
                <a:pathLst>
                  <a:path w="18207" h="82914" extrusionOk="0">
                    <a:moveTo>
                      <a:pt x="0" y="0"/>
                    </a:moveTo>
                    <a:lnTo>
                      <a:pt x="1628" y="14926"/>
                    </a:lnTo>
                    <a:lnTo>
                      <a:pt x="8142" y="82913"/>
                    </a:lnTo>
                    <a:lnTo>
                      <a:pt x="14928" y="82913"/>
                    </a:lnTo>
                    <a:lnTo>
                      <a:pt x="15742" y="46304"/>
                    </a:lnTo>
                    <a:cubicBezTo>
                      <a:pt x="15742" y="46304"/>
                      <a:pt x="18207" y="12207"/>
                      <a:pt x="18004" y="9828"/>
                    </a:cubicBezTo>
                    <a:cubicBezTo>
                      <a:pt x="17573" y="4810"/>
                      <a:pt x="16497" y="987"/>
                      <a:pt x="16497" y="987"/>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724;p56">
                <a:extLst>
                  <a:ext uri="{FF2B5EF4-FFF2-40B4-BE49-F238E27FC236}">
                    <a16:creationId xmlns:a16="http://schemas.microsoft.com/office/drawing/2014/main" id="{9B123912-DD7C-4578-2418-E27AC1014FA9}"/>
                  </a:ext>
                </a:extLst>
              </p:cNvPr>
              <p:cNvSpPr/>
              <p:nvPr/>
            </p:nvSpPr>
            <p:spPr>
              <a:xfrm>
                <a:off x="7412181" y="2523257"/>
                <a:ext cx="891860" cy="880474"/>
              </a:xfrm>
              <a:custGeom>
                <a:avLst/>
                <a:gdLst/>
                <a:ahLst/>
                <a:cxnLst/>
                <a:rect l="l" t="t" r="r" b="b"/>
                <a:pathLst>
                  <a:path w="56635" h="55912" extrusionOk="0">
                    <a:moveTo>
                      <a:pt x="363" y="1"/>
                    </a:moveTo>
                    <a:cubicBezTo>
                      <a:pt x="363" y="1"/>
                      <a:pt x="1" y="8505"/>
                      <a:pt x="182" y="8686"/>
                    </a:cubicBezTo>
                    <a:cubicBezTo>
                      <a:pt x="6514" y="19361"/>
                      <a:pt x="18275" y="22980"/>
                      <a:pt x="18275" y="22980"/>
                    </a:cubicBezTo>
                    <a:lnTo>
                      <a:pt x="18637" y="50687"/>
                    </a:lnTo>
                    <a:cubicBezTo>
                      <a:pt x="22473" y="51347"/>
                      <a:pt x="25776" y="51665"/>
                      <a:pt x="28753" y="51665"/>
                    </a:cubicBezTo>
                    <a:cubicBezTo>
                      <a:pt x="32872" y="51665"/>
                      <a:pt x="36365" y="51056"/>
                      <a:pt x="39779" y="49901"/>
                    </a:cubicBezTo>
                    <a:cubicBezTo>
                      <a:pt x="39779" y="49901"/>
                      <a:pt x="39279" y="26568"/>
                      <a:pt x="39091" y="26063"/>
                    </a:cubicBezTo>
                    <a:lnTo>
                      <a:pt x="39091" y="26063"/>
                    </a:lnTo>
                    <a:cubicBezTo>
                      <a:pt x="42534" y="29175"/>
                      <a:pt x="51025" y="55911"/>
                      <a:pt x="51025" y="55911"/>
                    </a:cubicBezTo>
                    <a:cubicBezTo>
                      <a:pt x="51025" y="55911"/>
                      <a:pt x="54462" y="55730"/>
                      <a:pt x="54644" y="55549"/>
                    </a:cubicBezTo>
                    <a:cubicBezTo>
                      <a:pt x="56634" y="45960"/>
                      <a:pt x="48491" y="19724"/>
                      <a:pt x="41978" y="14657"/>
                    </a:cubicBezTo>
                    <a:cubicBezTo>
                      <a:pt x="39172" y="12474"/>
                      <a:pt x="36398" y="11904"/>
                      <a:pt x="33369" y="11904"/>
                    </a:cubicBezTo>
                    <a:cubicBezTo>
                      <a:pt x="30055" y="11904"/>
                      <a:pt x="26434" y="12586"/>
                      <a:pt x="22128" y="12586"/>
                    </a:cubicBezTo>
                    <a:cubicBezTo>
                      <a:pt x="21236" y="12586"/>
                      <a:pt x="20316" y="12557"/>
                      <a:pt x="19362" y="12486"/>
                    </a:cubicBezTo>
                    <a:cubicBezTo>
                      <a:pt x="9591" y="11763"/>
                      <a:pt x="363" y="1"/>
                      <a:pt x="3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725;p56">
                <a:extLst>
                  <a:ext uri="{FF2B5EF4-FFF2-40B4-BE49-F238E27FC236}">
                    <a16:creationId xmlns:a16="http://schemas.microsoft.com/office/drawing/2014/main" id="{75F4A5CA-2768-A447-89BD-CD3172374AF4}"/>
                  </a:ext>
                </a:extLst>
              </p:cNvPr>
              <p:cNvSpPr/>
              <p:nvPr/>
            </p:nvSpPr>
            <p:spPr>
              <a:xfrm>
                <a:off x="7702824" y="2378455"/>
                <a:ext cx="306982" cy="264495"/>
              </a:xfrm>
              <a:custGeom>
                <a:avLst/>
                <a:gdLst/>
                <a:ahLst/>
                <a:cxnLst/>
                <a:rect l="l" t="t" r="r" b="b"/>
                <a:pathLst>
                  <a:path w="19494" h="16796" extrusionOk="0">
                    <a:moveTo>
                      <a:pt x="1009" y="1"/>
                    </a:moveTo>
                    <a:cubicBezTo>
                      <a:pt x="747" y="1"/>
                      <a:pt x="584" y="91"/>
                      <a:pt x="544" y="331"/>
                    </a:cubicBezTo>
                    <a:cubicBezTo>
                      <a:pt x="0" y="5216"/>
                      <a:pt x="4705" y="7026"/>
                      <a:pt x="4705" y="7026"/>
                    </a:cubicBezTo>
                    <a:lnTo>
                      <a:pt x="13751" y="16796"/>
                    </a:lnTo>
                    <a:cubicBezTo>
                      <a:pt x="13751" y="16796"/>
                      <a:pt x="17003" y="15891"/>
                      <a:pt x="18456" y="12454"/>
                    </a:cubicBezTo>
                    <a:cubicBezTo>
                      <a:pt x="19494" y="9994"/>
                      <a:pt x="18998" y="3949"/>
                      <a:pt x="16646" y="2321"/>
                    </a:cubicBezTo>
                    <a:cubicBezTo>
                      <a:pt x="14883" y="1100"/>
                      <a:pt x="11593" y="489"/>
                      <a:pt x="8836" y="489"/>
                    </a:cubicBezTo>
                    <a:cubicBezTo>
                      <a:pt x="7917" y="489"/>
                      <a:pt x="7057" y="557"/>
                      <a:pt x="6333" y="693"/>
                    </a:cubicBezTo>
                    <a:cubicBezTo>
                      <a:pt x="5973" y="760"/>
                      <a:pt x="5617" y="789"/>
                      <a:pt x="5268" y="789"/>
                    </a:cubicBezTo>
                    <a:cubicBezTo>
                      <a:pt x="3425" y="789"/>
                      <a:pt x="1785" y="1"/>
                      <a:pt x="10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726;p56">
                <a:extLst>
                  <a:ext uri="{FF2B5EF4-FFF2-40B4-BE49-F238E27FC236}">
                    <a16:creationId xmlns:a16="http://schemas.microsoft.com/office/drawing/2014/main" id="{E2C01989-E709-658E-98F2-5AEB69513BB7}"/>
                  </a:ext>
                </a:extLst>
              </p:cNvPr>
              <p:cNvSpPr/>
              <p:nvPr/>
            </p:nvSpPr>
            <p:spPr>
              <a:xfrm>
                <a:off x="7688572" y="2460597"/>
                <a:ext cx="275329" cy="319139"/>
              </a:xfrm>
              <a:custGeom>
                <a:avLst/>
                <a:gdLst/>
                <a:ahLst/>
                <a:cxnLst/>
                <a:rect l="l" t="t" r="r" b="b"/>
                <a:pathLst>
                  <a:path w="17484" h="20266" extrusionOk="0">
                    <a:moveTo>
                      <a:pt x="9766" y="1085"/>
                    </a:moveTo>
                    <a:cubicBezTo>
                      <a:pt x="9766" y="1085"/>
                      <a:pt x="9766" y="1085"/>
                      <a:pt x="9766" y="1085"/>
                    </a:cubicBezTo>
                    <a:lnTo>
                      <a:pt x="9766" y="1085"/>
                    </a:lnTo>
                    <a:cubicBezTo>
                      <a:pt x="9766" y="1085"/>
                      <a:pt x="9766" y="1085"/>
                      <a:pt x="9766" y="1085"/>
                    </a:cubicBezTo>
                    <a:close/>
                    <a:moveTo>
                      <a:pt x="4525" y="0"/>
                    </a:moveTo>
                    <a:lnTo>
                      <a:pt x="4525" y="0"/>
                    </a:lnTo>
                    <a:cubicBezTo>
                      <a:pt x="4525" y="1"/>
                      <a:pt x="1" y="8684"/>
                      <a:pt x="4705" y="14656"/>
                    </a:cubicBezTo>
                    <a:cubicBezTo>
                      <a:pt x="4886" y="14777"/>
                      <a:pt x="5147" y="14827"/>
                      <a:pt x="5457" y="14827"/>
                    </a:cubicBezTo>
                    <a:cubicBezTo>
                      <a:pt x="7007" y="14827"/>
                      <a:pt x="9772" y="13570"/>
                      <a:pt x="9772" y="13570"/>
                    </a:cubicBezTo>
                    <a:lnTo>
                      <a:pt x="9772" y="16826"/>
                    </a:lnTo>
                    <a:lnTo>
                      <a:pt x="12123" y="20265"/>
                    </a:lnTo>
                    <a:lnTo>
                      <a:pt x="15019" y="16103"/>
                    </a:lnTo>
                    <a:lnTo>
                      <a:pt x="14656" y="11580"/>
                    </a:lnTo>
                    <a:cubicBezTo>
                      <a:pt x="14656" y="11580"/>
                      <a:pt x="17189" y="9770"/>
                      <a:pt x="17371" y="7419"/>
                    </a:cubicBezTo>
                    <a:cubicBezTo>
                      <a:pt x="17484" y="5962"/>
                      <a:pt x="16555" y="5684"/>
                      <a:pt x="15831" y="5684"/>
                    </a:cubicBezTo>
                    <a:cubicBezTo>
                      <a:pt x="15386" y="5684"/>
                      <a:pt x="15019" y="5789"/>
                      <a:pt x="15019" y="5789"/>
                    </a:cubicBezTo>
                    <a:cubicBezTo>
                      <a:pt x="15019" y="5789"/>
                      <a:pt x="14933" y="5795"/>
                      <a:pt x="14785" y="5795"/>
                    </a:cubicBezTo>
                    <a:cubicBezTo>
                      <a:pt x="13747" y="5795"/>
                      <a:pt x="9609" y="5518"/>
                      <a:pt x="9766" y="1085"/>
                    </a:cubicBezTo>
                    <a:lnTo>
                      <a:pt x="9766" y="1085"/>
                    </a:lnTo>
                    <a:cubicBezTo>
                      <a:pt x="9765" y="1097"/>
                      <a:pt x="9742" y="1103"/>
                      <a:pt x="9699" y="1103"/>
                    </a:cubicBezTo>
                    <a:cubicBezTo>
                      <a:pt x="9089" y="1103"/>
                      <a:pt x="4526" y="0"/>
                      <a:pt x="45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727;p56">
                <a:extLst>
                  <a:ext uri="{FF2B5EF4-FFF2-40B4-BE49-F238E27FC236}">
                    <a16:creationId xmlns:a16="http://schemas.microsoft.com/office/drawing/2014/main" id="{3A58AA76-48B9-BB1C-ABBA-57B8849999AA}"/>
                  </a:ext>
                </a:extLst>
              </p:cNvPr>
              <p:cNvSpPr/>
              <p:nvPr/>
            </p:nvSpPr>
            <p:spPr>
              <a:xfrm>
                <a:off x="7232687" y="2454880"/>
                <a:ext cx="145334" cy="99855"/>
              </a:xfrm>
              <a:custGeom>
                <a:avLst/>
                <a:gdLst/>
                <a:ahLst/>
                <a:cxnLst/>
                <a:rect l="l" t="t" r="r" b="b"/>
                <a:pathLst>
                  <a:path w="9229" h="6341" extrusionOk="0">
                    <a:moveTo>
                      <a:pt x="4343" y="1"/>
                    </a:moveTo>
                    <a:cubicBezTo>
                      <a:pt x="1810" y="1"/>
                      <a:pt x="1" y="2171"/>
                      <a:pt x="1" y="2171"/>
                    </a:cubicBezTo>
                    <a:cubicBezTo>
                      <a:pt x="1" y="2171"/>
                      <a:pt x="1810" y="6152"/>
                      <a:pt x="3800" y="6333"/>
                    </a:cubicBezTo>
                    <a:cubicBezTo>
                      <a:pt x="3854" y="6338"/>
                      <a:pt x="3908" y="6341"/>
                      <a:pt x="3961" y="6341"/>
                    </a:cubicBezTo>
                    <a:cubicBezTo>
                      <a:pt x="5876" y="6341"/>
                      <a:pt x="7419" y="3258"/>
                      <a:pt x="7419" y="3257"/>
                    </a:cubicBezTo>
                    <a:lnTo>
                      <a:pt x="7419" y="3257"/>
                    </a:lnTo>
                    <a:cubicBezTo>
                      <a:pt x="7419" y="3257"/>
                      <a:pt x="7057" y="4887"/>
                      <a:pt x="8143" y="4887"/>
                    </a:cubicBezTo>
                    <a:cubicBezTo>
                      <a:pt x="9228" y="4887"/>
                      <a:pt x="8685" y="1810"/>
                      <a:pt x="8685" y="1810"/>
                    </a:cubicBezTo>
                    <a:cubicBezTo>
                      <a:pt x="8685" y="1810"/>
                      <a:pt x="6875" y="1"/>
                      <a:pt x="43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728;p56">
                <a:extLst>
                  <a:ext uri="{FF2B5EF4-FFF2-40B4-BE49-F238E27FC236}">
                    <a16:creationId xmlns:a16="http://schemas.microsoft.com/office/drawing/2014/main" id="{72F7FDFB-E02C-191D-3916-FF1C638658A2}"/>
                  </a:ext>
                </a:extLst>
              </p:cNvPr>
              <p:cNvSpPr/>
              <p:nvPr/>
            </p:nvSpPr>
            <p:spPr>
              <a:xfrm>
                <a:off x="8214331" y="3398054"/>
                <a:ext cx="72675" cy="133932"/>
              </a:xfrm>
              <a:custGeom>
                <a:avLst/>
                <a:gdLst/>
                <a:ahLst/>
                <a:cxnLst/>
                <a:rect l="l" t="t" r="r" b="b"/>
                <a:pathLst>
                  <a:path w="4615" h="8505" extrusionOk="0">
                    <a:moveTo>
                      <a:pt x="3799" y="0"/>
                    </a:moveTo>
                    <a:lnTo>
                      <a:pt x="181" y="361"/>
                    </a:lnTo>
                    <a:lnTo>
                      <a:pt x="0" y="5790"/>
                    </a:lnTo>
                    <a:lnTo>
                      <a:pt x="1628" y="3619"/>
                    </a:lnTo>
                    <a:cubicBezTo>
                      <a:pt x="1628" y="3619"/>
                      <a:pt x="1900" y="8504"/>
                      <a:pt x="3256" y="8504"/>
                    </a:cubicBezTo>
                    <a:cubicBezTo>
                      <a:pt x="4614" y="8504"/>
                      <a:pt x="3799" y="0"/>
                      <a:pt x="37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oogle Shape;729;p56">
              <a:extLst>
                <a:ext uri="{FF2B5EF4-FFF2-40B4-BE49-F238E27FC236}">
                  <a16:creationId xmlns:a16="http://schemas.microsoft.com/office/drawing/2014/main" id="{111E089B-DF47-4CEE-85A4-1E4FAF245229}"/>
                </a:ext>
              </a:extLst>
            </p:cNvPr>
            <p:cNvGrpSpPr/>
            <p:nvPr/>
          </p:nvGrpSpPr>
          <p:grpSpPr>
            <a:xfrm>
              <a:off x="5838116" y="1401250"/>
              <a:ext cx="864081" cy="919843"/>
              <a:chOff x="5838116" y="1401250"/>
              <a:chExt cx="864081" cy="919843"/>
            </a:xfrm>
          </p:grpSpPr>
          <p:sp>
            <p:nvSpPr>
              <p:cNvPr id="43" name="Google Shape;730;p56">
                <a:extLst>
                  <a:ext uri="{FF2B5EF4-FFF2-40B4-BE49-F238E27FC236}">
                    <a16:creationId xmlns:a16="http://schemas.microsoft.com/office/drawing/2014/main" id="{EDF26752-B863-0C1F-7328-5E8432F7D638}"/>
                  </a:ext>
                </a:extLst>
              </p:cNvPr>
              <p:cNvSpPr/>
              <p:nvPr/>
            </p:nvSpPr>
            <p:spPr>
              <a:xfrm>
                <a:off x="5838116" y="1401250"/>
                <a:ext cx="864081" cy="919843"/>
              </a:xfrm>
              <a:custGeom>
                <a:avLst/>
                <a:gdLst/>
                <a:ahLst/>
                <a:cxnLst/>
                <a:rect l="l" t="t" r="r" b="b"/>
                <a:pathLst>
                  <a:path w="54871" h="58412" extrusionOk="0">
                    <a:moveTo>
                      <a:pt x="0" y="0"/>
                    </a:moveTo>
                    <a:lnTo>
                      <a:pt x="0" y="33630"/>
                    </a:lnTo>
                    <a:lnTo>
                      <a:pt x="9514" y="33630"/>
                    </a:lnTo>
                    <a:lnTo>
                      <a:pt x="1771" y="58411"/>
                    </a:lnTo>
                    <a:lnTo>
                      <a:pt x="23547" y="33630"/>
                    </a:lnTo>
                    <a:lnTo>
                      <a:pt x="54870" y="33630"/>
                    </a:lnTo>
                    <a:lnTo>
                      <a:pt x="5487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731;p56">
                <a:extLst>
                  <a:ext uri="{FF2B5EF4-FFF2-40B4-BE49-F238E27FC236}">
                    <a16:creationId xmlns:a16="http://schemas.microsoft.com/office/drawing/2014/main" id="{716C648E-25B0-5A41-C0F1-3D64E85135FE}"/>
                  </a:ext>
                </a:extLst>
              </p:cNvPr>
              <p:cNvSpPr/>
              <p:nvPr/>
            </p:nvSpPr>
            <p:spPr>
              <a:xfrm>
                <a:off x="5898588" y="1503454"/>
                <a:ext cx="747865" cy="83635"/>
              </a:xfrm>
              <a:custGeom>
                <a:avLst/>
                <a:gdLst/>
                <a:ahLst/>
                <a:cxnLst/>
                <a:rect l="l" t="t" r="r" b="b"/>
                <a:pathLst>
                  <a:path w="47491" h="5311" extrusionOk="0">
                    <a:moveTo>
                      <a:pt x="0" y="1"/>
                    </a:moveTo>
                    <a:lnTo>
                      <a:pt x="0" y="5311"/>
                    </a:lnTo>
                    <a:lnTo>
                      <a:pt x="47491" y="5311"/>
                    </a:lnTo>
                    <a:lnTo>
                      <a:pt x="4749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732;p56">
                <a:extLst>
                  <a:ext uri="{FF2B5EF4-FFF2-40B4-BE49-F238E27FC236}">
                    <a16:creationId xmlns:a16="http://schemas.microsoft.com/office/drawing/2014/main" id="{2E8A0AFC-C0CF-AEB6-595F-819BF1751315}"/>
                  </a:ext>
                </a:extLst>
              </p:cNvPr>
              <p:cNvSpPr/>
              <p:nvPr/>
            </p:nvSpPr>
            <p:spPr>
              <a:xfrm>
                <a:off x="5898588" y="1628886"/>
                <a:ext cx="747865" cy="83635"/>
              </a:xfrm>
              <a:custGeom>
                <a:avLst/>
                <a:gdLst/>
                <a:ahLst/>
                <a:cxnLst/>
                <a:rect l="l" t="t" r="r" b="b"/>
                <a:pathLst>
                  <a:path w="47491" h="5311" extrusionOk="0">
                    <a:moveTo>
                      <a:pt x="0" y="1"/>
                    </a:moveTo>
                    <a:lnTo>
                      <a:pt x="0" y="5311"/>
                    </a:lnTo>
                    <a:lnTo>
                      <a:pt x="47491" y="5311"/>
                    </a:lnTo>
                    <a:lnTo>
                      <a:pt x="4749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733;p56">
                <a:extLst>
                  <a:ext uri="{FF2B5EF4-FFF2-40B4-BE49-F238E27FC236}">
                    <a16:creationId xmlns:a16="http://schemas.microsoft.com/office/drawing/2014/main" id="{7BADD828-21B3-A411-2C44-6FF797FFC4E2}"/>
                  </a:ext>
                </a:extLst>
              </p:cNvPr>
              <p:cNvSpPr/>
              <p:nvPr/>
            </p:nvSpPr>
            <p:spPr>
              <a:xfrm>
                <a:off x="5898588" y="1763610"/>
                <a:ext cx="408758" cy="83635"/>
              </a:xfrm>
              <a:custGeom>
                <a:avLst/>
                <a:gdLst/>
                <a:ahLst/>
                <a:cxnLst/>
                <a:rect l="l" t="t" r="r" b="b"/>
                <a:pathLst>
                  <a:path w="25957" h="5311" extrusionOk="0">
                    <a:moveTo>
                      <a:pt x="0" y="0"/>
                    </a:moveTo>
                    <a:lnTo>
                      <a:pt x="0" y="5310"/>
                    </a:lnTo>
                    <a:lnTo>
                      <a:pt x="25956" y="5310"/>
                    </a:lnTo>
                    <a:lnTo>
                      <a:pt x="259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734;p56">
              <a:extLst>
                <a:ext uri="{FF2B5EF4-FFF2-40B4-BE49-F238E27FC236}">
                  <a16:creationId xmlns:a16="http://schemas.microsoft.com/office/drawing/2014/main" id="{91D5D447-B776-BB87-8EA2-5846F2B7B794}"/>
                </a:ext>
              </a:extLst>
            </p:cNvPr>
            <p:cNvGrpSpPr/>
            <p:nvPr/>
          </p:nvGrpSpPr>
          <p:grpSpPr>
            <a:xfrm>
              <a:off x="5352625" y="3391724"/>
              <a:ext cx="1862975" cy="757506"/>
              <a:chOff x="5352625" y="3391724"/>
              <a:chExt cx="1862975" cy="757506"/>
            </a:xfrm>
          </p:grpSpPr>
          <p:sp>
            <p:nvSpPr>
              <p:cNvPr id="37" name="Google Shape;735;p56">
                <a:extLst>
                  <a:ext uri="{FF2B5EF4-FFF2-40B4-BE49-F238E27FC236}">
                    <a16:creationId xmlns:a16="http://schemas.microsoft.com/office/drawing/2014/main" id="{069DE64E-1EA3-4FF4-99AF-D042B016DE46}"/>
                  </a:ext>
                </a:extLst>
              </p:cNvPr>
              <p:cNvSpPr/>
              <p:nvPr/>
            </p:nvSpPr>
            <p:spPr>
              <a:xfrm>
                <a:off x="5352625" y="3677627"/>
                <a:ext cx="13968" cy="24645"/>
              </a:xfrm>
              <a:custGeom>
                <a:avLst/>
                <a:gdLst/>
                <a:ahLst/>
                <a:cxnLst/>
                <a:rect l="l" t="t" r="r" b="b"/>
                <a:pathLst>
                  <a:path w="887" h="1565" extrusionOk="0">
                    <a:moveTo>
                      <a:pt x="1" y="1"/>
                    </a:moveTo>
                    <a:lnTo>
                      <a:pt x="1" y="1564"/>
                    </a:lnTo>
                    <a:lnTo>
                      <a:pt x="887" y="1564"/>
                    </a:lnTo>
                    <a:lnTo>
                      <a:pt x="88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736;p56">
                <a:extLst>
                  <a:ext uri="{FF2B5EF4-FFF2-40B4-BE49-F238E27FC236}">
                    <a16:creationId xmlns:a16="http://schemas.microsoft.com/office/drawing/2014/main" id="{9B6C1716-26F9-A26A-9136-FF036831FD00}"/>
                  </a:ext>
                </a:extLst>
              </p:cNvPr>
              <p:cNvSpPr/>
              <p:nvPr/>
            </p:nvSpPr>
            <p:spPr>
              <a:xfrm>
                <a:off x="5352625" y="3748430"/>
                <a:ext cx="13968" cy="323028"/>
              </a:xfrm>
              <a:custGeom>
                <a:avLst/>
                <a:gdLst/>
                <a:ahLst/>
                <a:cxnLst/>
                <a:rect l="l" t="t" r="r" b="b"/>
                <a:pathLst>
                  <a:path w="887" h="20513" extrusionOk="0">
                    <a:moveTo>
                      <a:pt x="1" y="1"/>
                    </a:moveTo>
                    <a:lnTo>
                      <a:pt x="1" y="2930"/>
                    </a:lnTo>
                    <a:lnTo>
                      <a:pt x="887" y="2930"/>
                    </a:lnTo>
                    <a:lnTo>
                      <a:pt x="887" y="1"/>
                    </a:lnTo>
                    <a:close/>
                    <a:moveTo>
                      <a:pt x="1" y="5861"/>
                    </a:moveTo>
                    <a:lnTo>
                      <a:pt x="1" y="8791"/>
                    </a:lnTo>
                    <a:lnTo>
                      <a:pt x="887" y="8791"/>
                    </a:lnTo>
                    <a:lnTo>
                      <a:pt x="887" y="5861"/>
                    </a:lnTo>
                    <a:close/>
                    <a:moveTo>
                      <a:pt x="1" y="11722"/>
                    </a:moveTo>
                    <a:lnTo>
                      <a:pt x="1" y="14652"/>
                    </a:lnTo>
                    <a:lnTo>
                      <a:pt x="887" y="14652"/>
                    </a:lnTo>
                    <a:lnTo>
                      <a:pt x="887" y="11722"/>
                    </a:lnTo>
                    <a:close/>
                    <a:moveTo>
                      <a:pt x="1" y="17583"/>
                    </a:moveTo>
                    <a:lnTo>
                      <a:pt x="1" y="20513"/>
                    </a:lnTo>
                    <a:lnTo>
                      <a:pt x="887" y="20513"/>
                    </a:lnTo>
                    <a:lnTo>
                      <a:pt x="887" y="17583"/>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737;p56">
                <a:extLst>
                  <a:ext uri="{FF2B5EF4-FFF2-40B4-BE49-F238E27FC236}">
                    <a16:creationId xmlns:a16="http://schemas.microsoft.com/office/drawing/2014/main" id="{E331B4F8-1CC6-9D9F-12FB-0FB01815009F}"/>
                  </a:ext>
                </a:extLst>
              </p:cNvPr>
              <p:cNvSpPr/>
              <p:nvPr/>
            </p:nvSpPr>
            <p:spPr>
              <a:xfrm>
                <a:off x="5352625" y="4117608"/>
                <a:ext cx="31605" cy="31621"/>
              </a:xfrm>
              <a:custGeom>
                <a:avLst/>
                <a:gdLst/>
                <a:ahLst/>
                <a:cxnLst/>
                <a:rect l="l" t="t" r="r" b="b"/>
                <a:pathLst>
                  <a:path w="2007" h="2008" extrusionOk="0">
                    <a:moveTo>
                      <a:pt x="1" y="1"/>
                    </a:moveTo>
                    <a:lnTo>
                      <a:pt x="1" y="2007"/>
                    </a:lnTo>
                    <a:lnTo>
                      <a:pt x="2007" y="2007"/>
                    </a:lnTo>
                    <a:lnTo>
                      <a:pt x="2007" y="1120"/>
                    </a:lnTo>
                    <a:lnTo>
                      <a:pt x="887" y="1120"/>
                    </a:lnTo>
                    <a:lnTo>
                      <a:pt x="88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738;p56">
                <a:extLst>
                  <a:ext uri="{FF2B5EF4-FFF2-40B4-BE49-F238E27FC236}">
                    <a16:creationId xmlns:a16="http://schemas.microsoft.com/office/drawing/2014/main" id="{798623E5-1F98-FFA9-2239-3CC3F7D97F5D}"/>
                  </a:ext>
                </a:extLst>
              </p:cNvPr>
              <p:cNvSpPr/>
              <p:nvPr/>
            </p:nvSpPr>
            <p:spPr>
              <a:xfrm>
                <a:off x="5432844" y="4135230"/>
                <a:ext cx="1702478" cy="14000"/>
              </a:xfrm>
              <a:custGeom>
                <a:avLst/>
                <a:gdLst/>
                <a:ahLst/>
                <a:cxnLst/>
                <a:rect l="l" t="t" r="r" b="b"/>
                <a:pathLst>
                  <a:path w="108111" h="889" extrusionOk="0">
                    <a:moveTo>
                      <a:pt x="1" y="1"/>
                    </a:moveTo>
                    <a:lnTo>
                      <a:pt x="1" y="888"/>
                    </a:lnTo>
                    <a:lnTo>
                      <a:pt x="3089" y="888"/>
                    </a:lnTo>
                    <a:lnTo>
                      <a:pt x="3089" y="1"/>
                    </a:lnTo>
                    <a:close/>
                    <a:moveTo>
                      <a:pt x="6178" y="1"/>
                    </a:moveTo>
                    <a:lnTo>
                      <a:pt x="6178" y="888"/>
                    </a:lnTo>
                    <a:lnTo>
                      <a:pt x="9267" y="888"/>
                    </a:lnTo>
                    <a:lnTo>
                      <a:pt x="9267" y="1"/>
                    </a:lnTo>
                    <a:close/>
                    <a:moveTo>
                      <a:pt x="12357" y="1"/>
                    </a:moveTo>
                    <a:lnTo>
                      <a:pt x="12357" y="888"/>
                    </a:lnTo>
                    <a:lnTo>
                      <a:pt x="15445" y="888"/>
                    </a:lnTo>
                    <a:lnTo>
                      <a:pt x="15445" y="1"/>
                    </a:lnTo>
                    <a:close/>
                    <a:moveTo>
                      <a:pt x="18534" y="1"/>
                    </a:moveTo>
                    <a:lnTo>
                      <a:pt x="18534" y="888"/>
                    </a:lnTo>
                    <a:lnTo>
                      <a:pt x="21623" y="888"/>
                    </a:lnTo>
                    <a:lnTo>
                      <a:pt x="21623" y="1"/>
                    </a:lnTo>
                    <a:close/>
                    <a:moveTo>
                      <a:pt x="24713" y="1"/>
                    </a:moveTo>
                    <a:lnTo>
                      <a:pt x="24713" y="888"/>
                    </a:lnTo>
                    <a:lnTo>
                      <a:pt x="27800" y="888"/>
                    </a:lnTo>
                    <a:lnTo>
                      <a:pt x="27802" y="1"/>
                    </a:lnTo>
                    <a:close/>
                    <a:moveTo>
                      <a:pt x="30888" y="1"/>
                    </a:moveTo>
                    <a:lnTo>
                      <a:pt x="30888" y="888"/>
                    </a:lnTo>
                    <a:lnTo>
                      <a:pt x="33978" y="888"/>
                    </a:lnTo>
                    <a:lnTo>
                      <a:pt x="33978" y="1"/>
                    </a:lnTo>
                    <a:close/>
                    <a:moveTo>
                      <a:pt x="37067" y="1"/>
                    </a:moveTo>
                    <a:lnTo>
                      <a:pt x="37067" y="888"/>
                    </a:lnTo>
                    <a:lnTo>
                      <a:pt x="40156" y="888"/>
                    </a:lnTo>
                    <a:lnTo>
                      <a:pt x="40156" y="1"/>
                    </a:lnTo>
                    <a:close/>
                    <a:moveTo>
                      <a:pt x="43244" y="1"/>
                    </a:moveTo>
                    <a:lnTo>
                      <a:pt x="43244" y="888"/>
                    </a:lnTo>
                    <a:lnTo>
                      <a:pt x="46334" y="888"/>
                    </a:lnTo>
                    <a:lnTo>
                      <a:pt x="46334" y="1"/>
                    </a:lnTo>
                    <a:close/>
                    <a:moveTo>
                      <a:pt x="49423" y="1"/>
                    </a:moveTo>
                    <a:lnTo>
                      <a:pt x="49423" y="888"/>
                    </a:lnTo>
                    <a:lnTo>
                      <a:pt x="52511" y="888"/>
                    </a:lnTo>
                    <a:lnTo>
                      <a:pt x="52511" y="1"/>
                    </a:lnTo>
                    <a:close/>
                    <a:moveTo>
                      <a:pt x="55600" y="1"/>
                    </a:moveTo>
                    <a:lnTo>
                      <a:pt x="55600" y="888"/>
                    </a:lnTo>
                    <a:lnTo>
                      <a:pt x="58688" y="888"/>
                    </a:lnTo>
                    <a:lnTo>
                      <a:pt x="58688" y="1"/>
                    </a:lnTo>
                    <a:close/>
                    <a:moveTo>
                      <a:pt x="61777" y="1"/>
                    </a:moveTo>
                    <a:lnTo>
                      <a:pt x="61777" y="888"/>
                    </a:lnTo>
                    <a:lnTo>
                      <a:pt x="64867" y="888"/>
                    </a:lnTo>
                    <a:lnTo>
                      <a:pt x="64867" y="1"/>
                    </a:lnTo>
                    <a:close/>
                    <a:moveTo>
                      <a:pt x="67956" y="1"/>
                    </a:moveTo>
                    <a:lnTo>
                      <a:pt x="67956" y="888"/>
                    </a:lnTo>
                    <a:lnTo>
                      <a:pt x="71044" y="888"/>
                    </a:lnTo>
                    <a:lnTo>
                      <a:pt x="71044" y="1"/>
                    </a:lnTo>
                    <a:close/>
                    <a:moveTo>
                      <a:pt x="74133" y="1"/>
                    </a:moveTo>
                    <a:lnTo>
                      <a:pt x="74133" y="888"/>
                    </a:lnTo>
                    <a:lnTo>
                      <a:pt x="77221" y="888"/>
                    </a:lnTo>
                    <a:lnTo>
                      <a:pt x="77223" y="1"/>
                    </a:lnTo>
                    <a:close/>
                    <a:moveTo>
                      <a:pt x="80310" y="1"/>
                    </a:moveTo>
                    <a:lnTo>
                      <a:pt x="80310" y="888"/>
                    </a:lnTo>
                    <a:lnTo>
                      <a:pt x="83400" y="888"/>
                    </a:lnTo>
                    <a:lnTo>
                      <a:pt x="83400" y="1"/>
                    </a:lnTo>
                    <a:close/>
                    <a:moveTo>
                      <a:pt x="86488" y="1"/>
                    </a:moveTo>
                    <a:lnTo>
                      <a:pt x="86488" y="888"/>
                    </a:lnTo>
                    <a:lnTo>
                      <a:pt x="89577" y="888"/>
                    </a:lnTo>
                    <a:lnTo>
                      <a:pt x="89577" y="1"/>
                    </a:lnTo>
                    <a:close/>
                    <a:moveTo>
                      <a:pt x="92666" y="1"/>
                    </a:moveTo>
                    <a:lnTo>
                      <a:pt x="92666" y="888"/>
                    </a:lnTo>
                    <a:lnTo>
                      <a:pt x="95754" y="888"/>
                    </a:lnTo>
                    <a:lnTo>
                      <a:pt x="95754" y="1"/>
                    </a:lnTo>
                    <a:close/>
                    <a:moveTo>
                      <a:pt x="98844" y="1"/>
                    </a:moveTo>
                    <a:lnTo>
                      <a:pt x="98844" y="888"/>
                    </a:lnTo>
                    <a:lnTo>
                      <a:pt x="101931" y="888"/>
                    </a:lnTo>
                    <a:lnTo>
                      <a:pt x="101931" y="1"/>
                    </a:lnTo>
                    <a:close/>
                    <a:moveTo>
                      <a:pt x="105021" y="1"/>
                    </a:moveTo>
                    <a:lnTo>
                      <a:pt x="105021" y="888"/>
                    </a:lnTo>
                    <a:lnTo>
                      <a:pt x="108110" y="888"/>
                    </a:lnTo>
                    <a:lnTo>
                      <a:pt x="10811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739;p56">
                <a:extLst>
                  <a:ext uri="{FF2B5EF4-FFF2-40B4-BE49-F238E27FC236}">
                    <a16:creationId xmlns:a16="http://schemas.microsoft.com/office/drawing/2014/main" id="{61CBF666-616D-EBFD-1013-8CA1BE8C1B60}"/>
                  </a:ext>
                </a:extLst>
              </p:cNvPr>
              <p:cNvSpPr/>
              <p:nvPr/>
            </p:nvSpPr>
            <p:spPr>
              <a:xfrm>
                <a:off x="7183994" y="4117608"/>
                <a:ext cx="31589" cy="31621"/>
              </a:xfrm>
              <a:custGeom>
                <a:avLst/>
                <a:gdLst/>
                <a:ahLst/>
                <a:cxnLst/>
                <a:rect l="l" t="t" r="r" b="b"/>
                <a:pathLst>
                  <a:path w="2006" h="2008" extrusionOk="0">
                    <a:moveTo>
                      <a:pt x="1118" y="1"/>
                    </a:moveTo>
                    <a:lnTo>
                      <a:pt x="1118" y="1120"/>
                    </a:lnTo>
                    <a:lnTo>
                      <a:pt x="0" y="1120"/>
                    </a:lnTo>
                    <a:lnTo>
                      <a:pt x="0" y="2007"/>
                    </a:lnTo>
                    <a:lnTo>
                      <a:pt x="2005" y="2007"/>
                    </a:lnTo>
                    <a:lnTo>
                      <a:pt x="200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740;p56">
                <a:extLst>
                  <a:ext uri="{FF2B5EF4-FFF2-40B4-BE49-F238E27FC236}">
                    <a16:creationId xmlns:a16="http://schemas.microsoft.com/office/drawing/2014/main" id="{53DC9A44-AEE5-1E2E-8252-65178C022A72}"/>
                  </a:ext>
                </a:extLst>
              </p:cNvPr>
              <p:cNvSpPr/>
              <p:nvPr/>
            </p:nvSpPr>
            <p:spPr>
              <a:xfrm>
                <a:off x="7201616" y="3391724"/>
                <a:ext cx="13984" cy="674040"/>
              </a:xfrm>
              <a:custGeom>
                <a:avLst/>
                <a:gdLst/>
                <a:ahLst/>
                <a:cxnLst/>
                <a:rect l="l" t="t" r="r" b="b"/>
                <a:pathLst>
                  <a:path w="888" h="42803" extrusionOk="0">
                    <a:moveTo>
                      <a:pt x="0" y="1"/>
                    </a:moveTo>
                    <a:lnTo>
                      <a:pt x="0" y="3293"/>
                    </a:lnTo>
                    <a:lnTo>
                      <a:pt x="886" y="3293"/>
                    </a:lnTo>
                    <a:lnTo>
                      <a:pt x="888" y="1"/>
                    </a:lnTo>
                    <a:close/>
                    <a:moveTo>
                      <a:pt x="0" y="6585"/>
                    </a:moveTo>
                    <a:lnTo>
                      <a:pt x="0" y="9879"/>
                    </a:lnTo>
                    <a:lnTo>
                      <a:pt x="886" y="9879"/>
                    </a:lnTo>
                    <a:lnTo>
                      <a:pt x="888" y="6585"/>
                    </a:lnTo>
                    <a:close/>
                    <a:moveTo>
                      <a:pt x="0" y="13171"/>
                    </a:moveTo>
                    <a:lnTo>
                      <a:pt x="0" y="16463"/>
                    </a:lnTo>
                    <a:lnTo>
                      <a:pt x="886" y="16463"/>
                    </a:lnTo>
                    <a:lnTo>
                      <a:pt x="888" y="13171"/>
                    </a:lnTo>
                    <a:close/>
                    <a:moveTo>
                      <a:pt x="0" y="19755"/>
                    </a:moveTo>
                    <a:lnTo>
                      <a:pt x="0" y="23047"/>
                    </a:lnTo>
                    <a:lnTo>
                      <a:pt x="886" y="23047"/>
                    </a:lnTo>
                    <a:lnTo>
                      <a:pt x="888" y="19755"/>
                    </a:lnTo>
                    <a:close/>
                    <a:moveTo>
                      <a:pt x="0" y="26341"/>
                    </a:moveTo>
                    <a:lnTo>
                      <a:pt x="0" y="29633"/>
                    </a:lnTo>
                    <a:lnTo>
                      <a:pt x="886" y="29633"/>
                    </a:lnTo>
                    <a:lnTo>
                      <a:pt x="888" y="26341"/>
                    </a:lnTo>
                    <a:close/>
                    <a:moveTo>
                      <a:pt x="0" y="32925"/>
                    </a:moveTo>
                    <a:lnTo>
                      <a:pt x="0" y="36217"/>
                    </a:lnTo>
                    <a:lnTo>
                      <a:pt x="886" y="36217"/>
                    </a:lnTo>
                    <a:lnTo>
                      <a:pt x="888" y="32925"/>
                    </a:lnTo>
                    <a:close/>
                    <a:moveTo>
                      <a:pt x="0" y="39511"/>
                    </a:moveTo>
                    <a:lnTo>
                      <a:pt x="0" y="42803"/>
                    </a:lnTo>
                    <a:lnTo>
                      <a:pt x="886" y="42803"/>
                    </a:lnTo>
                    <a:lnTo>
                      <a:pt x="888" y="3951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741;p56">
              <a:extLst>
                <a:ext uri="{FF2B5EF4-FFF2-40B4-BE49-F238E27FC236}">
                  <a16:creationId xmlns:a16="http://schemas.microsoft.com/office/drawing/2014/main" id="{659E80BD-490B-1FEA-192E-402778E3F113}"/>
                </a:ext>
              </a:extLst>
            </p:cNvPr>
            <p:cNvSpPr/>
            <p:nvPr/>
          </p:nvSpPr>
          <p:spPr>
            <a:xfrm>
              <a:off x="7201585" y="3315283"/>
              <a:ext cx="14000" cy="24613"/>
            </a:xfrm>
            <a:custGeom>
              <a:avLst/>
              <a:gdLst/>
              <a:ahLst/>
              <a:cxnLst/>
              <a:rect l="l" t="t" r="r" b="b"/>
              <a:pathLst>
                <a:path w="889" h="1563" extrusionOk="0">
                  <a:moveTo>
                    <a:pt x="1" y="1"/>
                  </a:moveTo>
                  <a:lnTo>
                    <a:pt x="1" y="1563"/>
                  </a:lnTo>
                  <a:lnTo>
                    <a:pt x="888" y="1563"/>
                  </a:lnTo>
                  <a:lnTo>
                    <a:pt x="88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79" name="Google Shape;2054;p84">
            <a:extLst>
              <a:ext uri="{FF2B5EF4-FFF2-40B4-BE49-F238E27FC236}">
                <a16:creationId xmlns:a16="http://schemas.microsoft.com/office/drawing/2014/main" id="{E61C582C-E436-D1A9-9D8D-3E0C543C270C}"/>
              </a:ext>
            </a:extLst>
          </p:cNvPr>
          <p:cNvGrpSpPr/>
          <p:nvPr/>
        </p:nvGrpSpPr>
        <p:grpSpPr>
          <a:xfrm>
            <a:off x="2535386" y="1447816"/>
            <a:ext cx="3750468" cy="3695684"/>
            <a:chOff x="2412475" y="238125"/>
            <a:chExt cx="2794400" cy="5238125"/>
          </a:xfrm>
        </p:grpSpPr>
        <p:sp>
          <p:nvSpPr>
            <p:cNvPr id="2980" name="Google Shape;2055;p84">
              <a:extLst>
                <a:ext uri="{FF2B5EF4-FFF2-40B4-BE49-F238E27FC236}">
                  <a16:creationId xmlns:a16="http://schemas.microsoft.com/office/drawing/2014/main" id="{E6C59F3F-5802-B886-FA96-B82B9A45C3CC}"/>
                </a:ext>
              </a:extLst>
            </p:cNvPr>
            <p:cNvSpPr/>
            <p:nvPr/>
          </p:nvSpPr>
          <p:spPr>
            <a:xfrm>
              <a:off x="2412475" y="238125"/>
              <a:ext cx="2794400" cy="5238125"/>
            </a:xfrm>
            <a:custGeom>
              <a:avLst/>
              <a:gdLst/>
              <a:ahLst/>
              <a:cxnLst/>
              <a:rect l="l" t="t" r="r" b="b"/>
              <a:pathLst>
                <a:path w="111776" h="209525" extrusionOk="0">
                  <a:moveTo>
                    <a:pt x="11446" y="0"/>
                  </a:moveTo>
                  <a:cubicBezTo>
                    <a:pt x="5105" y="0"/>
                    <a:pt x="0" y="5105"/>
                    <a:pt x="0" y="11446"/>
                  </a:cubicBezTo>
                  <a:lnTo>
                    <a:pt x="0" y="198079"/>
                  </a:lnTo>
                  <a:cubicBezTo>
                    <a:pt x="0" y="204420"/>
                    <a:pt x="5105" y="209524"/>
                    <a:pt x="11446" y="209524"/>
                  </a:cubicBezTo>
                  <a:lnTo>
                    <a:pt x="100330" y="209524"/>
                  </a:lnTo>
                  <a:cubicBezTo>
                    <a:pt x="106671" y="209524"/>
                    <a:pt x="111775" y="204420"/>
                    <a:pt x="111775" y="198079"/>
                  </a:cubicBezTo>
                  <a:lnTo>
                    <a:pt x="111775" y="11446"/>
                  </a:lnTo>
                  <a:cubicBezTo>
                    <a:pt x="111775" y="5105"/>
                    <a:pt x="106671" y="0"/>
                    <a:pt x="1003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056;p84">
              <a:extLst>
                <a:ext uri="{FF2B5EF4-FFF2-40B4-BE49-F238E27FC236}">
                  <a16:creationId xmlns:a16="http://schemas.microsoft.com/office/drawing/2014/main" id="{EB3CC6A0-A7DF-3280-1A83-E4D6B1BCC07A}"/>
                </a:ext>
              </a:extLst>
            </p:cNvPr>
            <p:cNvSpPr/>
            <p:nvPr/>
          </p:nvSpPr>
          <p:spPr>
            <a:xfrm>
              <a:off x="2412475" y="2135150"/>
              <a:ext cx="2794375" cy="3341100"/>
            </a:xfrm>
            <a:custGeom>
              <a:avLst/>
              <a:gdLst/>
              <a:ahLst/>
              <a:cxnLst/>
              <a:rect l="l" t="t" r="r" b="b"/>
              <a:pathLst>
                <a:path w="111775" h="133644" extrusionOk="0">
                  <a:moveTo>
                    <a:pt x="28107" y="1"/>
                  </a:moveTo>
                  <a:cubicBezTo>
                    <a:pt x="14328" y="1"/>
                    <a:pt x="3536" y="6853"/>
                    <a:pt x="0" y="9400"/>
                  </a:cubicBezTo>
                  <a:lnTo>
                    <a:pt x="0" y="122199"/>
                  </a:lnTo>
                  <a:cubicBezTo>
                    <a:pt x="0" y="128520"/>
                    <a:pt x="5125" y="133643"/>
                    <a:pt x="11446" y="133643"/>
                  </a:cubicBezTo>
                  <a:lnTo>
                    <a:pt x="100330" y="133643"/>
                  </a:lnTo>
                  <a:cubicBezTo>
                    <a:pt x="106651" y="133643"/>
                    <a:pt x="111774" y="128520"/>
                    <a:pt x="111774" y="122199"/>
                  </a:cubicBezTo>
                  <a:lnTo>
                    <a:pt x="111774" y="10340"/>
                  </a:lnTo>
                  <a:cubicBezTo>
                    <a:pt x="111774" y="10340"/>
                    <a:pt x="99907" y="20678"/>
                    <a:pt x="83348" y="20678"/>
                  </a:cubicBezTo>
                  <a:cubicBezTo>
                    <a:pt x="75068" y="20678"/>
                    <a:pt x="65616" y="18094"/>
                    <a:pt x="55888" y="10340"/>
                  </a:cubicBezTo>
                  <a:cubicBezTo>
                    <a:pt x="46159" y="2585"/>
                    <a:pt x="36570" y="1"/>
                    <a:pt x="281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057;p84">
              <a:extLst>
                <a:ext uri="{FF2B5EF4-FFF2-40B4-BE49-F238E27FC236}">
                  <a16:creationId xmlns:a16="http://schemas.microsoft.com/office/drawing/2014/main" id="{783477D9-B1AA-506D-BFB2-C0A75D3A0DE8}"/>
                </a:ext>
              </a:extLst>
            </p:cNvPr>
            <p:cNvSpPr/>
            <p:nvPr/>
          </p:nvSpPr>
          <p:spPr>
            <a:xfrm>
              <a:off x="2950325" y="4582581"/>
              <a:ext cx="1718650" cy="450874"/>
            </a:xfrm>
            <a:custGeom>
              <a:avLst/>
              <a:gdLst/>
              <a:ahLst/>
              <a:cxnLst/>
              <a:rect l="l" t="t" r="r" b="b"/>
              <a:pathLst>
                <a:path w="68746" h="18035" extrusionOk="0">
                  <a:moveTo>
                    <a:pt x="4823" y="1"/>
                  </a:moveTo>
                  <a:cubicBezTo>
                    <a:pt x="2160" y="1"/>
                    <a:pt x="1" y="2160"/>
                    <a:pt x="1" y="4823"/>
                  </a:cubicBezTo>
                  <a:lnTo>
                    <a:pt x="1" y="13213"/>
                  </a:lnTo>
                  <a:cubicBezTo>
                    <a:pt x="1" y="15876"/>
                    <a:pt x="2160" y="18035"/>
                    <a:pt x="4823" y="18035"/>
                  </a:cubicBezTo>
                  <a:lnTo>
                    <a:pt x="63923" y="18035"/>
                  </a:lnTo>
                  <a:cubicBezTo>
                    <a:pt x="66586" y="18035"/>
                    <a:pt x="68745" y="15876"/>
                    <a:pt x="68745" y="13213"/>
                  </a:cubicBezTo>
                  <a:lnTo>
                    <a:pt x="68745" y="4823"/>
                  </a:lnTo>
                  <a:cubicBezTo>
                    <a:pt x="68745" y="2160"/>
                    <a:pt x="66587" y="1"/>
                    <a:pt x="6392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endParaRPr dirty="0">
                <a:solidFill>
                  <a:schemeClr val="dk1"/>
                </a:solidFill>
              </a:endParaRPr>
            </a:p>
          </p:txBody>
        </p:sp>
      </p:grpSp>
      <p:sp>
        <p:nvSpPr>
          <p:cNvPr id="2984" name="Google Shape;2067;p84">
            <a:extLst>
              <a:ext uri="{FF2B5EF4-FFF2-40B4-BE49-F238E27FC236}">
                <a16:creationId xmlns:a16="http://schemas.microsoft.com/office/drawing/2014/main" id="{0ADCED39-AD3D-3207-3F2F-1192CB1826D6}"/>
              </a:ext>
            </a:extLst>
          </p:cNvPr>
          <p:cNvSpPr txBox="1">
            <a:spLocks/>
          </p:cNvSpPr>
          <p:nvPr/>
        </p:nvSpPr>
        <p:spPr>
          <a:xfrm>
            <a:off x="2891382" y="1887421"/>
            <a:ext cx="2953965" cy="64231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1pPr>
            <a:lvl2pPr marR="0" lvl="1"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2pPr>
            <a:lvl3pPr marR="0" lvl="2"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3pPr>
            <a:lvl4pPr marR="0" lvl="3"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4pPr>
            <a:lvl5pPr marR="0" lvl="4"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5pPr>
            <a:lvl6pPr marR="0" lvl="5"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6pPr>
            <a:lvl7pPr marR="0" lvl="6"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7pPr>
            <a:lvl8pPr marR="0" lvl="7"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8pPr>
            <a:lvl9pPr marR="0" lvl="8" algn="l" rtl="0">
              <a:lnSpc>
                <a:spcPct val="100000"/>
              </a:lnSpc>
              <a:spcBef>
                <a:spcPts val="0"/>
              </a:spcBef>
              <a:spcAft>
                <a:spcPts val="0"/>
              </a:spcAft>
              <a:buClr>
                <a:schemeClr val="dk2"/>
              </a:buClr>
              <a:buSzPts val="2800"/>
              <a:buFont typeface="Fira Sans Condensed Black"/>
              <a:buNone/>
              <a:defRPr sz="2800" b="0" i="0" u="none" strike="noStrike" cap="none">
                <a:solidFill>
                  <a:schemeClr val="dk2"/>
                </a:solidFill>
                <a:latin typeface="Fira Sans Condensed Black"/>
                <a:ea typeface="Fira Sans Condensed Black"/>
                <a:cs typeface="Fira Sans Condensed Black"/>
                <a:sym typeface="Fira Sans Condensed Black"/>
              </a:defRPr>
            </a:lvl9pPr>
          </a:lstStyle>
          <a:p>
            <a:pPr algn="ctr"/>
            <a:r>
              <a:rPr lang="en-US" sz="3600" dirty="0">
                <a:solidFill>
                  <a:schemeClr val="lt1"/>
                </a:solidFill>
              </a:rPr>
              <a:t>Vlad Koval</a:t>
            </a:r>
          </a:p>
        </p:txBody>
      </p:sp>
      <p:sp>
        <p:nvSpPr>
          <p:cNvPr id="3009" name="Google Shape;2962;p108">
            <a:extLst>
              <a:ext uri="{FF2B5EF4-FFF2-40B4-BE49-F238E27FC236}">
                <a16:creationId xmlns:a16="http://schemas.microsoft.com/office/drawing/2014/main" id="{C5478432-2775-DCF5-8E36-83B547456B10}"/>
              </a:ext>
            </a:extLst>
          </p:cNvPr>
          <p:cNvSpPr txBox="1"/>
          <p:nvPr/>
        </p:nvSpPr>
        <p:spPr>
          <a:xfrm>
            <a:off x="2550318" y="3034365"/>
            <a:ext cx="3750468" cy="1298241"/>
          </a:xfrm>
          <a:prstGeom prst="rect">
            <a:avLst/>
          </a:prstGeom>
          <a:noFill/>
          <a:ln>
            <a:noFill/>
          </a:ln>
        </p:spPr>
        <p:txBody>
          <a:bodyPr spcFirstLastPara="1" wrap="square" lIns="91425" tIns="91425" rIns="91425" bIns="91425" anchor="t" anchorCtr="0">
            <a:noAutofit/>
          </a:bodyPr>
          <a:lstStyle/>
          <a:p>
            <a:r>
              <a:rPr lang="en-US" sz="1200" b="1" dirty="0">
                <a:solidFill>
                  <a:srgbClr val="FF6700"/>
                </a:solidFill>
              </a:rPr>
              <a:t>Email</a:t>
            </a:r>
            <a:r>
              <a:rPr lang="en-US" sz="1000" b="1" dirty="0"/>
              <a:t> - </a:t>
            </a:r>
            <a:r>
              <a:rPr lang="en-US" sz="1000" b="1" dirty="0">
                <a:solidFill>
                  <a:srgbClr val="5C14C4"/>
                </a:solidFill>
                <a:hlinkClick r:id="rId4">
                  <a:extLst>
                    <a:ext uri="{A12FA001-AC4F-418D-AE19-62706E023703}">
                      <ahyp:hlinkClr xmlns:ahyp="http://schemas.microsoft.com/office/drawing/2018/hyperlinkcolor" val="tx"/>
                    </a:ext>
                  </a:extLst>
                </a:hlinkClick>
              </a:rPr>
              <a:t>vkoval@gmail.com</a:t>
            </a:r>
            <a:endParaRPr lang="en-US" sz="1000" b="1" dirty="0">
              <a:solidFill>
                <a:srgbClr val="5C14C4"/>
              </a:solidFill>
            </a:endParaRPr>
          </a:p>
          <a:p>
            <a:endParaRPr lang="en-US" sz="1000" b="1" dirty="0">
              <a:solidFill>
                <a:srgbClr val="5C14C4"/>
              </a:solidFill>
            </a:endParaRPr>
          </a:p>
          <a:p>
            <a:r>
              <a:rPr lang="en-US" sz="1200" b="1" dirty="0">
                <a:solidFill>
                  <a:srgbClr val="FF6700"/>
                </a:solidFill>
              </a:rPr>
              <a:t>Website</a:t>
            </a:r>
            <a:r>
              <a:rPr lang="en-US" sz="1000" b="1" dirty="0"/>
              <a:t> - </a:t>
            </a:r>
            <a:r>
              <a:rPr lang="en-US" sz="1000" b="1" dirty="0">
                <a:solidFill>
                  <a:srgbClr val="5C14C4"/>
                </a:solidFill>
                <a:hlinkClick r:id="rId5">
                  <a:extLst>
                    <a:ext uri="{A12FA001-AC4F-418D-AE19-62706E023703}">
                      <ahyp:hlinkClr xmlns:ahyp="http://schemas.microsoft.com/office/drawing/2018/hyperlinkcolor" val="tx"/>
                    </a:ext>
                  </a:extLst>
                </a:hlinkClick>
              </a:rPr>
              <a:t>https://koval-vlad-portfolio.vercel.app/</a:t>
            </a:r>
            <a:endParaRPr lang="en-US" sz="1000" b="1" dirty="0">
              <a:solidFill>
                <a:srgbClr val="5C14C4"/>
              </a:solidFill>
            </a:endParaRPr>
          </a:p>
          <a:p>
            <a:endParaRPr lang="en-US" sz="1000" b="1" dirty="0">
              <a:solidFill>
                <a:srgbClr val="5C14C4"/>
              </a:solidFill>
            </a:endParaRPr>
          </a:p>
          <a:p>
            <a:pPr>
              <a:buClr>
                <a:schemeClr val="dk1"/>
              </a:buClr>
              <a:buSzPts val="1100"/>
            </a:pPr>
            <a:r>
              <a:rPr lang="en-US" sz="1200" b="1" dirty="0">
                <a:solidFill>
                  <a:srgbClr val="FF6700"/>
                </a:solidFill>
              </a:rPr>
              <a:t>Projects</a:t>
            </a:r>
            <a:r>
              <a:rPr lang="en-US" sz="1000" b="1" dirty="0"/>
              <a:t> - </a:t>
            </a:r>
            <a:r>
              <a:rPr lang="en-US" sz="1000" b="1" dirty="0">
                <a:solidFill>
                  <a:srgbClr val="5C14C4"/>
                </a:solidFill>
                <a:hlinkClick r:id="rId6">
                  <a:extLst>
                    <a:ext uri="{A12FA001-AC4F-418D-AE19-62706E023703}">
                      <ahyp:hlinkClr xmlns:ahyp="http://schemas.microsoft.com/office/drawing/2018/hyperlinkcolor" val="tx"/>
                    </a:ext>
                  </a:extLst>
                </a:hlinkClick>
              </a:rPr>
              <a:t>https://github.com/koval-vlad</a:t>
            </a:r>
            <a:endParaRPr lang="en-US" sz="1000" b="1" dirty="0">
              <a:solidFill>
                <a:srgbClr val="5C14C4"/>
              </a:solidFill>
            </a:endParaRPr>
          </a:p>
          <a:p>
            <a:pPr>
              <a:buClr>
                <a:schemeClr val="dk1"/>
              </a:buClr>
              <a:buSzPts val="1100"/>
            </a:pPr>
            <a:endParaRPr lang="en-US" sz="1000" b="1" dirty="0">
              <a:solidFill>
                <a:srgbClr val="5C14C4"/>
              </a:solidFill>
            </a:endParaRPr>
          </a:p>
          <a:p>
            <a:pPr>
              <a:buClr>
                <a:schemeClr val="dk1"/>
              </a:buClr>
              <a:buSzPts val="1100"/>
            </a:pPr>
            <a:r>
              <a:rPr lang="en-US" sz="1200" b="1" dirty="0">
                <a:solidFill>
                  <a:srgbClr val="FF6700"/>
                </a:solidFill>
              </a:rPr>
              <a:t>Profile</a:t>
            </a:r>
            <a:r>
              <a:rPr lang="en-US" sz="1000" b="1" dirty="0"/>
              <a:t> - </a:t>
            </a:r>
            <a:r>
              <a:rPr lang="en-US" sz="1000" b="1" dirty="0">
                <a:solidFill>
                  <a:srgbClr val="5C14C4"/>
                </a:solidFill>
                <a:hlinkClick r:id="rId7">
                  <a:extLst>
                    <a:ext uri="{A12FA001-AC4F-418D-AE19-62706E023703}">
                      <ahyp:hlinkClr xmlns:ahyp="http://schemas.microsoft.com/office/drawing/2018/hyperlinkcolor" val="tx"/>
                    </a:ext>
                  </a:extLst>
                </a:hlinkClick>
              </a:rPr>
              <a:t>https://www.linkedin.com/in/vlad-koval-614976a4</a:t>
            </a:r>
            <a:r>
              <a:rPr lang="en-US" sz="1000" b="1" dirty="0">
                <a:solidFill>
                  <a:srgbClr val="5C14C4"/>
                </a:solidFill>
              </a:rPr>
              <a:t>/</a:t>
            </a:r>
            <a:endParaRPr sz="1000" b="1" dirty="0">
              <a:solidFill>
                <a:srgbClr val="FF6700"/>
              </a:solidFill>
              <a:latin typeface="Fira Sans Condensed"/>
              <a:ea typeface="Fira Sans Condensed"/>
              <a:cs typeface="Fira Sans Condensed"/>
              <a:sym typeface="Fira Sans Condensed"/>
            </a:endParaRPr>
          </a:p>
        </p:txBody>
      </p:sp>
      <p:grpSp>
        <p:nvGrpSpPr>
          <p:cNvPr id="3010" name="Google Shape;2946;p108">
            <a:extLst>
              <a:ext uri="{FF2B5EF4-FFF2-40B4-BE49-F238E27FC236}">
                <a16:creationId xmlns:a16="http://schemas.microsoft.com/office/drawing/2014/main" id="{EA3746B9-5F72-522A-5763-F88F1A895F0E}"/>
              </a:ext>
            </a:extLst>
          </p:cNvPr>
          <p:cNvGrpSpPr/>
          <p:nvPr/>
        </p:nvGrpSpPr>
        <p:grpSpPr>
          <a:xfrm>
            <a:off x="3730077" y="4519507"/>
            <a:ext cx="312112" cy="306904"/>
            <a:chOff x="2866317" y="3817357"/>
            <a:chExt cx="362920" cy="356865"/>
          </a:xfrm>
        </p:grpSpPr>
        <p:sp>
          <p:nvSpPr>
            <p:cNvPr id="3011" name="Google Shape;2947;p108">
              <a:extLst>
                <a:ext uri="{FF2B5EF4-FFF2-40B4-BE49-F238E27FC236}">
                  <a16:creationId xmlns:a16="http://schemas.microsoft.com/office/drawing/2014/main" id="{DF8B412D-0241-A306-844D-B6B4FE43354D}"/>
                </a:ext>
              </a:extLst>
            </p:cNvPr>
            <p:cNvSpPr/>
            <p:nvPr/>
          </p:nvSpPr>
          <p:spPr>
            <a:xfrm>
              <a:off x="2866317" y="3817357"/>
              <a:ext cx="356865" cy="356498"/>
            </a:xfrm>
            <a:custGeom>
              <a:avLst/>
              <a:gdLst/>
              <a:ahLst/>
              <a:cxnLst/>
              <a:rect l="l" t="t" r="r" b="b"/>
              <a:pathLst>
                <a:path w="13613" h="13599" extrusionOk="0">
                  <a:moveTo>
                    <a:pt x="6799" y="0"/>
                  </a:moveTo>
                  <a:cubicBezTo>
                    <a:pt x="3046" y="0"/>
                    <a:pt x="0" y="3046"/>
                    <a:pt x="0" y="6799"/>
                  </a:cubicBezTo>
                  <a:cubicBezTo>
                    <a:pt x="0" y="10552"/>
                    <a:pt x="3046" y="13598"/>
                    <a:pt x="6799" y="13598"/>
                  </a:cubicBezTo>
                  <a:cubicBezTo>
                    <a:pt x="10567" y="13598"/>
                    <a:pt x="13613" y="10552"/>
                    <a:pt x="13613" y="6799"/>
                  </a:cubicBezTo>
                  <a:cubicBezTo>
                    <a:pt x="13613" y="3046"/>
                    <a:pt x="10567" y="0"/>
                    <a:pt x="67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2948;p108">
              <a:extLst>
                <a:ext uri="{FF2B5EF4-FFF2-40B4-BE49-F238E27FC236}">
                  <a16:creationId xmlns:a16="http://schemas.microsoft.com/office/drawing/2014/main" id="{EBBDB076-C41E-C77F-1B57-A35FE809BDA6}"/>
                </a:ext>
              </a:extLst>
            </p:cNvPr>
            <p:cNvSpPr/>
            <p:nvPr/>
          </p:nvSpPr>
          <p:spPr>
            <a:xfrm>
              <a:off x="3021457" y="3817357"/>
              <a:ext cx="207780" cy="356576"/>
            </a:xfrm>
            <a:custGeom>
              <a:avLst/>
              <a:gdLst/>
              <a:ahLst/>
              <a:cxnLst/>
              <a:rect l="l" t="t" r="r" b="b"/>
              <a:pathLst>
                <a:path w="7926" h="13602" extrusionOk="0">
                  <a:moveTo>
                    <a:pt x="881" y="0"/>
                  </a:moveTo>
                  <a:cubicBezTo>
                    <a:pt x="593" y="0"/>
                    <a:pt x="290" y="15"/>
                    <a:pt x="1" y="58"/>
                  </a:cubicBezTo>
                  <a:cubicBezTo>
                    <a:pt x="3379" y="505"/>
                    <a:pt x="5919" y="3378"/>
                    <a:pt x="5919" y="6799"/>
                  </a:cubicBezTo>
                  <a:cubicBezTo>
                    <a:pt x="5919" y="10220"/>
                    <a:pt x="3379" y="13093"/>
                    <a:pt x="1" y="13541"/>
                  </a:cubicBezTo>
                  <a:cubicBezTo>
                    <a:pt x="306" y="13581"/>
                    <a:pt x="610" y="13601"/>
                    <a:pt x="909" y="13601"/>
                  </a:cubicBezTo>
                  <a:cubicBezTo>
                    <a:pt x="4431" y="13601"/>
                    <a:pt x="7440" y="10865"/>
                    <a:pt x="7666" y="7247"/>
                  </a:cubicBezTo>
                  <a:cubicBezTo>
                    <a:pt x="7926" y="3320"/>
                    <a:pt x="4822" y="0"/>
                    <a:pt x="88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2949;p108">
              <a:extLst>
                <a:ext uri="{FF2B5EF4-FFF2-40B4-BE49-F238E27FC236}">
                  <a16:creationId xmlns:a16="http://schemas.microsoft.com/office/drawing/2014/main" id="{442D4EAB-3FA7-4DFB-F7BC-1CF36A3F1A8F}"/>
                </a:ext>
              </a:extLst>
            </p:cNvPr>
            <p:cNvSpPr/>
            <p:nvPr/>
          </p:nvSpPr>
          <p:spPr>
            <a:xfrm>
              <a:off x="2928367" y="3894561"/>
              <a:ext cx="194175" cy="279662"/>
            </a:xfrm>
            <a:custGeom>
              <a:avLst/>
              <a:gdLst/>
              <a:ahLst/>
              <a:cxnLst/>
              <a:rect l="l" t="t" r="r" b="b"/>
              <a:pathLst>
                <a:path w="7407" h="10668" extrusionOk="0">
                  <a:moveTo>
                    <a:pt x="6208" y="0"/>
                  </a:moveTo>
                  <a:cubicBezTo>
                    <a:pt x="4086" y="14"/>
                    <a:pt x="2079" y="1732"/>
                    <a:pt x="2079" y="3854"/>
                  </a:cubicBezTo>
                  <a:lnTo>
                    <a:pt x="2079" y="4114"/>
                  </a:lnTo>
                  <a:cubicBezTo>
                    <a:pt x="2079" y="4129"/>
                    <a:pt x="2051" y="4157"/>
                    <a:pt x="2036" y="4157"/>
                  </a:cubicBezTo>
                  <a:lnTo>
                    <a:pt x="174" y="4157"/>
                  </a:lnTo>
                  <a:cubicBezTo>
                    <a:pt x="73" y="4157"/>
                    <a:pt x="1" y="4230"/>
                    <a:pt x="1" y="4331"/>
                  </a:cubicBezTo>
                  <a:lnTo>
                    <a:pt x="1" y="6048"/>
                  </a:lnTo>
                  <a:cubicBezTo>
                    <a:pt x="1" y="6149"/>
                    <a:pt x="73" y="6236"/>
                    <a:pt x="174" y="6236"/>
                  </a:cubicBezTo>
                  <a:lnTo>
                    <a:pt x="2036" y="6236"/>
                  </a:lnTo>
                  <a:cubicBezTo>
                    <a:pt x="2051" y="6236"/>
                    <a:pt x="2079" y="6251"/>
                    <a:pt x="2079" y="6279"/>
                  </a:cubicBezTo>
                  <a:lnTo>
                    <a:pt x="2079" y="10220"/>
                  </a:lnTo>
                  <a:cubicBezTo>
                    <a:pt x="2079" y="10235"/>
                    <a:pt x="2079" y="10249"/>
                    <a:pt x="2108" y="10264"/>
                  </a:cubicBezTo>
                  <a:cubicBezTo>
                    <a:pt x="2743" y="10495"/>
                    <a:pt x="3422" y="10624"/>
                    <a:pt x="4100" y="10668"/>
                  </a:cubicBezTo>
                  <a:cubicBezTo>
                    <a:pt x="4129" y="10668"/>
                    <a:pt x="4144" y="10639"/>
                    <a:pt x="4144" y="10624"/>
                  </a:cubicBezTo>
                  <a:lnTo>
                    <a:pt x="4144" y="6279"/>
                  </a:lnTo>
                  <a:cubicBezTo>
                    <a:pt x="4144" y="6251"/>
                    <a:pt x="4158" y="6236"/>
                    <a:pt x="4187" y="6236"/>
                  </a:cubicBezTo>
                  <a:lnTo>
                    <a:pt x="7218" y="6236"/>
                  </a:lnTo>
                  <a:cubicBezTo>
                    <a:pt x="7319" y="6236"/>
                    <a:pt x="7406" y="6149"/>
                    <a:pt x="7406" y="6048"/>
                  </a:cubicBezTo>
                  <a:lnTo>
                    <a:pt x="7406" y="4331"/>
                  </a:lnTo>
                  <a:cubicBezTo>
                    <a:pt x="7406" y="4230"/>
                    <a:pt x="7319" y="4143"/>
                    <a:pt x="7218" y="4143"/>
                  </a:cubicBezTo>
                  <a:lnTo>
                    <a:pt x="4187" y="4143"/>
                  </a:lnTo>
                  <a:cubicBezTo>
                    <a:pt x="4158" y="4143"/>
                    <a:pt x="4144" y="4129"/>
                    <a:pt x="4144" y="4100"/>
                  </a:cubicBezTo>
                  <a:lnTo>
                    <a:pt x="4144" y="3854"/>
                  </a:lnTo>
                  <a:cubicBezTo>
                    <a:pt x="4144" y="2714"/>
                    <a:pt x="5068" y="2079"/>
                    <a:pt x="6208" y="2079"/>
                  </a:cubicBezTo>
                  <a:lnTo>
                    <a:pt x="7218" y="2079"/>
                  </a:lnTo>
                  <a:cubicBezTo>
                    <a:pt x="7319" y="2079"/>
                    <a:pt x="7406" y="1992"/>
                    <a:pt x="7406" y="1891"/>
                  </a:cubicBezTo>
                  <a:lnTo>
                    <a:pt x="7406" y="173"/>
                  </a:lnTo>
                  <a:cubicBezTo>
                    <a:pt x="7406" y="72"/>
                    <a:pt x="7319" y="0"/>
                    <a:pt x="7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4" name="Google Shape;2950;p108">
            <a:extLst>
              <a:ext uri="{FF2B5EF4-FFF2-40B4-BE49-F238E27FC236}">
                <a16:creationId xmlns:a16="http://schemas.microsoft.com/office/drawing/2014/main" id="{E5E6AAF7-E88C-8AE7-C019-CBFC8C289AB5}"/>
              </a:ext>
            </a:extLst>
          </p:cNvPr>
          <p:cNvGrpSpPr/>
          <p:nvPr/>
        </p:nvGrpSpPr>
        <p:grpSpPr>
          <a:xfrm>
            <a:off x="4258610" y="4519507"/>
            <a:ext cx="312112" cy="306904"/>
            <a:chOff x="3314750" y="3817357"/>
            <a:chExt cx="362920" cy="356865"/>
          </a:xfrm>
        </p:grpSpPr>
        <p:sp>
          <p:nvSpPr>
            <p:cNvPr id="3015" name="Google Shape;2951;p108">
              <a:extLst>
                <a:ext uri="{FF2B5EF4-FFF2-40B4-BE49-F238E27FC236}">
                  <a16:creationId xmlns:a16="http://schemas.microsoft.com/office/drawing/2014/main" id="{632BE522-753B-B0FF-EE9A-E30B77FFF474}"/>
                </a:ext>
              </a:extLst>
            </p:cNvPr>
            <p:cNvSpPr/>
            <p:nvPr/>
          </p:nvSpPr>
          <p:spPr>
            <a:xfrm>
              <a:off x="3314750" y="3817357"/>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2952;p108">
              <a:extLst>
                <a:ext uri="{FF2B5EF4-FFF2-40B4-BE49-F238E27FC236}">
                  <a16:creationId xmlns:a16="http://schemas.microsoft.com/office/drawing/2014/main" id="{7ED9A0AA-F08F-7172-765D-103C4092985C}"/>
                </a:ext>
              </a:extLst>
            </p:cNvPr>
            <p:cNvSpPr/>
            <p:nvPr/>
          </p:nvSpPr>
          <p:spPr>
            <a:xfrm>
              <a:off x="3469891" y="3817357"/>
              <a:ext cx="207780" cy="356865"/>
            </a:xfrm>
            <a:custGeom>
              <a:avLst/>
              <a:gdLst/>
              <a:ahLst/>
              <a:cxnLst/>
              <a:rect l="l" t="t" r="r" b="b"/>
              <a:pathLst>
                <a:path w="7926" h="13613" extrusionOk="0">
                  <a:moveTo>
                    <a:pt x="881" y="0"/>
                  </a:moveTo>
                  <a:cubicBezTo>
                    <a:pt x="884" y="0"/>
                    <a:pt x="886" y="0"/>
                    <a:pt x="888" y="0"/>
                  </a:cubicBezTo>
                  <a:lnTo>
                    <a:pt x="888" y="0"/>
                  </a:lnTo>
                  <a:cubicBezTo>
                    <a:pt x="891" y="0"/>
                    <a:pt x="893" y="0"/>
                    <a:pt x="896" y="0"/>
                  </a:cubicBezTo>
                  <a:close/>
                  <a:moveTo>
                    <a:pt x="888" y="0"/>
                  </a:moveTo>
                  <a:lnTo>
                    <a:pt x="888" y="0"/>
                  </a:lnTo>
                  <a:cubicBezTo>
                    <a:pt x="588" y="0"/>
                    <a:pt x="301" y="15"/>
                    <a:pt x="1" y="58"/>
                  </a:cubicBezTo>
                  <a:cubicBezTo>
                    <a:pt x="3393" y="491"/>
                    <a:pt x="5934" y="3378"/>
                    <a:pt x="5934" y="6799"/>
                  </a:cubicBezTo>
                  <a:cubicBezTo>
                    <a:pt x="5934" y="10220"/>
                    <a:pt x="3393" y="13107"/>
                    <a:pt x="1" y="13555"/>
                  </a:cubicBezTo>
                  <a:cubicBezTo>
                    <a:pt x="299" y="13594"/>
                    <a:pt x="595" y="13612"/>
                    <a:pt x="887" y="13612"/>
                  </a:cubicBezTo>
                  <a:cubicBezTo>
                    <a:pt x="4418" y="13612"/>
                    <a:pt x="7441" y="10873"/>
                    <a:pt x="7680" y="7247"/>
                  </a:cubicBezTo>
                  <a:cubicBezTo>
                    <a:pt x="7926" y="3323"/>
                    <a:pt x="4826" y="4"/>
                    <a:pt x="88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2953;p108">
              <a:extLst>
                <a:ext uri="{FF2B5EF4-FFF2-40B4-BE49-F238E27FC236}">
                  <a16:creationId xmlns:a16="http://schemas.microsoft.com/office/drawing/2014/main" id="{7DA4C1F9-8876-6584-EB20-DEE39E969111}"/>
                </a:ext>
              </a:extLst>
            </p:cNvPr>
            <p:cNvSpPr/>
            <p:nvPr/>
          </p:nvSpPr>
          <p:spPr>
            <a:xfrm>
              <a:off x="3379082" y="3881296"/>
              <a:ext cx="228595" cy="228595"/>
            </a:xfrm>
            <a:custGeom>
              <a:avLst/>
              <a:gdLst/>
              <a:ahLst/>
              <a:cxnLst/>
              <a:rect l="l" t="t" r="r" b="b"/>
              <a:pathLst>
                <a:path w="8720" h="8720" extrusionOk="0">
                  <a:moveTo>
                    <a:pt x="6886" y="448"/>
                  </a:moveTo>
                  <a:cubicBezTo>
                    <a:pt x="7651" y="448"/>
                    <a:pt x="8272" y="1069"/>
                    <a:pt x="8272" y="1834"/>
                  </a:cubicBezTo>
                  <a:lnTo>
                    <a:pt x="8272" y="6872"/>
                  </a:lnTo>
                  <a:lnTo>
                    <a:pt x="8272" y="6886"/>
                  </a:lnTo>
                  <a:cubicBezTo>
                    <a:pt x="8272" y="7652"/>
                    <a:pt x="7651" y="8272"/>
                    <a:pt x="6872" y="8272"/>
                  </a:cubicBezTo>
                  <a:lnTo>
                    <a:pt x="1848" y="8272"/>
                  </a:lnTo>
                  <a:cubicBezTo>
                    <a:pt x="1069" y="8272"/>
                    <a:pt x="448" y="7652"/>
                    <a:pt x="448" y="6886"/>
                  </a:cubicBezTo>
                  <a:lnTo>
                    <a:pt x="448" y="1834"/>
                  </a:lnTo>
                  <a:cubicBezTo>
                    <a:pt x="448" y="1069"/>
                    <a:pt x="1069" y="448"/>
                    <a:pt x="1848" y="448"/>
                  </a:cubicBezTo>
                  <a:close/>
                  <a:moveTo>
                    <a:pt x="1848" y="1"/>
                  </a:moveTo>
                  <a:cubicBezTo>
                    <a:pt x="823" y="1"/>
                    <a:pt x="0" y="824"/>
                    <a:pt x="0" y="1834"/>
                  </a:cubicBezTo>
                  <a:lnTo>
                    <a:pt x="0" y="6872"/>
                  </a:lnTo>
                  <a:cubicBezTo>
                    <a:pt x="0" y="7897"/>
                    <a:pt x="823" y="8720"/>
                    <a:pt x="1848" y="8720"/>
                  </a:cubicBezTo>
                  <a:lnTo>
                    <a:pt x="6886" y="8720"/>
                  </a:lnTo>
                  <a:cubicBezTo>
                    <a:pt x="7897" y="8720"/>
                    <a:pt x="8719" y="7897"/>
                    <a:pt x="8719" y="6886"/>
                  </a:cubicBezTo>
                  <a:lnTo>
                    <a:pt x="8719" y="1834"/>
                  </a:lnTo>
                  <a:cubicBezTo>
                    <a:pt x="8719" y="824"/>
                    <a:pt x="7897" y="1"/>
                    <a:pt x="68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2954;p108">
              <a:extLst>
                <a:ext uri="{FF2B5EF4-FFF2-40B4-BE49-F238E27FC236}">
                  <a16:creationId xmlns:a16="http://schemas.microsoft.com/office/drawing/2014/main" id="{D86F4FF7-3383-6D15-F9FB-F7D1709D608A}"/>
                </a:ext>
              </a:extLst>
            </p:cNvPr>
            <p:cNvSpPr/>
            <p:nvPr/>
          </p:nvSpPr>
          <p:spPr>
            <a:xfrm>
              <a:off x="3412768" y="3935430"/>
              <a:ext cx="140408" cy="120274"/>
            </a:xfrm>
            <a:custGeom>
              <a:avLst/>
              <a:gdLst/>
              <a:ahLst/>
              <a:cxnLst/>
              <a:rect l="l" t="t" r="r" b="b"/>
              <a:pathLst>
                <a:path w="5356" h="4588" extrusionOk="0">
                  <a:moveTo>
                    <a:pt x="3063" y="447"/>
                  </a:moveTo>
                  <a:cubicBezTo>
                    <a:pt x="4013" y="447"/>
                    <a:pt x="4923" y="1183"/>
                    <a:pt x="4923" y="2295"/>
                  </a:cubicBezTo>
                  <a:cubicBezTo>
                    <a:pt x="4908" y="3320"/>
                    <a:pt x="4085" y="4143"/>
                    <a:pt x="3075" y="4143"/>
                  </a:cubicBezTo>
                  <a:cubicBezTo>
                    <a:pt x="1429" y="4143"/>
                    <a:pt x="592" y="2151"/>
                    <a:pt x="1761" y="996"/>
                  </a:cubicBezTo>
                  <a:cubicBezTo>
                    <a:pt x="2140" y="617"/>
                    <a:pt x="2606" y="447"/>
                    <a:pt x="3063" y="447"/>
                  </a:cubicBezTo>
                  <a:close/>
                  <a:moveTo>
                    <a:pt x="3075" y="0"/>
                  </a:moveTo>
                  <a:cubicBezTo>
                    <a:pt x="1025" y="0"/>
                    <a:pt x="0" y="2468"/>
                    <a:pt x="1444" y="3912"/>
                  </a:cubicBezTo>
                  <a:cubicBezTo>
                    <a:pt x="1910" y="4379"/>
                    <a:pt x="2484" y="4587"/>
                    <a:pt x="3047" y="4587"/>
                  </a:cubicBezTo>
                  <a:cubicBezTo>
                    <a:pt x="4225" y="4587"/>
                    <a:pt x="5356" y="3673"/>
                    <a:pt x="5356" y="2295"/>
                  </a:cubicBezTo>
                  <a:cubicBezTo>
                    <a:pt x="5356" y="1025"/>
                    <a:pt x="4331" y="0"/>
                    <a:pt x="30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2955;p108">
              <a:extLst>
                <a:ext uri="{FF2B5EF4-FFF2-40B4-BE49-F238E27FC236}">
                  <a16:creationId xmlns:a16="http://schemas.microsoft.com/office/drawing/2014/main" id="{1D4FBC17-F12C-708C-38B4-A29BE1C824F3}"/>
                </a:ext>
              </a:extLst>
            </p:cNvPr>
            <p:cNvSpPr/>
            <p:nvPr/>
          </p:nvSpPr>
          <p:spPr>
            <a:xfrm>
              <a:off x="3539518" y="3910447"/>
              <a:ext cx="31065" cy="31039"/>
            </a:xfrm>
            <a:custGeom>
              <a:avLst/>
              <a:gdLst/>
              <a:ahLst/>
              <a:cxnLst/>
              <a:rect l="l" t="t" r="r" b="b"/>
              <a:pathLst>
                <a:path w="1185" h="1184" extrusionOk="0">
                  <a:moveTo>
                    <a:pt x="593" y="0"/>
                  </a:moveTo>
                  <a:cubicBezTo>
                    <a:pt x="275" y="0"/>
                    <a:pt x="1" y="260"/>
                    <a:pt x="1" y="592"/>
                  </a:cubicBezTo>
                  <a:cubicBezTo>
                    <a:pt x="1" y="910"/>
                    <a:pt x="275" y="1184"/>
                    <a:pt x="593" y="1184"/>
                  </a:cubicBezTo>
                  <a:cubicBezTo>
                    <a:pt x="925" y="1184"/>
                    <a:pt x="1185" y="910"/>
                    <a:pt x="1185" y="592"/>
                  </a:cubicBezTo>
                  <a:cubicBezTo>
                    <a:pt x="1185" y="260"/>
                    <a:pt x="925" y="0"/>
                    <a:pt x="5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20" name="Google Shape;2956;p108">
            <a:extLst>
              <a:ext uri="{FF2B5EF4-FFF2-40B4-BE49-F238E27FC236}">
                <a16:creationId xmlns:a16="http://schemas.microsoft.com/office/drawing/2014/main" id="{C903759D-394F-8B82-BABD-32D89CC431BE}"/>
              </a:ext>
            </a:extLst>
          </p:cNvPr>
          <p:cNvGrpSpPr/>
          <p:nvPr/>
        </p:nvGrpSpPr>
        <p:grpSpPr>
          <a:xfrm>
            <a:off x="4787143" y="4519507"/>
            <a:ext cx="312450" cy="306656"/>
            <a:chOff x="3763184" y="3817357"/>
            <a:chExt cx="363314" cy="356576"/>
          </a:xfrm>
        </p:grpSpPr>
        <p:sp>
          <p:nvSpPr>
            <p:cNvPr id="3021" name="Google Shape;2957;p108">
              <a:extLst>
                <a:ext uri="{FF2B5EF4-FFF2-40B4-BE49-F238E27FC236}">
                  <a16:creationId xmlns:a16="http://schemas.microsoft.com/office/drawing/2014/main" id="{FA2EDB07-B457-0C97-F9FD-9B807535B4B3}"/>
                </a:ext>
              </a:extLst>
            </p:cNvPr>
            <p:cNvSpPr/>
            <p:nvPr/>
          </p:nvSpPr>
          <p:spPr>
            <a:xfrm>
              <a:off x="3763184" y="3817357"/>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2958;p108">
              <a:extLst>
                <a:ext uri="{FF2B5EF4-FFF2-40B4-BE49-F238E27FC236}">
                  <a16:creationId xmlns:a16="http://schemas.microsoft.com/office/drawing/2014/main" id="{2B11A314-6105-CAFE-D752-8024FDE3BF70}"/>
                </a:ext>
              </a:extLst>
            </p:cNvPr>
            <p:cNvSpPr/>
            <p:nvPr/>
          </p:nvSpPr>
          <p:spPr>
            <a:xfrm>
              <a:off x="3918324" y="3817357"/>
              <a:ext cx="208173" cy="356576"/>
            </a:xfrm>
            <a:custGeom>
              <a:avLst/>
              <a:gdLst/>
              <a:ahLst/>
              <a:cxnLst/>
              <a:rect l="l" t="t" r="r" b="b"/>
              <a:pathLst>
                <a:path w="7941" h="13602" extrusionOk="0">
                  <a:moveTo>
                    <a:pt x="896" y="0"/>
                  </a:moveTo>
                  <a:cubicBezTo>
                    <a:pt x="593" y="0"/>
                    <a:pt x="304" y="15"/>
                    <a:pt x="1" y="58"/>
                  </a:cubicBezTo>
                  <a:cubicBezTo>
                    <a:pt x="3393" y="505"/>
                    <a:pt x="5919" y="3378"/>
                    <a:pt x="5919" y="6799"/>
                  </a:cubicBezTo>
                  <a:cubicBezTo>
                    <a:pt x="5919" y="10220"/>
                    <a:pt x="3393" y="13093"/>
                    <a:pt x="1" y="13541"/>
                  </a:cubicBezTo>
                  <a:cubicBezTo>
                    <a:pt x="306" y="13581"/>
                    <a:pt x="610" y="13601"/>
                    <a:pt x="909" y="13601"/>
                  </a:cubicBezTo>
                  <a:cubicBezTo>
                    <a:pt x="4431" y="13601"/>
                    <a:pt x="7441" y="10865"/>
                    <a:pt x="7681" y="7247"/>
                  </a:cubicBezTo>
                  <a:cubicBezTo>
                    <a:pt x="7940" y="3320"/>
                    <a:pt x="4822" y="0"/>
                    <a:pt x="89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2959;p108">
              <a:extLst>
                <a:ext uri="{FF2B5EF4-FFF2-40B4-BE49-F238E27FC236}">
                  <a16:creationId xmlns:a16="http://schemas.microsoft.com/office/drawing/2014/main" id="{A9EA8985-C948-2EF8-B9B1-532F2CAA0C4B}"/>
                </a:ext>
              </a:extLst>
            </p:cNvPr>
            <p:cNvSpPr/>
            <p:nvPr/>
          </p:nvSpPr>
          <p:spPr>
            <a:xfrm>
              <a:off x="3848330" y="3964188"/>
              <a:ext cx="39375" cy="116945"/>
            </a:xfrm>
            <a:custGeom>
              <a:avLst/>
              <a:gdLst/>
              <a:ahLst/>
              <a:cxnLst/>
              <a:rect l="l" t="t" r="r" b="b"/>
              <a:pathLst>
                <a:path w="1502" h="4461" extrusionOk="0">
                  <a:moveTo>
                    <a:pt x="58" y="0"/>
                  </a:moveTo>
                  <a:cubicBezTo>
                    <a:pt x="29" y="0"/>
                    <a:pt x="0" y="29"/>
                    <a:pt x="0" y="58"/>
                  </a:cubicBezTo>
                  <a:lnTo>
                    <a:pt x="0" y="4403"/>
                  </a:lnTo>
                  <a:cubicBezTo>
                    <a:pt x="0" y="4432"/>
                    <a:pt x="29" y="4461"/>
                    <a:pt x="58" y="4461"/>
                  </a:cubicBezTo>
                  <a:lnTo>
                    <a:pt x="1444" y="4461"/>
                  </a:lnTo>
                  <a:cubicBezTo>
                    <a:pt x="1473" y="4461"/>
                    <a:pt x="1502" y="4446"/>
                    <a:pt x="1502" y="4403"/>
                  </a:cubicBezTo>
                  <a:lnTo>
                    <a:pt x="1502" y="58"/>
                  </a:lnTo>
                  <a:cubicBezTo>
                    <a:pt x="1502" y="29"/>
                    <a:pt x="1473" y="0"/>
                    <a:pt x="14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2960;p108">
              <a:extLst>
                <a:ext uri="{FF2B5EF4-FFF2-40B4-BE49-F238E27FC236}">
                  <a16:creationId xmlns:a16="http://schemas.microsoft.com/office/drawing/2014/main" id="{2032D318-F8F8-02EF-114B-E3AA7D992EE2}"/>
                </a:ext>
              </a:extLst>
            </p:cNvPr>
            <p:cNvSpPr/>
            <p:nvPr/>
          </p:nvSpPr>
          <p:spPr>
            <a:xfrm>
              <a:off x="3832418" y="3894403"/>
              <a:ext cx="55287" cy="47475"/>
            </a:xfrm>
            <a:custGeom>
              <a:avLst/>
              <a:gdLst/>
              <a:ahLst/>
              <a:cxnLst/>
              <a:rect l="l" t="t" r="r" b="b"/>
              <a:pathLst>
                <a:path w="2109" h="1811" extrusionOk="0">
                  <a:moveTo>
                    <a:pt x="1208" y="0"/>
                  </a:moveTo>
                  <a:cubicBezTo>
                    <a:pt x="987" y="0"/>
                    <a:pt x="761" y="83"/>
                    <a:pt x="578" y="266"/>
                  </a:cubicBezTo>
                  <a:cubicBezTo>
                    <a:pt x="1" y="829"/>
                    <a:pt x="405" y="1810"/>
                    <a:pt x="1214" y="1810"/>
                  </a:cubicBezTo>
                  <a:cubicBezTo>
                    <a:pt x="1704" y="1810"/>
                    <a:pt x="2109" y="1406"/>
                    <a:pt x="2109" y="901"/>
                  </a:cubicBezTo>
                  <a:cubicBezTo>
                    <a:pt x="2109" y="355"/>
                    <a:pt x="1668" y="0"/>
                    <a:pt x="12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2961;p108">
              <a:extLst>
                <a:ext uri="{FF2B5EF4-FFF2-40B4-BE49-F238E27FC236}">
                  <a16:creationId xmlns:a16="http://schemas.microsoft.com/office/drawing/2014/main" id="{146CB6BC-DFA0-6DCA-61CB-9983F1FACD7A}"/>
                </a:ext>
              </a:extLst>
            </p:cNvPr>
            <p:cNvSpPr/>
            <p:nvPr/>
          </p:nvSpPr>
          <p:spPr>
            <a:xfrm>
              <a:off x="3925901" y="3964161"/>
              <a:ext cx="124914" cy="117365"/>
            </a:xfrm>
            <a:custGeom>
              <a:avLst/>
              <a:gdLst/>
              <a:ahLst/>
              <a:cxnLst/>
              <a:rect l="l" t="t" r="r" b="b"/>
              <a:pathLst>
                <a:path w="4765" h="4477" extrusionOk="0">
                  <a:moveTo>
                    <a:pt x="2716" y="1"/>
                  </a:moveTo>
                  <a:cubicBezTo>
                    <a:pt x="2701" y="1"/>
                    <a:pt x="2686" y="1"/>
                    <a:pt x="2671" y="1"/>
                  </a:cubicBezTo>
                  <a:cubicBezTo>
                    <a:pt x="2180" y="1"/>
                    <a:pt x="1718" y="145"/>
                    <a:pt x="1314" y="434"/>
                  </a:cubicBezTo>
                  <a:cubicBezTo>
                    <a:pt x="1304" y="441"/>
                    <a:pt x="1294" y="444"/>
                    <a:pt x="1284" y="444"/>
                  </a:cubicBezTo>
                  <a:cubicBezTo>
                    <a:pt x="1248" y="444"/>
                    <a:pt x="1213" y="410"/>
                    <a:pt x="1213" y="376"/>
                  </a:cubicBezTo>
                  <a:lnTo>
                    <a:pt x="1213" y="59"/>
                  </a:lnTo>
                  <a:cubicBezTo>
                    <a:pt x="1213" y="30"/>
                    <a:pt x="1170" y="1"/>
                    <a:pt x="1141" y="1"/>
                  </a:cubicBezTo>
                  <a:lnTo>
                    <a:pt x="58" y="1"/>
                  </a:lnTo>
                  <a:cubicBezTo>
                    <a:pt x="29" y="1"/>
                    <a:pt x="1" y="30"/>
                    <a:pt x="1" y="59"/>
                  </a:cubicBezTo>
                  <a:lnTo>
                    <a:pt x="1" y="4389"/>
                  </a:lnTo>
                  <a:cubicBezTo>
                    <a:pt x="1" y="4433"/>
                    <a:pt x="29" y="4462"/>
                    <a:pt x="58" y="4462"/>
                  </a:cubicBezTo>
                  <a:lnTo>
                    <a:pt x="1430" y="4462"/>
                  </a:lnTo>
                  <a:cubicBezTo>
                    <a:pt x="1473" y="4462"/>
                    <a:pt x="1502" y="4433"/>
                    <a:pt x="1502" y="4389"/>
                  </a:cubicBezTo>
                  <a:lnTo>
                    <a:pt x="1502" y="2859"/>
                  </a:lnTo>
                  <a:cubicBezTo>
                    <a:pt x="1502" y="2354"/>
                    <a:pt x="1617" y="1502"/>
                    <a:pt x="2382" y="1502"/>
                  </a:cubicBezTo>
                  <a:cubicBezTo>
                    <a:pt x="3133" y="1502"/>
                    <a:pt x="3249" y="2354"/>
                    <a:pt x="3249" y="2859"/>
                  </a:cubicBezTo>
                  <a:lnTo>
                    <a:pt x="3249" y="4404"/>
                  </a:lnTo>
                  <a:cubicBezTo>
                    <a:pt x="3249" y="4433"/>
                    <a:pt x="3277" y="4462"/>
                    <a:pt x="3321" y="4462"/>
                  </a:cubicBezTo>
                  <a:lnTo>
                    <a:pt x="3321" y="4476"/>
                  </a:lnTo>
                  <a:lnTo>
                    <a:pt x="4692" y="4476"/>
                  </a:lnTo>
                  <a:cubicBezTo>
                    <a:pt x="4721" y="4476"/>
                    <a:pt x="4750" y="4433"/>
                    <a:pt x="4750" y="4404"/>
                  </a:cubicBezTo>
                  <a:lnTo>
                    <a:pt x="4750" y="2383"/>
                  </a:lnTo>
                  <a:cubicBezTo>
                    <a:pt x="4764" y="1806"/>
                    <a:pt x="4591" y="1243"/>
                    <a:pt x="4259" y="766"/>
                  </a:cubicBezTo>
                  <a:cubicBezTo>
                    <a:pt x="3893" y="287"/>
                    <a:pt x="3320" y="1"/>
                    <a:pt x="27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026" name="Picture 3025">
            <a:extLst>
              <a:ext uri="{FF2B5EF4-FFF2-40B4-BE49-F238E27FC236}">
                <a16:creationId xmlns:a16="http://schemas.microsoft.com/office/drawing/2014/main" id="{54C7F534-680D-6BD0-5761-ED137873A9A5}"/>
              </a:ext>
            </a:extLst>
          </p:cNvPr>
          <p:cNvPicPr>
            <a:picLocks noChangeAspect="1"/>
          </p:cNvPicPr>
          <p:nvPr/>
        </p:nvPicPr>
        <p:blipFill>
          <a:blip r:embed="rId8"/>
          <a:stretch>
            <a:fillRect/>
          </a:stretch>
        </p:blipFill>
        <p:spPr>
          <a:xfrm>
            <a:off x="6707103" y="4761506"/>
            <a:ext cx="1636303" cy="278811"/>
          </a:xfrm>
          <a:prstGeom prst="rect">
            <a:avLst/>
          </a:prstGeom>
        </p:spPr>
      </p:pic>
      <p:grpSp>
        <p:nvGrpSpPr>
          <p:cNvPr id="3027" name="Google Shape;4540;p112">
            <a:extLst>
              <a:ext uri="{FF2B5EF4-FFF2-40B4-BE49-F238E27FC236}">
                <a16:creationId xmlns:a16="http://schemas.microsoft.com/office/drawing/2014/main" id="{4A6F138E-C4BE-B5A6-6C92-4C2081738CC4}"/>
              </a:ext>
            </a:extLst>
          </p:cNvPr>
          <p:cNvGrpSpPr/>
          <p:nvPr/>
        </p:nvGrpSpPr>
        <p:grpSpPr>
          <a:xfrm>
            <a:off x="500658" y="2357247"/>
            <a:ext cx="1227776" cy="2571621"/>
            <a:chOff x="1946700" y="1320775"/>
            <a:chExt cx="1291275" cy="2889150"/>
          </a:xfrm>
        </p:grpSpPr>
        <p:sp>
          <p:nvSpPr>
            <p:cNvPr id="3028" name="Google Shape;4541;p112">
              <a:extLst>
                <a:ext uri="{FF2B5EF4-FFF2-40B4-BE49-F238E27FC236}">
                  <a16:creationId xmlns:a16="http://schemas.microsoft.com/office/drawing/2014/main" id="{A856B460-9A35-B85C-E648-7E873403F1BE}"/>
                </a:ext>
              </a:extLst>
            </p:cNvPr>
            <p:cNvSpPr/>
            <p:nvPr/>
          </p:nvSpPr>
          <p:spPr>
            <a:xfrm>
              <a:off x="2834725" y="3942275"/>
              <a:ext cx="175625" cy="217325"/>
            </a:xfrm>
            <a:custGeom>
              <a:avLst/>
              <a:gdLst/>
              <a:ahLst/>
              <a:cxnLst/>
              <a:rect l="l" t="t" r="r" b="b"/>
              <a:pathLst>
                <a:path w="7025" h="8693" extrusionOk="0">
                  <a:moveTo>
                    <a:pt x="6263" y="1"/>
                  </a:moveTo>
                  <a:lnTo>
                    <a:pt x="0" y="1453"/>
                  </a:lnTo>
                  <a:lnTo>
                    <a:pt x="1274" y="7109"/>
                  </a:lnTo>
                  <a:lnTo>
                    <a:pt x="5346" y="8692"/>
                  </a:lnTo>
                  <a:lnTo>
                    <a:pt x="7025" y="5799"/>
                  </a:lnTo>
                  <a:lnTo>
                    <a:pt x="6263" y="1"/>
                  </a:lnTo>
                  <a:close/>
                </a:path>
              </a:pathLst>
            </a:custGeom>
            <a:solidFill>
              <a:srgbClr val="FECA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4542;p112">
              <a:extLst>
                <a:ext uri="{FF2B5EF4-FFF2-40B4-BE49-F238E27FC236}">
                  <a16:creationId xmlns:a16="http://schemas.microsoft.com/office/drawing/2014/main" id="{B0603E26-47FF-C73A-2E25-C2E541E814BA}"/>
                </a:ext>
              </a:extLst>
            </p:cNvPr>
            <p:cNvSpPr/>
            <p:nvPr/>
          </p:nvSpPr>
          <p:spPr>
            <a:xfrm>
              <a:off x="2856150" y="4060150"/>
              <a:ext cx="381825" cy="149750"/>
            </a:xfrm>
            <a:custGeom>
              <a:avLst/>
              <a:gdLst/>
              <a:ahLst/>
              <a:cxnLst/>
              <a:rect l="l" t="t" r="r" b="b"/>
              <a:pathLst>
                <a:path w="15273" h="5990" extrusionOk="0">
                  <a:moveTo>
                    <a:pt x="5977" y="1"/>
                  </a:moveTo>
                  <a:lnTo>
                    <a:pt x="4298" y="2382"/>
                  </a:lnTo>
                  <a:lnTo>
                    <a:pt x="417" y="2382"/>
                  </a:lnTo>
                  <a:lnTo>
                    <a:pt x="0" y="5989"/>
                  </a:lnTo>
                  <a:lnTo>
                    <a:pt x="14633" y="5989"/>
                  </a:lnTo>
                  <a:cubicBezTo>
                    <a:pt x="14637" y="5990"/>
                    <a:pt x="14642" y="5990"/>
                    <a:pt x="14646" y="5990"/>
                  </a:cubicBezTo>
                  <a:cubicBezTo>
                    <a:pt x="15101" y="5990"/>
                    <a:pt x="15272" y="5356"/>
                    <a:pt x="14847" y="5144"/>
                  </a:cubicBezTo>
                  <a:lnTo>
                    <a:pt x="5977" y="1"/>
                  </a:lnTo>
                  <a:close/>
                </a:path>
              </a:pathLst>
            </a:custGeom>
            <a:solidFill>
              <a:srgbClr val="17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4543;p112">
              <a:extLst>
                <a:ext uri="{FF2B5EF4-FFF2-40B4-BE49-F238E27FC236}">
                  <a16:creationId xmlns:a16="http://schemas.microsoft.com/office/drawing/2014/main" id="{56700DFB-C8E0-8DDB-32D1-AB7C49D9A354}"/>
                </a:ext>
              </a:extLst>
            </p:cNvPr>
            <p:cNvSpPr/>
            <p:nvPr/>
          </p:nvSpPr>
          <p:spPr>
            <a:xfrm>
              <a:off x="2174500" y="3942275"/>
              <a:ext cx="184575" cy="217325"/>
            </a:xfrm>
            <a:custGeom>
              <a:avLst/>
              <a:gdLst/>
              <a:ahLst/>
              <a:cxnLst/>
              <a:rect l="l" t="t" r="r" b="b"/>
              <a:pathLst>
                <a:path w="7383" h="8693" extrusionOk="0">
                  <a:moveTo>
                    <a:pt x="1120" y="1"/>
                  </a:moveTo>
                  <a:lnTo>
                    <a:pt x="1" y="5799"/>
                  </a:lnTo>
                  <a:lnTo>
                    <a:pt x="1680" y="8692"/>
                  </a:lnTo>
                  <a:lnTo>
                    <a:pt x="5752" y="7109"/>
                  </a:lnTo>
                  <a:lnTo>
                    <a:pt x="7383" y="1453"/>
                  </a:lnTo>
                  <a:lnTo>
                    <a:pt x="1120" y="1"/>
                  </a:lnTo>
                  <a:close/>
                </a:path>
              </a:pathLst>
            </a:custGeom>
            <a:solidFill>
              <a:srgbClr val="FECA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4544;p112">
              <a:extLst>
                <a:ext uri="{FF2B5EF4-FFF2-40B4-BE49-F238E27FC236}">
                  <a16:creationId xmlns:a16="http://schemas.microsoft.com/office/drawing/2014/main" id="{596BA4F6-5515-EC27-9561-F133F5B7B8F3}"/>
                </a:ext>
              </a:extLst>
            </p:cNvPr>
            <p:cNvSpPr/>
            <p:nvPr/>
          </p:nvSpPr>
          <p:spPr>
            <a:xfrm>
              <a:off x="2852275" y="2223625"/>
              <a:ext cx="283700" cy="745050"/>
            </a:xfrm>
            <a:custGeom>
              <a:avLst/>
              <a:gdLst/>
              <a:ahLst/>
              <a:cxnLst/>
              <a:rect l="l" t="t" r="r" b="b"/>
              <a:pathLst>
                <a:path w="11348" h="29802" extrusionOk="0">
                  <a:moveTo>
                    <a:pt x="8299" y="0"/>
                  </a:moveTo>
                  <a:lnTo>
                    <a:pt x="1751" y="2477"/>
                  </a:lnTo>
                  <a:lnTo>
                    <a:pt x="3025" y="6691"/>
                  </a:lnTo>
                  <a:lnTo>
                    <a:pt x="3370" y="7811"/>
                  </a:lnTo>
                  <a:lnTo>
                    <a:pt x="0" y="13442"/>
                  </a:lnTo>
                  <a:lnTo>
                    <a:pt x="2382" y="29801"/>
                  </a:lnTo>
                  <a:lnTo>
                    <a:pt x="2953" y="22015"/>
                  </a:lnTo>
                  <a:cubicBezTo>
                    <a:pt x="2977" y="21634"/>
                    <a:pt x="3120" y="21277"/>
                    <a:pt x="3346" y="20979"/>
                  </a:cubicBezTo>
                  <a:lnTo>
                    <a:pt x="9990" y="12228"/>
                  </a:lnTo>
                  <a:cubicBezTo>
                    <a:pt x="11049" y="10835"/>
                    <a:pt x="11347" y="9013"/>
                    <a:pt x="10799" y="7346"/>
                  </a:cubicBezTo>
                  <a:lnTo>
                    <a:pt x="8716" y="1179"/>
                  </a:lnTo>
                  <a:lnTo>
                    <a:pt x="82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4545;p112">
              <a:extLst>
                <a:ext uri="{FF2B5EF4-FFF2-40B4-BE49-F238E27FC236}">
                  <a16:creationId xmlns:a16="http://schemas.microsoft.com/office/drawing/2014/main" id="{17D36403-5C08-5860-FE9A-9C409C9E37D8}"/>
                </a:ext>
              </a:extLst>
            </p:cNvPr>
            <p:cNvSpPr/>
            <p:nvPr/>
          </p:nvSpPr>
          <p:spPr>
            <a:xfrm>
              <a:off x="2165275" y="2669500"/>
              <a:ext cx="856400" cy="1360025"/>
            </a:xfrm>
            <a:custGeom>
              <a:avLst/>
              <a:gdLst/>
              <a:ahLst/>
              <a:cxnLst/>
              <a:rect l="l" t="t" r="r" b="b"/>
              <a:pathLst>
                <a:path w="34256" h="54401" extrusionOk="0">
                  <a:moveTo>
                    <a:pt x="28457" y="1"/>
                  </a:moveTo>
                  <a:lnTo>
                    <a:pt x="8049" y="298"/>
                  </a:lnTo>
                  <a:lnTo>
                    <a:pt x="7490" y="3954"/>
                  </a:lnTo>
                  <a:lnTo>
                    <a:pt x="1" y="52186"/>
                  </a:lnTo>
                  <a:lnTo>
                    <a:pt x="8049" y="54400"/>
                  </a:lnTo>
                  <a:lnTo>
                    <a:pt x="18301" y="19682"/>
                  </a:lnTo>
                  <a:lnTo>
                    <a:pt x="18336" y="19860"/>
                  </a:lnTo>
                  <a:lnTo>
                    <a:pt x="19908" y="26587"/>
                  </a:lnTo>
                  <a:lnTo>
                    <a:pt x="26218" y="53710"/>
                  </a:lnTo>
                  <a:lnTo>
                    <a:pt x="34255" y="52412"/>
                  </a:lnTo>
                  <a:lnTo>
                    <a:pt x="28683" y="1989"/>
                  </a:lnTo>
                  <a:lnTo>
                    <a:pt x="2845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4546;p112">
              <a:extLst>
                <a:ext uri="{FF2B5EF4-FFF2-40B4-BE49-F238E27FC236}">
                  <a16:creationId xmlns:a16="http://schemas.microsoft.com/office/drawing/2014/main" id="{DBB9A982-FCA5-AB58-F279-A5DE5FDDB0D1}"/>
                </a:ext>
              </a:extLst>
            </p:cNvPr>
            <p:cNvSpPr/>
            <p:nvPr/>
          </p:nvSpPr>
          <p:spPr>
            <a:xfrm>
              <a:off x="2352500" y="2669500"/>
              <a:ext cx="529850" cy="98850"/>
            </a:xfrm>
            <a:custGeom>
              <a:avLst/>
              <a:gdLst/>
              <a:ahLst/>
              <a:cxnLst/>
              <a:rect l="l" t="t" r="r" b="b"/>
              <a:pathLst>
                <a:path w="21194" h="3954" extrusionOk="0">
                  <a:moveTo>
                    <a:pt x="20968" y="1"/>
                  </a:moveTo>
                  <a:lnTo>
                    <a:pt x="560" y="298"/>
                  </a:lnTo>
                  <a:lnTo>
                    <a:pt x="299" y="1989"/>
                  </a:lnTo>
                  <a:lnTo>
                    <a:pt x="1" y="3954"/>
                  </a:lnTo>
                  <a:lnTo>
                    <a:pt x="21194" y="1989"/>
                  </a:lnTo>
                  <a:lnTo>
                    <a:pt x="21158" y="1656"/>
                  </a:lnTo>
                  <a:lnTo>
                    <a:pt x="2096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4547;p112">
              <a:extLst>
                <a:ext uri="{FF2B5EF4-FFF2-40B4-BE49-F238E27FC236}">
                  <a16:creationId xmlns:a16="http://schemas.microsoft.com/office/drawing/2014/main" id="{0C39ACD9-CF9F-4AA4-F85D-3BA2B8D8D65D}"/>
                </a:ext>
              </a:extLst>
            </p:cNvPr>
            <p:cNvSpPr/>
            <p:nvPr/>
          </p:nvSpPr>
          <p:spPr>
            <a:xfrm>
              <a:off x="2359950" y="2669800"/>
              <a:ext cx="521525" cy="51900"/>
            </a:xfrm>
            <a:custGeom>
              <a:avLst/>
              <a:gdLst/>
              <a:ahLst/>
              <a:cxnLst/>
              <a:rect l="l" t="t" r="r" b="b"/>
              <a:pathLst>
                <a:path w="20861" h="2076" extrusionOk="0">
                  <a:moveTo>
                    <a:pt x="20670" y="1"/>
                  </a:moveTo>
                  <a:lnTo>
                    <a:pt x="262" y="298"/>
                  </a:lnTo>
                  <a:lnTo>
                    <a:pt x="1" y="1977"/>
                  </a:lnTo>
                  <a:cubicBezTo>
                    <a:pt x="1445" y="2010"/>
                    <a:pt x="5031" y="2075"/>
                    <a:pt x="8915" y="2075"/>
                  </a:cubicBezTo>
                  <a:cubicBezTo>
                    <a:pt x="13485" y="2075"/>
                    <a:pt x="18466" y="1985"/>
                    <a:pt x="20860" y="1644"/>
                  </a:cubicBezTo>
                  <a:lnTo>
                    <a:pt x="2067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4548;p112">
              <a:extLst>
                <a:ext uri="{FF2B5EF4-FFF2-40B4-BE49-F238E27FC236}">
                  <a16:creationId xmlns:a16="http://schemas.microsoft.com/office/drawing/2014/main" id="{3C160798-D4EA-B172-3708-6256F64E1C13}"/>
                </a:ext>
              </a:extLst>
            </p:cNvPr>
            <p:cNvSpPr/>
            <p:nvPr/>
          </p:nvSpPr>
          <p:spPr>
            <a:xfrm>
              <a:off x="2159325" y="1796775"/>
              <a:ext cx="926625" cy="908875"/>
            </a:xfrm>
            <a:custGeom>
              <a:avLst/>
              <a:gdLst/>
              <a:ahLst/>
              <a:cxnLst/>
              <a:rect l="l" t="t" r="r" b="b"/>
              <a:pathLst>
                <a:path w="37065" h="36355" extrusionOk="0">
                  <a:moveTo>
                    <a:pt x="15669" y="1"/>
                  </a:moveTo>
                  <a:lnTo>
                    <a:pt x="15062" y="96"/>
                  </a:lnTo>
                  <a:lnTo>
                    <a:pt x="14324" y="215"/>
                  </a:lnTo>
                  <a:lnTo>
                    <a:pt x="12871" y="441"/>
                  </a:lnTo>
                  <a:cubicBezTo>
                    <a:pt x="11919" y="584"/>
                    <a:pt x="10990" y="858"/>
                    <a:pt x="10109" y="1239"/>
                  </a:cubicBezTo>
                  <a:cubicBezTo>
                    <a:pt x="9907" y="1322"/>
                    <a:pt x="9692" y="1418"/>
                    <a:pt x="9502" y="1513"/>
                  </a:cubicBezTo>
                  <a:cubicBezTo>
                    <a:pt x="8228" y="2144"/>
                    <a:pt x="7097" y="3001"/>
                    <a:pt x="6132" y="4049"/>
                  </a:cubicBezTo>
                  <a:cubicBezTo>
                    <a:pt x="5954" y="4239"/>
                    <a:pt x="5787" y="4442"/>
                    <a:pt x="5620" y="4656"/>
                  </a:cubicBezTo>
                  <a:cubicBezTo>
                    <a:pt x="5216" y="5156"/>
                    <a:pt x="4858" y="5704"/>
                    <a:pt x="4537" y="6275"/>
                  </a:cubicBezTo>
                  <a:cubicBezTo>
                    <a:pt x="4394" y="6537"/>
                    <a:pt x="4251" y="6823"/>
                    <a:pt x="4132" y="7097"/>
                  </a:cubicBezTo>
                  <a:lnTo>
                    <a:pt x="3930" y="7525"/>
                  </a:lnTo>
                  <a:lnTo>
                    <a:pt x="3001" y="9609"/>
                  </a:lnTo>
                  <a:lnTo>
                    <a:pt x="2727" y="10216"/>
                  </a:lnTo>
                  <a:lnTo>
                    <a:pt x="489" y="15181"/>
                  </a:lnTo>
                  <a:lnTo>
                    <a:pt x="215" y="15788"/>
                  </a:lnTo>
                  <a:lnTo>
                    <a:pt x="1" y="16265"/>
                  </a:lnTo>
                  <a:lnTo>
                    <a:pt x="3930" y="18551"/>
                  </a:lnTo>
                  <a:lnTo>
                    <a:pt x="4525" y="18896"/>
                  </a:lnTo>
                  <a:lnTo>
                    <a:pt x="7668" y="20729"/>
                  </a:lnTo>
                  <a:lnTo>
                    <a:pt x="8168" y="21027"/>
                  </a:lnTo>
                  <a:lnTo>
                    <a:pt x="8168" y="21349"/>
                  </a:lnTo>
                  <a:lnTo>
                    <a:pt x="8157" y="26302"/>
                  </a:lnTo>
                  <a:lnTo>
                    <a:pt x="8157" y="26909"/>
                  </a:lnTo>
                  <a:lnTo>
                    <a:pt x="8133" y="31862"/>
                  </a:lnTo>
                  <a:lnTo>
                    <a:pt x="8133" y="32469"/>
                  </a:lnTo>
                  <a:lnTo>
                    <a:pt x="8133" y="33648"/>
                  </a:lnTo>
                  <a:cubicBezTo>
                    <a:pt x="7680" y="34172"/>
                    <a:pt x="7406" y="34826"/>
                    <a:pt x="7335" y="35517"/>
                  </a:cubicBezTo>
                  <a:cubicBezTo>
                    <a:pt x="7323" y="35731"/>
                    <a:pt x="8145" y="35898"/>
                    <a:pt x="9490" y="36029"/>
                  </a:cubicBezTo>
                  <a:cubicBezTo>
                    <a:pt x="9681" y="36053"/>
                    <a:pt x="9883" y="36065"/>
                    <a:pt x="10097" y="36077"/>
                  </a:cubicBezTo>
                  <a:cubicBezTo>
                    <a:pt x="11443" y="36196"/>
                    <a:pt x="13169" y="36255"/>
                    <a:pt x="15050" y="36303"/>
                  </a:cubicBezTo>
                  <a:cubicBezTo>
                    <a:pt x="15253" y="36315"/>
                    <a:pt x="15455" y="36315"/>
                    <a:pt x="15657" y="36315"/>
                  </a:cubicBezTo>
                  <a:cubicBezTo>
                    <a:pt x="16863" y="36341"/>
                    <a:pt x="18122" y="36355"/>
                    <a:pt x="19369" y="36355"/>
                  </a:cubicBezTo>
                  <a:cubicBezTo>
                    <a:pt x="19785" y="36355"/>
                    <a:pt x="20200" y="36353"/>
                    <a:pt x="20610" y="36350"/>
                  </a:cubicBezTo>
                  <a:lnTo>
                    <a:pt x="21218" y="36350"/>
                  </a:lnTo>
                  <a:cubicBezTo>
                    <a:pt x="23016" y="36327"/>
                    <a:pt x="24730" y="36291"/>
                    <a:pt x="26183" y="36231"/>
                  </a:cubicBezTo>
                  <a:cubicBezTo>
                    <a:pt x="26385" y="36219"/>
                    <a:pt x="26587" y="36219"/>
                    <a:pt x="26790" y="36208"/>
                  </a:cubicBezTo>
                  <a:cubicBezTo>
                    <a:pt x="28873" y="36100"/>
                    <a:pt x="30278" y="35946"/>
                    <a:pt x="30338" y="35755"/>
                  </a:cubicBezTo>
                  <a:cubicBezTo>
                    <a:pt x="30564" y="34957"/>
                    <a:pt x="29731" y="34029"/>
                    <a:pt x="29731" y="34029"/>
                  </a:cubicBezTo>
                  <a:lnTo>
                    <a:pt x="29802" y="32469"/>
                  </a:lnTo>
                  <a:lnTo>
                    <a:pt x="29826" y="31862"/>
                  </a:lnTo>
                  <a:lnTo>
                    <a:pt x="30040" y="26909"/>
                  </a:lnTo>
                  <a:lnTo>
                    <a:pt x="30064" y="26302"/>
                  </a:lnTo>
                  <a:lnTo>
                    <a:pt x="30278" y="21349"/>
                  </a:lnTo>
                  <a:lnTo>
                    <a:pt x="30314" y="20741"/>
                  </a:lnTo>
                  <a:lnTo>
                    <a:pt x="30314" y="20706"/>
                  </a:lnTo>
                  <a:lnTo>
                    <a:pt x="31743" y="19860"/>
                  </a:lnTo>
                  <a:lnTo>
                    <a:pt x="32350" y="19503"/>
                  </a:lnTo>
                  <a:lnTo>
                    <a:pt x="37065" y="16681"/>
                  </a:lnTo>
                  <a:lnTo>
                    <a:pt x="36660" y="15788"/>
                  </a:lnTo>
                  <a:lnTo>
                    <a:pt x="36386" y="15181"/>
                  </a:lnTo>
                  <a:lnTo>
                    <a:pt x="34160" y="10228"/>
                  </a:lnTo>
                  <a:lnTo>
                    <a:pt x="33886" y="9621"/>
                  </a:lnTo>
                  <a:lnTo>
                    <a:pt x="32910" y="7442"/>
                  </a:lnTo>
                  <a:cubicBezTo>
                    <a:pt x="32743" y="7073"/>
                    <a:pt x="32552" y="6704"/>
                    <a:pt x="32350" y="6359"/>
                  </a:cubicBezTo>
                  <a:cubicBezTo>
                    <a:pt x="32160" y="6037"/>
                    <a:pt x="31957" y="5728"/>
                    <a:pt x="31743" y="5418"/>
                  </a:cubicBezTo>
                  <a:cubicBezTo>
                    <a:pt x="31552" y="5156"/>
                    <a:pt x="31350" y="4894"/>
                    <a:pt x="31136" y="4656"/>
                  </a:cubicBezTo>
                  <a:cubicBezTo>
                    <a:pt x="30957" y="4442"/>
                    <a:pt x="30766" y="4239"/>
                    <a:pt x="30576" y="4049"/>
                  </a:cubicBezTo>
                  <a:cubicBezTo>
                    <a:pt x="29493" y="2953"/>
                    <a:pt x="28207" y="2096"/>
                    <a:pt x="26790" y="1513"/>
                  </a:cubicBezTo>
                  <a:cubicBezTo>
                    <a:pt x="26587" y="1441"/>
                    <a:pt x="26385" y="1358"/>
                    <a:pt x="26183" y="1287"/>
                  </a:cubicBezTo>
                  <a:cubicBezTo>
                    <a:pt x="25540" y="1072"/>
                    <a:pt x="24885" y="906"/>
                    <a:pt x="24218" y="798"/>
                  </a:cubicBezTo>
                  <a:cubicBezTo>
                    <a:pt x="24135" y="786"/>
                    <a:pt x="24051" y="775"/>
                    <a:pt x="23980" y="763"/>
                  </a:cubicBezTo>
                  <a:lnTo>
                    <a:pt x="22718" y="584"/>
                  </a:lnTo>
                  <a:lnTo>
                    <a:pt x="21230" y="465"/>
                  </a:lnTo>
                  <a:lnTo>
                    <a:pt x="20622" y="405"/>
                  </a:lnTo>
                  <a:lnTo>
                    <a:pt x="156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4549;p112">
              <a:extLst>
                <a:ext uri="{FF2B5EF4-FFF2-40B4-BE49-F238E27FC236}">
                  <a16:creationId xmlns:a16="http://schemas.microsoft.com/office/drawing/2014/main" id="{A982881A-6695-5646-DAD4-6C1C4667A365}"/>
                </a:ext>
              </a:extLst>
            </p:cNvPr>
            <p:cNvSpPr/>
            <p:nvPr/>
          </p:nvSpPr>
          <p:spPr>
            <a:xfrm>
              <a:off x="2517400" y="1796775"/>
              <a:ext cx="247100" cy="117900"/>
            </a:xfrm>
            <a:custGeom>
              <a:avLst/>
              <a:gdLst/>
              <a:ahLst/>
              <a:cxnLst/>
              <a:rect l="l" t="t" r="r" b="b"/>
              <a:pathLst>
                <a:path w="9884" h="4716" extrusionOk="0">
                  <a:moveTo>
                    <a:pt x="1358" y="1"/>
                  </a:moveTo>
                  <a:lnTo>
                    <a:pt x="1" y="215"/>
                  </a:lnTo>
                  <a:cubicBezTo>
                    <a:pt x="322" y="1501"/>
                    <a:pt x="1561" y="4680"/>
                    <a:pt x="5728" y="4716"/>
                  </a:cubicBezTo>
                  <a:cubicBezTo>
                    <a:pt x="5743" y="4716"/>
                    <a:pt x="5759" y="4716"/>
                    <a:pt x="5775" y="4716"/>
                  </a:cubicBezTo>
                  <a:cubicBezTo>
                    <a:pt x="8313" y="4716"/>
                    <a:pt x="9422" y="2786"/>
                    <a:pt x="9883" y="798"/>
                  </a:cubicBezTo>
                  <a:cubicBezTo>
                    <a:pt x="9812" y="786"/>
                    <a:pt x="9728" y="775"/>
                    <a:pt x="9657" y="763"/>
                  </a:cubicBezTo>
                  <a:lnTo>
                    <a:pt x="8395" y="584"/>
                  </a:lnTo>
                  <a:lnTo>
                    <a:pt x="13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4550;p112">
              <a:extLst>
                <a:ext uri="{FF2B5EF4-FFF2-40B4-BE49-F238E27FC236}">
                  <a16:creationId xmlns:a16="http://schemas.microsoft.com/office/drawing/2014/main" id="{8A7903F4-7B5C-CD1B-AADE-58C23F567C8A}"/>
                </a:ext>
              </a:extLst>
            </p:cNvPr>
            <p:cNvSpPr/>
            <p:nvPr/>
          </p:nvSpPr>
          <p:spPr>
            <a:xfrm>
              <a:off x="2880550" y="2081275"/>
              <a:ext cx="18175" cy="206650"/>
            </a:xfrm>
            <a:custGeom>
              <a:avLst/>
              <a:gdLst/>
              <a:ahLst/>
              <a:cxnLst/>
              <a:rect l="l" t="t" r="r" b="b"/>
              <a:pathLst>
                <a:path w="727" h="8266" extrusionOk="0">
                  <a:moveTo>
                    <a:pt x="106" y="1"/>
                  </a:moveTo>
                  <a:cubicBezTo>
                    <a:pt x="99" y="1"/>
                    <a:pt x="92" y="1"/>
                    <a:pt x="84" y="3"/>
                  </a:cubicBezTo>
                  <a:cubicBezTo>
                    <a:pt x="36" y="3"/>
                    <a:pt x="1" y="51"/>
                    <a:pt x="1" y="98"/>
                  </a:cubicBezTo>
                  <a:lnTo>
                    <a:pt x="536" y="8183"/>
                  </a:lnTo>
                  <a:cubicBezTo>
                    <a:pt x="536" y="8230"/>
                    <a:pt x="584" y="8266"/>
                    <a:pt x="632" y="8266"/>
                  </a:cubicBezTo>
                  <a:cubicBezTo>
                    <a:pt x="679" y="8254"/>
                    <a:pt x="727" y="8218"/>
                    <a:pt x="715" y="8159"/>
                  </a:cubicBezTo>
                  <a:lnTo>
                    <a:pt x="191" y="86"/>
                  </a:lnTo>
                  <a:cubicBezTo>
                    <a:pt x="181" y="35"/>
                    <a:pt x="152" y="1"/>
                    <a:pt x="106" y="1"/>
                  </a:cubicBezTo>
                  <a:close/>
                </a:path>
              </a:pathLst>
            </a:custGeom>
            <a:solidFill>
              <a:srgbClr val="17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4551;p112">
              <a:extLst>
                <a:ext uri="{FF2B5EF4-FFF2-40B4-BE49-F238E27FC236}">
                  <a16:creationId xmlns:a16="http://schemas.microsoft.com/office/drawing/2014/main" id="{82320DFD-B040-7B27-0C48-4A249F1153A1}"/>
                </a:ext>
              </a:extLst>
            </p:cNvPr>
            <p:cNvSpPr/>
            <p:nvPr/>
          </p:nvSpPr>
          <p:spPr>
            <a:xfrm>
              <a:off x="2484075" y="1320775"/>
              <a:ext cx="398275" cy="395075"/>
            </a:xfrm>
            <a:custGeom>
              <a:avLst/>
              <a:gdLst/>
              <a:ahLst/>
              <a:cxnLst/>
              <a:rect l="l" t="t" r="r" b="b"/>
              <a:pathLst>
                <a:path w="15931" h="15803" extrusionOk="0">
                  <a:moveTo>
                    <a:pt x="12308" y="0"/>
                  </a:moveTo>
                  <a:cubicBezTo>
                    <a:pt x="11151" y="0"/>
                    <a:pt x="9826" y="919"/>
                    <a:pt x="7882" y="1872"/>
                  </a:cubicBezTo>
                  <a:cubicBezTo>
                    <a:pt x="4846" y="3360"/>
                    <a:pt x="2870" y="2396"/>
                    <a:pt x="1096" y="4587"/>
                  </a:cubicBezTo>
                  <a:cubicBezTo>
                    <a:pt x="0" y="5932"/>
                    <a:pt x="524" y="8218"/>
                    <a:pt x="1227" y="10111"/>
                  </a:cubicBezTo>
                  <a:cubicBezTo>
                    <a:pt x="1655" y="11266"/>
                    <a:pt x="2132" y="12266"/>
                    <a:pt x="2334" y="12802"/>
                  </a:cubicBezTo>
                  <a:lnTo>
                    <a:pt x="3870" y="15802"/>
                  </a:lnTo>
                  <a:cubicBezTo>
                    <a:pt x="3870" y="15802"/>
                    <a:pt x="4108" y="15778"/>
                    <a:pt x="4501" y="15731"/>
                  </a:cubicBezTo>
                  <a:cubicBezTo>
                    <a:pt x="6442" y="15516"/>
                    <a:pt x="12038" y="14754"/>
                    <a:pt x="12097" y="13469"/>
                  </a:cubicBezTo>
                  <a:cubicBezTo>
                    <a:pt x="12157" y="11909"/>
                    <a:pt x="12502" y="10504"/>
                    <a:pt x="13193" y="8849"/>
                  </a:cubicBezTo>
                  <a:cubicBezTo>
                    <a:pt x="13871" y="7206"/>
                    <a:pt x="13002" y="6253"/>
                    <a:pt x="13002" y="6253"/>
                  </a:cubicBezTo>
                  <a:cubicBezTo>
                    <a:pt x="13002" y="6253"/>
                    <a:pt x="15931" y="3074"/>
                    <a:pt x="14181" y="1027"/>
                  </a:cubicBezTo>
                  <a:cubicBezTo>
                    <a:pt x="13556" y="290"/>
                    <a:pt x="12958" y="0"/>
                    <a:pt x="12308" y="0"/>
                  </a:cubicBezTo>
                  <a:close/>
                </a:path>
              </a:pathLst>
            </a:custGeom>
            <a:solidFill>
              <a:srgbClr val="17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4552;p112">
              <a:extLst>
                <a:ext uri="{FF2B5EF4-FFF2-40B4-BE49-F238E27FC236}">
                  <a16:creationId xmlns:a16="http://schemas.microsoft.com/office/drawing/2014/main" id="{16779FAB-A7E5-0694-F1D8-485D359AF991}"/>
                </a:ext>
              </a:extLst>
            </p:cNvPr>
            <p:cNvSpPr/>
            <p:nvPr/>
          </p:nvSpPr>
          <p:spPr>
            <a:xfrm>
              <a:off x="2514725" y="1518775"/>
              <a:ext cx="94975" cy="197075"/>
            </a:xfrm>
            <a:custGeom>
              <a:avLst/>
              <a:gdLst/>
              <a:ahLst/>
              <a:cxnLst/>
              <a:rect l="l" t="t" r="r" b="b"/>
              <a:pathLst>
                <a:path w="3799" h="7883" extrusionOk="0">
                  <a:moveTo>
                    <a:pt x="2549" y="0"/>
                  </a:moveTo>
                  <a:cubicBezTo>
                    <a:pt x="2549" y="0"/>
                    <a:pt x="1501" y="1572"/>
                    <a:pt x="1" y="2191"/>
                  </a:cubicBezTo>
                  <a:cubicBezTo>
                    <a:pt x="429" y="3346"/>
                    <a:pt x="918" y="4346"/>
                    <a:pt x="1120" y="4882"/>
                  </a:cubicBezTo>
                  <a:lnTo>
                    <a:pt x="2644" y="7882"/>
                  </a:lnTo>
                  <a:cubicBezTo>
                    <a:pt x="2644" y="7882"/>
                    <a:pt x="2882" y="7858"/>
                    <a:pt x="3287" y="7811"/>
                  </a:cubicBezTo>
                  <a:lnTo>
                    <a:pt x="3799" y="7168"/>
                  </a:lnTo>
                  <a:lnTo>
                    <a:pt x="2549" y="0"/>
                  </a:lnTo>
                  <a:close/>
                </a:path>
              </a:pathLst>
            </a:custGeom>
            <a:solidFill>
              <a:srgbClr val="0D12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4553;p112">
              <a:extLst>
                <a:ext uri="{FF2B5EF4-FFF2-40B4-BE49-F238E27FC236}">
                  <a16:creationId xmlns:a16="http://schemas.microsoft.com/office/drawing/2014/main" id="{75138D2E-D8D2-B662-2A30-63805C4EFF86}"/>
                </a:ext>
              </a:extLst>
            </p:cNvPr>
            <p:cNvSpPr/>
            <p:nvPr/>
          </p:nvSpPr>
          <p:spPr>
            <a:xfrm>
              <a:off x="2551350" y="1640800"/>
              <a:ext cx="179375" cy="241825"/>
            </a:xfrm>
            <a:custGeom>
              <a:avLst/>
              <a:gdLst/>
              <a:ahLst/>
              <a:cxnLst/>
              <a:rect l="l" t="t" r="r" b="b"/>
              <a:pathLst>
                <a:path w="7175" h="9673" extrusionOk="0">
                  <a:moveTo>
                    <a:pt x="893" y="1"/>
                  </a:moveTo>
                  <a:lnTo>
                    <a:pt x="893" y="1"/>
                  </a:lnTo>
                  <a:cubicBezTo>
                    <a:pt x="1227" y="2525"/>
                    <a:pt x="893" y="6049"/>
                    <a:pt x="893" y="6049"/>
                  </a:cubicBezTo>
                  <a:lnTo>
                    <a:pt x="0" y="6240"/>
                  </a:lnTo>
                  <a:cubicBezTo>
                    <a:pt x="0" y="6240"/>
                    <a:pt x="750" y="9562"/>
                    <a:pt x="3965" y="9669"/>
                  </a:cubicBezTo>
                  <a:cubicBezTo>
                    <a:pt x="4028" y="9671"/>
                    <a:pt x="4090" y="9672"/>
                    <a:pt x="4151" y="9672"/>
                  </a:cubicBezTo>
                  <a:cubicBezTo>
                    <a:pt x="7174" y="9672"/>
                    <a:pt x="7037" y="6823"/>
                    <a:pt x="7037" y="6823"/>
                  </a:cubicBezTo>
                  <a:lnTo>
                    <a:pt x="6239" y="6537"/>
                  </a:lnTo>
                  <a:cubicBezTo>
                    <a:pt x="6239" y="6537"/>
                    <a:pt x="6168" y="4299"/>
                    <a:pt x="6882" y="3323"/>
                  </a:cubicBezTo>
                  <a:cubicBezTo>
                    <a:pt x="6930" y="3251"/>
                    <a:pt x="6977" y="3180"/>
                    <a:pt x="7037" y="3132"/>
                  </a:cubicBezTo>
                  <a:lnTo>
                    <a:pt x="8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4554;p112">
              <a:extLst>
                <a:ext uri="{FF2B5EF4-FFF2-40B4-BE49-F238E27FC236}">
                  <a16:creationId xmlns:a16="http://schemas.microsoft.com/office/drawing/2014/main" id="{9AEFF957-80AC-B7EE-F56D-8788B7627154}"/>
                </a:ext>
              </a:extLst>
            </p:cNvPr>
            <p:cNvSpPr/>
            <p:nvPr/>
          </p:nvSpPr>
          <p:spPr>
            <a:xfrm>
              <a:off x="2580800" y="1691700"/>
              <a:ext cx="142625" cy="112600"/>
            </a:xfrm>
            <a:custGeom>
              <a:avLst/>
              <a:gdLst/>
              <a:ahLst/>
              <a:cxnLst/>
              <a:rect l="l" t="t" r="r" b="b"/>
              <a:pathLst>
                <a:path w="5705" h="4504" extrusionOk="0">
                  <a:moveTo>
                    <a:pt x="1" y="1"/>
                  </a:moveTo>
                  <a:cubicBezTo>
                    <a:pt x="1" y="1"/>
                    <a:pt x="1080" y="4504"/>
                    <a:pt x="4912" y="4504"/>
                  </a:cubicBezTo>
                  <a:cubicBezTo>
                    <a:pt x="4961" y="4504"/>
                    <a:pt x="5011" y="4503"/>
                    <a:pt x="5061" y="4501"/>
                  </a:cubicBezTo>
                  <a:cubicBezTo>
                    <a:pt x="5061" y="4501"/>
                    <a:pt x="4978" y="2263"/>
                    <a:pt x="5704" y="1287"/>
                  </a:cubicBez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4555;p112">
              <a:extLst>
                <a:ext uri="{FF2B5EF4-FFF2-40B4-BE49-F238E27FC236}">
                  <a16:creationId xmlns:a16="http://schemas.microsoft.com/office/drawing/2014/main" id="{7AF8AA15-4147-4A88-3F75-B55670393BB4}"/>
                </a:ext>
              </a:extLst>
            </p:cNvPr>
            <p:cNvSpPr/>
            <p:nvPr/>
          </p:nvSpPr>
          <p:spPr>
            <a:xfrm>
              <a:off x="2492700" y="1496450"/>
              <a:ext cx="304225" cy="277950"/>
            </a:xfrm>
            <a:custGeom>
              <a:avLst/>
              <a:gdLst/>
              <a:ahLst/>
              <a:cxnLst/>
              <a:rect l="l" t="t" r="r" b="b"/>
              <a:pathLst>
                <a:path w="12169" h="11118" extrusionOk="0">
                  <a:moveTo>
                    <a:pt x="11347" y="0"/>
                  </a:moveTo>
                  <a:lnTo>
                    <a:pt x="11300" y="24"/>
                  </a:lnTo>
                  <a:cubicBezTo>
                    <a:pt x="9174" y="802"/>
                    <a:pt x="5988" y="908"/>
                    <a:pt x="4401" y="908"/>
                  </a:cubicBezTo>
                  <a:cubicBezTo>
                    <a:pt x="3801" y="908"/>
                    <a:pt x="3430" y="893"/>
                    <a:pt x="3430" y="893"/>
                  </a:cubicBezTo>
                  <a:lnTo>
                    <a:pt x="3430" y="4787"/>
                  </a:lnTo>
                  <a:cubicBezTo>
                    <a:pt x="3430" y="4961"/>
                    <a:pt x="3285" y="5072"/>
                    <a:pt x="3140" y="5072"/>
                  </a:cubicBezTo>
                  <a:cubicBezTo>
                    <a:pt x="3057" y="5072"/>
                    <a:pt x="2974" y="5036"/>
                    <a:pt x="2918" y="4953"/>
                  </a:cubicBezTo>
                  <a:cubicBezTo>
                    <a:pt x="2578" y="4471"/>
                    <a:pt x="2106" y="3978"/>
                    <a:pt x="1624" y="3978"/>
                  </a:cubicBezTo>
                  <a:cubicBezTo>
                    <a:pt x="1583" y="3978"/>
                    <a:pt x="1542" y="3981"/>
                    <a:pt x="1501" y="3989"/>
                  </a:cubicBezTo>
                  <a:cubicBezTo>
                    <a:pt x="513" y="4156"/>
                    <a:pt x="1" y="5668"/>
                    <a:pt x="1013" y="6668"/>
                  </a:cubicBezTo>
                  <a:cubicBezTo>
                    <a:pt x="1384" y="7026"/>
                    <a:pt x="1757" y="7140"/>
                    <a:pt x="2081" y="7140"/>
                  </a:cubicBezTo>
                  <a:cubicBezTo>
                    <a:pt x="2651" y="7140"/>
                    <a:pt x="3073" y="6787"/>
                    <a:pt x="3073" y="6787"/>
                  </a:cubicBezTo>
                  <a:cubicBezTo>
                    <a:pt x="3073" y="6787"/>
                    <a:pt x="3811" y="10775"/>
                    <a:pt x="7859" y="11097"/>
                  </a:cubicBezTo>
                  <a:cubicBezTo>
                    <a:pt x="8034" y="11111"/>
                    <a:pt x="8203" y="11117"/>
                    <a:pt x="8366" y="11117"/>
                  </a:cubicBezTo>
                  <a:cubicBezTo>
                    <a:pt x="10750" y="11117"/>
                    <a:pt x="11761" y="9675"/>
                    <a:pt x="12062" y="7680"/>
                  </a:cubicBezTo>
                  <a:cubicBezTo>
                    <a:pt x="12145" y="7132"/>
                    <a:pt x="12169" y="6584"/>
                    <a:pt x="12157" y="6037"/>
                  </a:cubicBezTo>
                  <a:cubicBezTo>
                    <a:pt x="12157" y="5465"/>
                    <a:pt x="12109" y="4894"/>
                    <a:pt x="12050" y="4322"/>
                  </a:cubicBezTo>
                  <a:cubicBezTo>
                    <a:pt x="11955" y="3501"/>
                    <a:pt x="12109" y="2513"/>
                    <a:pt x="12038" y="1643"/>
                  </a:cubicBezTo>
                  <a:cubicBezTo>
                    <a:pt x="11990" y="1012"/>
                    <a:pt x="11812" y="429"/>
                    <a:pt x="11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4556;p112">
              <a:extLst>
                <a:ext uri="{FF2B5EF4-FFF2-40B4-BE49-F238E27FC236}">
                  <a16:creationId xmlns:a16="http://schemas.microsoft.com/office/drawing/2014/main" id="{3889A30B-DB6B-AE6D-2696-3142943E5079}"/>
                </a:ext>
              </a:extLst>
            </p:cNvPr>
            <p:cNvSpPr/>
            <p:nvPr/>
          </p:nvSpPr>
          <p:spPr>
            <a:xfrm>
              <a:off x="2697800" y="2155150"/>
              <a:ext cx="258975" cy="318525"/>
            </a:xfrm>
            <a:custGeom>
              <a:avLst/>
              <a:gdLst/>
              <a:ahLst/>
              <a:cxnLst/>
              <a:rect l="l" t="t" r="r" b="b"/>
              <a:pathLst>
                <a:path w="10359" h="12741" extrusionOk="0">
                  <a:moveTo>
                    <a:pt x="3584" y="1"/>
                  </a:moveTo>
                  <a:cubicBezTo>
                    <a:pt x="2953" y="25"/>
                    <a:pt x="2405" y="477"/>
                    <a:pt x="2262" y="1096"/>
                  </a:cubicBezTo>
                  <a:lnTo>
                    <a:pt x="119" y="11645"/>
                  </a:lnTo>
                  <a:cubicBezTo>
                    <a:pt x="0" y="12252"/>
                    <a:pt x="393" y="12740"/>
                    <a:pt x="1000" y="12740"/>
                  </a:cubicBezTo>
                  <a:lnTo>
                    <a:pt x="6049" y="12740"/>
                  </a:lnTo>
                  <a:cubicBezTo>
                    <a:pt x="6691" y="12717"/>
                    <a:pt x="7227" y="12264"/>
                    <a:pt x="7370" y="11645"/>
                  </a:cubicBezTo>
                  <a:lnTo>
                    <a:pt x="10240" y="1096"/>
                  </a:lnTo>
                  <a:cubicBezTo>
                    <a:pt x="10359" y="489"/>
                    <a:pt x="9966" y="1"/>
                    <a:pt x="93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4557;p112">
              <a:extLst>
                <a:ext uri="{FF2B5EF4-FFF2-40B4-BE49-F238E27FC236}">
                  <a16:creationId xmlns:a16="http://schemas.microsoft.com/office/drawing/2014/main" id="{382032B6-6264-654A-7DAD-3823523C69F2}"/>
                </a:ext>
              </a:extLst>
            </p:cNvPr>
            <p:cNvSpPr/>
            <p:nvPr/>
          </p:nvSpPr>
          <p:spPr>
            <a:xfrm>
              <a:off x="2715950" y="2166475"/>
              <a:ext cx="240825" cy="318500"/>
            </a:xfrm>
            <a:custGeom>
              <a:avLst/>
              <a:gdLst/>
              <a:ahLst/>
              <a:cxnLst/>
              <a:rect l="l" t="t" r="r" b="b"/>
              <a:pathLst>
                <a:path w="9633" h="12740" extrusionOk="0">
                  <a:moveTo>
                    <a:pt x="3584" y="0"/>
                  </a:moveTo>
                  <a:cubicBezTo>
                    <a:pt x="2941" y="24"/>
                    <a:pt x="2405" y="476"/>
                    <a:pt x="2263" y="1096"/>
                  </a:cubicBezTo>
                  <a:lnTo>
                    <a:pt x="119" y="11644"/>
                  </a:lnTo>
                  <a:cubicBezTo>
                    <a:pt x="0" y="12252"/>
                    <a:pt x="393" y="12740"/>
                    <a:pt x="1001" y="12740"/>
                  </a:cubicBezTo>
                  <a:lnTo>
                    <a:pt x="6049" y="12740"/>
                  </a:lnTo>
                  <a:cubicBezTo>
                    <a:pt x="6680" y="12716"/>
                    <a:pt x="7228" y="12264"/>
                    <a:pt x="7370" y="11644"/>
                  </a:cubicBezTo>
                  <a:lnTo>
                    <a:pt x="9514" y="1096"/>
                  </a:lnTo>
                  <a:cubicBezTo>
                    <a:pt x="9633" y="488"/>
                    <a:pt x="9240" y="0"/>
                    <a:pt x="86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4558;p112">
              <a:extLst>
                <a:ext uri="{FF2B5EF4-FFF2-40B4-BE49-F238E27FC236}">
                  <a16:creationId xmlns:a16="http://schemas.microsoft.com/office/drawing/2014/main" id="{73B17268-6EAB-85F4-DEAD-9D898FF133FB}"/>
                </a:ext>
              </a:extLst>
            </p:cNvPr>
            <p:cNvSpPr/>
            <p:nvPr/>
          </p:nvSpPr>
          <p:spPr>
            <a:xfrm>
              <a:off x="2052475" y="2209625"/>
              <a:ext cx="820950" cy="362875"/>
            </a:xfrm>
            <a:custGeom>
              <a:avLst/>
              <a:gdLst/>
              <a:ahLst/>
              <a:cxnLst/>
              <a:rect l="l" t="t" r="r" b="b"/>
              <a:pathLst>
                <a:path w="32838" h="14515" extrusionOk="0">
                  <a:moveTo>
                    <a:pt x="4703" y="1"/>
                  </a:moveTo>
                  <a:lnTo>
                    <a:pt x="3941" y="1656"/>
                  </a:lnTo>
                  <a:lnTo>
                    <a:pt x="1751" y="6394"/>
                  </a:lnTo>
                  <a:cubicBezTo>
                    <a:pt x="0" y="10180"/>
                    <a:pt x="2763" y="14514"/>
                    <a:pt x="6942" y="14514"/>
                  </a:cubicBezTo>
                  <a:cubicBezTo>
                    <a:pt x="7335" y="14514"/>
                    <a:pt x="7739" y="14479"/>
                    <a:pt x="8132" y="14395"/>
                  </a:cubicBezTo>
                  <a:lnTo>
                    <a:pt x="23313" y="11192"/>
                  </a:lnTo>
                  <a:cubicBezTo>
                    <a:pt x="23313" y="11192"/>
                    <a:pt x="25212" y="12816"/>
                    <a:pt x="27297" y="12816"/>
                  </a:cubicBezTo>
                  <a:cubicBezTo>
                    <a:pt x="27547" y="12816"/>
                    <a:pt x="27799" y="12793"/>
                    <a:pt x="28052" y="12740"/>
                  </a:cubicBezTo>
                  <a:cubicBezTo>
                    <a:pt x="30409" y="12264"/>
                    <a:pt x="30111" y="10847"/>
                    <a:pt x="30111" y="10847"/>
                  </a:cubicBezTo>
                  <a:cubicBezTo>
                    <a:pt x="30111" y="10847"/>
                    <a:pt x="31350" y="9930"/>
                    <a:pt x="31350" y="8883"/>
                  </a:cubicBezTo>
                  <a:cubicBezTo>
                    <a:pt x="32838" y="8156"/>
                    <a:pt x="32802" y="7025"/>
                    <a:pt x="31862" y="6882"/>
                  </a:cubicBezTo>
                  <a:cubicBezTo>
                    <a:pt x="31783" y="6871"/>
                    <a:pt x="31695" y="6866"/>
                    <a:pt x="31599" y="6866"/>
                  </a:cubicBezTo>
                  <a:cubicBezTo>
                    <a:pt x="30998" y="6866"/>
                    <a:pt x="30066" y="7062"/>
                    <a:pt x="29046" y="7062"/>
                  </a:cubicBezTo>
                  <a:cubicBezTo>
                    <a:pt x="28242" y="7062"/>
                    <a:pt x="27382" y="6940"/>
                    <a:pt x="26587" y="6501"/>
                  </a:cubicBezTo>
                  <a:cubicBezTo>
                    <a:pt x="27135" y="5799"/>
                    <a:pt x="27837" y="3953"/>
                    <a:pt x="27194" y="3549"/>
                  </a:cubicBezTo>
                  <a:cubicBezTo>
                    <a:pt x="27009" y="3430"/>
                    <a:pt x="26852" y="3368"/>
                    <a:pt x="26702" y="3368"/>
                  </a:cubicBezTo>
                  <a:cubicBezTo>
                    <a:pt x="26344" y="3368"/>
                    <a:pt x="26027" y="3721"/>
                    <a:pt x="25456" y="4477"/>
                  </a:cubicBezTo>
                  <a:cubicBezTo>
                    <a:pt x="24646" y="5549"/>
                    <a:pt x="23384" y="6418"/>
                    <a:pt x="23384" y="6418"/>
                  </a:cubicBezTo>
                  <a:lnTo>
                    <a:pt x="11085" y="6859"/>
                  </a:lnTo>
                  <a:lnTo>
                    <a:pt x="11895" y="5466"/>
                  </a:lnTo>
                  <a:lnTo>
                    <a:pt x="12442" y="4513"/>
                  </a:lnTo>
                  <a:lnTo>
                    <a:pt x="470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4559;p112">
              <a:extLst>
                <a:ext uri="{FF2B5EF4-FFF2-40B4-BE49-F238E27FC236}">
                  <a16:creationId xmlns:a16="http://schemas.microsoft.com/office/drawing/2014/main" id="{332D4713-3FA9-9860-204A-862C63A57381}"/>
                </a:ext>
              </a:extLst>
            </p:cNvPr>
            <p:cNvSpPr/>
            <p:nvPr/>
          </p:nvSpPr>
          <p:spPr>
            <a:xfrm>
              <a:off x="2708150" y="2417225"/>
              <a:ext cx="131050" cy="22525"/>
            </a:xfrm>
            <a:custGeom>
              <a:avLst/>
              <a:gdLst/>
              <a:ahLst/>
              <a:cxnLst/>
              <a:rect l="l" t="t" r="r" b="b"/>
              <a:pathLst>
                <a:path w="5242" h="901" extrusionOk="0">
                  <a:moveTo>
                    <a:pt x="132" y="0"/>
                  </a:moveTo>
                  <a:cubicBezTo>
                    <a:pt x="54" y="0"/>
                    <a:pt x="1" y="88"/>
                    <a:pt x="62" y="150"/>
                  </a:cubicBezTo>
                  <a:cubicBezTo>
                    <a:pt x="658" y="543"/>
                    <a:pt x="2277" y="900"/>
                    <a:pt x="3634" y="900"/>
                  </a:cubicBezTo>
                  <a:cubicBezTo>
                    <a:pt x="4241" y="900"/>
                    <a:pt x="4789" y="829"/>
                    <a:pt x="5170" y="674"/>
                  </a:cubicBezTo>
                  <a:cubicBezTo>
                    <a:pt x="5218" y="650"/>
                    <a:pt x="5242" y="591"/>
                    <a:pt x="5218" y="555"/>
                  </a:cubicBezTo>
                  <a:cubicBezTo>
                    <a:pt x="5200" y="520"/>
                    <a:pt x="5170" y="498"/>
                    <a:pt x="5137" y="498"/>
                  </a:cubicBezTo>
                  <a:cubicBezTo>
                    <a:pt x="5124" y="498"/>
                    <a:pt x="5111" y="501"/>
                    <a:pt x="5099" y="507"/>
                  </a:cubicBezTo>
                  <a:cubicBezTo>
                    <a:pt x="4747" y="658"/>
                    <a:pt x="4234" y="721"/>
                    <a:pt x="3665" y="721"/>
                  </a:cubicBezTo>
                  <a:cubicBezTo>
                    <a:pt x="2347" y="721"/>
                    <a:pt x="735" y="382"/>
                    <a:pt x="170" y="7"/>
                  </a:cubicBezTo>
                  <a:cubicBezTo>
                    <a:pt x="157" y="2"/>
                    <a:pt x="144" y="0"/>
                    <a:pt x="13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4560;p112">
              <a:extLst>
                <a:ext uri="{FF2B5EF4-FFF2-40B4-BE49-F238E27FC236}">
                  <a16:creationId xmlns:a16="http://schemas.microsoft.com/office/drawing/2014/main" id="{7D72CB76-6539-16AA-B419-E94761DEB385}"/>
                </a:ext>
              </a:extLst>
            </p:cNvPr>
            <p:cNvSpPr/>
            <p:nvPr/>
          </p:nvSpPr>
          <p:spPr>
            <a:xfrm>
              <a:off x="2689675" y="2460325"/>
              <a:ext cx="117975" cy="27350"/>
            </a:xfrm>
            <a:custGeom>
              <a:avLst/>
              <a:gdLst/>
              <a:ahLst/>
              <a:cxnLst/>
              <a:rect l="l" t="t" r="r" b="b"/>
              <a:pathLst>
                <a:path w="4719" h="1094" extrusionOk="0">
                  <a:moveTo>
                    <a:pt x="127" y="0"/>
                  </a:moveTo>
                  <a:cubicBezTo>
                    <a:pt x="59" y="0"/>
                    <a:pt x="0" y="90"/>
                    <a:pt x="63" y="152"/>
                  </a:cubicBezTo>
                  <a:cubicBezTo>
                    <a:pt x="682" y="772"/>
                    <a:pt x="1706" y="1093"/>
                    <a:pt x="2956" y="1093"/>
                  </a:cubicBezTo>
                  <a:cubicBezTo>
                    <a:pt x="3516" y="1081"/>
                    <a:pt x="4088" y="1022"/>
                    <a:pt x="4635" y="914"/>
                  </a:cubicBezTo>
                  <a:cubicBezTo>
                    <a:pt x="4683" y="903"/>
                    <a:pt x="4719" y="855"/>
                    <a:pt x="4707" y="807"/>
                  </a:cubicBezTo>
                  <a:cubicBezTo>
                    <a:pt x="4696" y="766"/>
                    <a:pt x="4659" y="734"/>
                    <a:pt x="4618" y="734"/>
                  </a:cubicBezTo>
                  <a:cubicBezTo>
                    <a:pt x="4612" y="734"/>
                    <a:pt x="4606" y="734"/>
                    <a:pt x="4599" y="736"/>
                  </a:cubicBezTo>
                  <a:cubicBezTo>
                    <a:pt x="4090" y="838"/>
                    <a:pt x="3529" y="900"/>
                    <a:pt x="2970" y="900"/>
                  </a:cubicBezTo>
                  <a:cubicBezTo>
                    <a:pt x="1897" y="900"/>
                    <a:pt x="837" y="668"/>
                    <a:pt x="194" y="33"/>
                  </a:cubicBezTo>
                  <a:cubicBezTo>
                    <a:pt x="174" y="10"/>
                    <a:pt x="150" y="0"/>
                    <a:pt x="1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4561;p112">
              <a:extLst>
                <a:ext uri="{FF2B5EF4-FFF2-40B4-BE49-F238E27FC236}">
                  <a16:creationId xmlns:a16="http://schemas.microsoft.com/office/drawing/2014/main" id="{F83800A3-5794-5191-6363-9FE3874884C2}"/>
                </a:ext>
              </a:extLst>
            </p:cNvPr>
            <p:cNvSpPr/>
            <p:nvPr/>
          </p:nvSpPr>
          <p:spPr>
            <a:xfrm>
              <a:off x="2778500" y="2201575"/>
              <a:ext cx="42200" cy="79825"/>
            </a:xfrm>
            <a:custGeom>
              <a:avLst/>
              <a:gdLst/>
              <a:ahLst/>
              <a:cxnLst/>
              <a:rect l="l" t="t" r="r" b="b"/>
              <a:pathLst>
                <a:path w="1688" h="3193" extrusionOk="0">
                  <a:moveTo>
                    <a:pt x="1172" y="1"/>
                  </a:moveTo>
                  <a:cubicBezTo>
                    <a:pt x="1166" y="1"/>
                    <a:pt x="1160" y="1"/>
                    <a:pt x="1154" y="1"/>
                  </a:cubicBezTo>
                  <a:cubicBezTo>
                    <a:pt x="820" y="13"/>
                    <a:pt x="535" y="251"/>
                    <a:pt x="475" y="573"/>
                  </a:cubicBezTo>
                  <a:lnTo>
                    <a:pt x="70" y="2621"/>
                  </a:lnTo>
                  <a:cubicBezTo>
                    <a:pt x="0" y="2912"/>
                    <a:pt x="216" y="3192"/>
                    <a:pt x="516" y="3192"/>
                  </a:cubicBezTo>
                  <a:cubicBezTo>
                    <a:pt x="522" y="3192"/>
                    <a:pt x="528" y="3192"/>
                    <a:pt x="535" y="3192"/>
                  </a:cubicBezTo>
                  <a:cubicBezTo>
                    <a:pt x="856" y="3180"/>
                    <a:pt x="1130" y="2942"/>
                    <a:pt x="1201" y="2632"/>
                  </a:cubicBezTo>
                  <a:lnTo>
                    <a:pt x="1606" y="573"/>
                  </a:lnTo>
                  <a:cubicBezTo>
                    <a:pt x="1688" y="281"/>
                    <a:pt x="1461" y="1"/>
                    <a:pt x="11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4562;p112">
              <a:extLst>
                <a:ext uri="{FF2B5EF4-FFF2-40B4-BE49-F238E27FC236}">
                  <a16:creationId xmlns:a16="http://schemas.microsoft.com/office/drawing/2014/main" id="{7779E022-41E5-BE6E-B02A-04BB02B98A53}"/>
                </a:ext>
              </a:extLst>
            </p:cNvPr>
            <p:cNvSpPr/>
            <p:nvPr/>
          </p:nvSpPr>
          <p:spPr>
            <a:xfrm>
              <a:off x="2224825" y="2378700"/>
              <a:ext cx="108350" cy="4775"/>
            </a:xfrm>
            <a:custGeom>
              <a:avLst/>
              <a:gdLst/>
              <a:ahLst/>
              <a:cxnLst/>
              <a:rect l="l" t="t" r="r" b="b"/>
              <a:pathLst>
                <a:path w="4334" h="191" extrusionOk="0">
                  <a:moveTo>
                    <a:pt x="119" y="0"/>
                  </a:moveTo>
                  <a:cubicBezTo>
                    <a:pt x="0" y="0"/>
                    <a:pt x="0" y="191"/>
                    <a:pt x="119" y="191"/>
                  </a:cubicBezTo>
                  <a:lnTo>
                    <a:pt x="4203" y="191"/>
                  </a:lnTo>
                  <a:cubicBezTo>
                    <a:pt x="4334" y="191"/>
                    <a:pt x="4334" y="0"/>
                    <a:pt x="42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4563;p112">
              <a:extLst>
                <a:ext uri="{FF2B5EF4-FFF2-40B4-BE49-F238E27FC236}">
                  <a16:creationId xmlns:a16="http://schemas.microsoft.com/office/drawing/2014/main" id="{7A822DF7-97D8-3F88-F1E7-6E94981B2D53}"/>
                </a:ext>
              </a:extLst>
            </p:cNvPr>
            <p:cNvSpPr/>
            <p:nvPr/>
          </p:nvSpPr>
          <p:spPr>
            <a:xfrm>
              <a:off x="2933825" y="2350675"/>
              <a:ext cx="59275" cy="70600"/>
            </a:xfrm>
            <a:custGeom>
              <a:avLst/>
              <a:gdLst/>
              <a:ahLst/>
              <a:cxnLst/>
              <a:rect l="l" t="t" r="r" b="b"/>
              <a:pathLst>
                <a:path w="2371" h="2824" extrusionOk="0">
                  <a:moveTo>
                    <a:pt x="2269" y="1"/>
                  </a:moveTo>
                  <a:cubicBezTo>
                    <a:pt x="2245" y="1"/>
                    <a:pt x="2223" y="12"/>
                    <a:pt x="2203" y="38"/>
                  </a:cubicBezTo>
                  <a:lnTo>
                    <a:pt x="37" y="2681"/>
                  </a:lnTo>
                  <a:cubicBezTo>
                    <a:pt x="1" y="2717"/>
                    <a:pt x="13" y="2776"/>
                    <a:pt x="48" y="2800"/>
                  </a:cubicBezTo>
                  <a:cubicBezTo>
                    <a:pt x="60" y="2824"/>
                    <a:pt x="84" y="2824"/>
                    <a:pt x="108" y="2824"/>
                  </a:cubicBezTo>
                  <a:cubicBezTo>
                    <a:pt x="132" y="2824"/>
                    <a:pt x="156" y="2812"/>
                    <a:pt x="179" y="2800"/>
                  </a:cubicBezTo>
                  <a:lnTo>
                    <a:pt x="2346" y="157"/>
                  </a:lnTo>
                  <a:cubicBezTo>
                    <a:pt x="2370" y="109"/>
                    <a:pt x="2370" y="50"/>
                    <a:pt x="2334" y="26"/>
                  </a:cubicBezTo>
                  <a:cubicBezTo>
                    <a:pt x="2312" y="9"/>
                    <a:pt x="2290" y="1"/>
                    <a:pt x="22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4564;p112">
              <a:extLst>
                <a:ext uri="{FF2B5EF4-FFF2-40B4-BE49-F238E27FC236}">
                  <a16:creationId xmlns:a16="http://schemas.microsoft.com/office/drawing/2014/main" id="{9BC52E14-8EDB-B320-0C85-4C03EBF3A7A8}"/>
                </a:ext>
              </a:extLst>
            </p:cNvPr>
            <p:cNvSpPr/>
            <p:nvPr/>
          </p:nvSpPr>
          <p:spPr>
            <a:xfrm>
              <a:off x="2361150" y="2107775"/>
              <a:ext cx="116300" cy="217150"/>
            </a:xfrm>
            <a:custGeom>
              <a:avLst/>
              <a:gdLst/>
              <a:ahLst/>
              <a:cxnLst/>
              <a:rect l="l" t="t" r="r" b="b"/>
              <a:pathLst>
                <a:path w="4652" h="8686" extrusionOk="0">
                  <a:moveTo>
                    <a:pt x="4532" y="0"/>
                  </a:moveTo>
                  <a:cubicBezTo>
                    <a:pt x="4502" y="0"/>
                    <a:pt x="4473" y="15"/>
                    <a:pt x="4453" y="50"/>
                  </a:cubicBezTo>
                  <a:lnTo>
                    <a:pt x="24" y="8551"/>
                  </a:lnTo>
                  <a:cubicBezTo>
                    <a:pt x="0" y="8599"/>
                    <a:pt x="24" y="8647"/>
                    <a:pt x="72" y="8670"/>
                  </a:cubicBezTo>
                  <a:cubicBezTo>
                    <a:pt x="84" y="8682"/>
                    <a:pt x="95" y="8682"/>
                    <a:pt x="107" y="8682"/>
                  </a:cubicBezTo>
                  <a:cubicBezTo>
                    <a:pt x="114" y="8684"/>
                    <a:pt x="120" y="8685"/>
                    <a:pt x="127" y="8685"/>
                  </a:cubicBezTo>
                  <a:cubicBezTo>
                    <a:pt x="156" y="8685"/>
                    <a:pt x="183" y="8666"/>
                    <a:pt x="203" y="8647"/>
                  </a:cubicBezTo>
                  <a:lnTo>
                    <a:pt x="4620" y="134"/>
                  </a:lnTo>
                  <a:cubicBezTo>
                    <a:pt x="4652" y="62"/>
                    <a:pt x="4592" y="0"/>
                    <a:pt x="4532" y="0"/>
                  </a:cubicBezTo>
                  <a:close/>
                </a:path>
              </a:pathLst>
            </a:custGeom>
            <a:solidFill>
              <a:srgbClr val="17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4565;p112">
              <a:extLst>
                <a:ext uri="{FF2B5EF4-FFF2-40B4-BE49-F238E27FC236}">
                  <a16:creationId xmlns:a16="http://schemas.microsoft.com/office/drawing/2014/main" id="{864CC6E3-8266-8778-84B5-D98489224096}"/>
                </a:ext>
              </a:extLst>
            </p:cNvPr>
            <p:cNvSpPr/>
            <p:nvPr/>
          </p:nvSpPr>
          <p:spPr>
            <a:xfrm>
              <a:off x="2620100" y="2930425"/>
              <a:ext cx="75700" cy="233500"/>
            </a:xfrm>
            <a:custGeom>
              <a:avLst/>
              <a:gdLst/>
              <a:ahLst/>
              <a:cxnLst/>
              <a:rect l="l" t="t" r="r" b="b"/>
              <a:pathLst>
                <a:path w="3028" h="9340" extrusionOk="0">
                  <a:moveTo>
                    <a:pt x="2915" y="0"/>
                  </a:moveTo>
                  <a:cubicBezTo>
                    <a:pt x="2881" y="0"/>
                    <a:pt x="2848" y="20"/>
                    <a:pt x="2834" y="65"/>
                  </a:cubicBezTo>
                  <a:lnTo>
                    <a:pt x="24" y="9221"/>
                  </a:lnTo>
                  <a:cubicBezTo>
                    <a:pt x="1" y="9269"/>
                    <a:pt x="36" y="9328"/>
                    <a:pt x="84" y="9340"/>
                  </a:cubicBezTo>
                  <a:lnTo>
                    <a:pt x="108" y="9340"/>
                  </a:lnTo>
                  <a:cubicBezTo>
                    <a:pt x="143" y="9340"/>
                    <a:pt x="179" y="9316"/>
                    <a:pt x="191" y="9280"/>
                  </a:cubicBezTo>
                  <a:lnTo>
                    <a:pt x="3013" y="125"/>
                  </a:lnTo>
                  <a:cubicBezTo>
                    <a:pt x="3028" y="51"/>
                    <a:pt x="2970" y="0"/>
                    <a:pt x="2915" y="0"/>
                  </a:cubicBezTo>
                  <a:close/>
                </a:path>
              </a:pathLst>
            </a:custGeom>
            <a:solidFill>
              <a:srgbClr val="17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4566;p112">
              <a:extLst>
                <a:ext uri="{FF2B5EF4-FFF2-40B4-BE49-F238E27FC236}">
                  <a16:creationId xmlns:a16="http://schemas.microsoft.com/office/drawing/2014/main" id="{672CBF62-05C3-9FC3-98D1-71F72235F55F}"/>
                </a:ext>
              </a:extLst>
            </p:cNvPr>
            <p:cNvSpPr/>
            <p:nvPr/>
          </p:nvSpPr>
          <p:spPr>
            <a:xfrm>
              <a:off x="1946700" y="4060150"/>
              <a:ext cx="382325" cy="149775"/>
            </a:xfrm>
            <a:custGeom>
              <a:avLst/>
              <a:gdLst/>
              <a:ahLst/>
              <a:cxnLst/>
              <a:rect l="l" t="t" r="r" b="b"/>
              <a:pathLst>
                <a:path w="15293" h="5991" extrusionOk="0">
                  <a:moveTo>
                    <a:pt x="9303" y="1"/>
                  </a:moveTo>
                  <a:lnTo>
                    <a:pt x="433" y="5144"/>
                  </a:lnTo>
                  <a:cubicBezTo>
                    <a:pt x="1" y="5355"/>
                    <a:pt x="165" y="5990"/>
                    <a:pt x="634" y="5990"/>
                  </a:cubicBezTo>
                  <a:cubicBezTo>
                    <a:pt x="642" y="5990"/>
                    <a:pt x="651" y="5990"/>
                    <a:pt x="660" y="5989"/>
                  </a:cubicBezTo>
                  <a:lnTo>
                    <a:pt x="15292" y="5989"/>
                  </a:lnTo>
                  <a:lnTo>
                    <a:pt x="14864" y="2382"/>
                  </a:lnTo>
                  <a:lnTo>
                    <a:pt x="10982" y="2382"/>
                  </a:lnTo>
                  <a:lnTo>
                    <a:pt x="9303" y="1"/>
                  </a:lnTo>
                  <a:close/>
                </a:path>
              </a:pathLst>
            </a:custGeom>
            <a:solidFill>
              <a:srgbClr val="17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4567;p112">
              <a:extLst>
                <a:ext uri="{FF2B5EF4-FFF2-40B4-BE49-F238E27FC236}">
                  <a16:creationId xmlns:a16="http://schemas.microsoft.com/office/drawing/2014/main" id="{FB97C491-46AF-50FA-EB82-51DCA34CB637}"/>
                </a:ext>
              </a:extLst>
            </p:cNvPr>
            <p:cNvSpPr/>
            <p:nvPr/>
          </p:nvSpPr>
          <p:spPr>
            <a:xfrm>
              <a:off x="2151000" y="3910500"/>
              <a:ext cx="257500" cy="124900"/>
            </a:xfrm>
            <a:custGeom>
              <a:avLst/>
              <a:gdLst/>
              <a:ahLst/>
              <a:cxnLst/>
              <a:rect l="l" t="t" r="r" b="b"/>
              <a:pathLst>
                <a:path w="10300" h="4996" extrusionOk="0">
                  <a:moveTo>
                    <a:pt x="925" y="1"/>
                  </a:moveTo>
                  <a:cubicBezTo>
                    <a:pt x="733" y="1"/>
                    <a:pt x="566" y="134"/>
                    <a:pt x="524" y="331"/>
                  </a:cubicBezTo>
                  <a:lnTo>
                    <a:pt x="48" y="2677"/>
                  </a:lnTo>
                  <a:cubicBezTo>
                    <a:pt x="0" y="2903"/>
                    <a:pt x="143" y="3117"/>
                    <a:pt x="369" y="3165"/>
                  </a:cubicBezTo>
                  <a:lnTo>
                    <a:pt x="9287" y="4986"/>
                  </a:lnTo>
                  <a:cubicBezTo>
                    <a:pt x="9317" y="4993"/>
                    <a:pt x="9346" y="4996"/>
                    <a:pt x="9374" y="4996"/>
                  </a:cubicBezTo>
                  <a:cubicBezTo>
                    <a:pt x="9566" y="4996"/>
                    <a:pt x="9734" y="4862"/>
                    <a:pt x="9775" y="4665"/>
                  </a:cubicBezTo>
                  <a:lnTo>
                    <a:pt x="10252" y="2319"/>
                  </a:lnTo>
                  <a:cubicBezTo>
                    <a:pt x="10299" y="2093"/>
                    <a:pt x="10156" y="1879"/>
                    <a:pt x="9930" y="1831"/>
                  </a:cubicBezTo>
                  <a:lnTo>
                    <a:pt x="1012" y="10"/>
                  </a:lnTo>
                  <a:cubicBezTo>
                    <a:pt x="983" y="4"/>
                    <a:pt x="954" y="1"/>
                    <a:pt x="9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4568;p112">
              <a:extLst>
                <a:ext uri="{FF2B5EF4-FFF2-40B4-BE49-F238E27FC236}">
                  <a16:creationId xmlns:a16="http://schemas.microsoft.com/office/drawing/2014/main" id="{93867A15-97F4-43DB-A999-EEC02D97D4D3}"/>
                </a:ext>
              </a:extLst>
            </p:cNvPr>
            <p:cNvSpPr/>
            <p:nvPr/>
          </p:nvSpPr>
          <p:spPr>
            <a:xfrm>
              <a:off x="2177200" y="3913625"/>
              <a:ext cx="208375" cy="46250"/>
            </a:xfrm>
            <a:custGeom>
              <a:avLst/>
              <a:gdLst/>
              <a:ahLst/>
              <a:cxnLst/>
              <a:rect l="l" t="t" r="r" b="b"/>
              <a:pathLst>
                <a:path w="8335" h="1850" extrusionOk="0">
                  <a:moveTo>
                    <a:pt x="96" y="1"/>
                  </a:moveTo>
                  <a:cubicBezTo>
                    <a:pt x="57" y="1"/>
                    <a:pt x="22" y="26"/>
                    <a:pt x="12" y="75"/>
                  </a:cubicBezTo>
                  <a:cubicBezTo>
                    <a:pt x="0" y="123"/>
                    <a:pt x="36" y="170"/>
                    <a:pt x="83" y="182"/>
                  </a:cubicBezTo>
                  <a:lnTo>
                    <a:pt x="8192" y="1849"/>
                  </a:lnTo>
                  <a:lnTo>
                    <a:pt x="8215" y="1849"/>
                  </a:lnTo>
                  <a:cubicBezTo>
                    <a:pt x="8323" y="1849"/>
                    <a:pt x="8334" y="1694"/>
                    <a:pt x="8227" y="1671"/>
                  </a:cubicBezTo>
                  <a:lnTo>
                    <a:pt x="119" y="4"/>
                  </a:lnTo>
                  <a:cubicBezTo>
                    <a:pt x="111" y="2"/>
                    <a:pt x="103" y="1"/>
                    <a:pt x="96" y="1"/>
                  </a:cubicBezTo>
                  <a:close/>
                </a:path>
              </a:pathLst>
            </a:custGeom>
            <a:solidFill>
              <a:srgbClr val="17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4569;p112">
              <a:extLst>
                <a:ext uri="{FF2B5EF4-FFF2-40B4-BE49-F238E27FC236}">
                  <a16:creationId xmlns:a16="http://schemas.microsoft.com/office/drawing/2014/main" id="{BD66BCEA-0807-F4D8-2733-4077A2F40411}"/>
                </a:ext>
              </a:extLst>
            </p:cNvPr>
            <p:cNvSpPr/>
            <p:nvPr/>
          </p:nvSpPr>
          <p:spPr>
            <a:xfrm>
              <a:off x="2790650" y="3916250"/>
              <a:ext cx="256900" cy="121150"/>
            </a:xfrm>
            <a:custGeom>
              <a:avLst/>
              <a:gdLst/>
              <a:ahLst/>
              <a:cxnLst/>
              <a:rect l="l" t="t" r="r" b="b"/>
              <a:pathLst>
                <a:path w="10276" h="4846" extrusionOk="0">
                  <a:moveTo>
                    <a:pt x="9381" y="0"/>
                  </a:moveTo>
                  <a:cubicBezTo>
                    <a:pt x="9358" y="0"/>
                    <a:pt x="9335" y="2"/>
                    <a:pt x="9312" y="6"/>
                  </a:cubicBezTo>
                  <a:lnTo>
                    <a:pt x="370" y="1661"/>
                  </a:lnTo>
                  <a:cubicBezTo>
                    <a:pt x="144" y="1708"/>
                    <a:pt x="1" y="1923"/>
                    <a:pt x="37" y="2149"/>
                  </a:cubicBezTo>
                  <a:lnTo>
                    <a:pt x="477" y="4495"/>
                  </a:lnTo>
                  <a:cubicBezTo>
                    <a:pt x="509" y="4708"/>
                    <a:pt x="685" y="4845"/>
                    <a:pt x="893" y="4845"/>
                  </a:cubicBezTo>
                  <a:cubicBezTo>
                    <a:pt x="917" y="4845"/>
                    <a:pt x="941" y="4843"/>
                    <a:pt x="965" y="4840"/>
                  </a:cubicBezTo>
                  <a:lnTo>
                    <a:pt x="9907" y="3185"/>
                  </a:lnTo>
                  <a:cubicBezTo>
                    <a:pt x="10133" y="3137"/>
                    <a:pt x="10276" y="2923"/>
                    <a:pt x="10240" y="2697"/>
                  </a:cubicBezTo>
                  <a:lnTo>
                    <a:pt x="9800" y="339"/>
                  </a:lnTo>
                  <a:cubicBezTo>
                    <a:pt x="9768" y="136"/>
                    <a:pt x="9582" y="0"/>
                    <a:pt x="93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4570;p112">
              <a:extLst>
                <a:ext uri="{FF2B5EF4-FFF2-40B4-BE49-F238E27FC236}">
                  <a16:creationId xmlns:a16="http://schemas.microsoft.com/office/drawing/2014/main" id="{8FE4ACD6-36FD-41A0-2C9C-8D7AABEC26B7}"/>
                </a:ext>
              </a:extLst>
            </p:cNvPr>
            <p:cNvSpPr/>
            <p:nvPr/>
          </p:nvSpPr>
          <p:spPr>
            <a:xfrm>
              <a:off x="2807325" y="3916325"/>
              <a:ext cx="209700" cy="42050"/>
            </a:xfrm>
            <a:custGeom>
              <a:avLst/>
              <a:gdLst/>
              <a:ahLst/>
              <a:cxnLst/>
              <a:rect l="l" t="t" r="r" b="b"/>
              <a:pathLst>
                <a:path w="8388" h="1682" extrusionOk="0">
                  <a:moveTo>
                    <a:pt x="8271" y="1"/>
                  </a:moveTo>
                  <a:cubicBezTo>
                    <a:pt x="8265" y="1"/>
                    <a:pt x="8258" y="1"/>
                    <a:pt x="8252" y="3"/>
                  </a:cubicBezTo>
                  <a:lnTo>
                    <a:pt x="96" y="1503"/>
                  </a:lnTo>
                  <a:cubicBezTo>
                    <a:pt x="1" y="1527"/>
                    <a:pt x="13" y="1670"/>
                    <a:pt x="120" y="1682"/>
                  </a:cubicBezTo>
                  <a:lnTo>
                    <a:pt x="132" y="1682"/>
                  </a:lnTo>
                  <a:lnTo>
                    <a:pt x="8275" y="181"/>
                  </a:lnTo>
                  <a:cubicBezTo>
                    <a:pt x="8387" y="159"/>
                    <a:pt x="8363" y="1"/>
                    <a:pt x="8271" y="1"/>
                  </a:cubicBezTo>
                  <a:close/>
                </a:path>
              </a:pathLst>
            </a:custGeom>
            <a:solidFill>
              <a:srgbClr val="17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4571;p112">
              <a:extLst>
                <a:ext uri="{FF2B5EF4-FFF2-40B4-BE49-F238E27FC236}">
                  <a16:creationId xmlns:a16="http://schemas.microsoft.com/office/drawing/2014/main" id="{85CB9436-9A06-A8B4-B749-7FC44942CEA0}"/>
                </a:ext>
              </a:extLst>
            </p:cNvPr>
            <p:cNvSpPr/>
            <p:nvPr/>
          </p:nvSpPr>
          <p:spPr>
            <a:xfrm>
              <a:off x="2416000" y="2554600"/>
              <a:ext cx="450775" cy="69700"/>
            </a:xfrm>
            <a:custGeom>
              <a:avLst/>
              <a:gdLst/>
              <a:ahLst/>
              <a:cxnLst/>
              <a:rect l="l" t="t" r="r" b="b"/>
              <a:pathLst>
                <a:path w="18031" h="2788" extrusionOk="0">
                  <a:moveTo>
                    <a:pt x="17915" y="0"/>
                  </a:moveTo>
                  <a:cubicBezTo>
                    <a:pt x="17912" y="0"/>
                    <a:pt x="17908" y="0"/>
                    <a:pt x="17904" y="1"/>
                  </a:cubicBezTo>
                  <a:lnTo>
                    <a:pt x="116" y="2608"/>
                  </a:lnTo>
                  <a:cubicBezTo>
                    <a:pt x="1" y="2620"/>
                    <a:pt x="8" y="2788"/>
                    <a:pt x="117" y="2788"/>
                  </a:cubicBezTo>
                  <a:cubicBezTo>
                    <a:pt x="120" y="2788"/>
                    <a:pt x="124" y="2787"/>
                    <a:pt x="128" y="2787"/>
                  </a:cubicBezTo>
                  <a:lnTo>
                    <a:pt x="140" y="2787"/>
                  </a:lnTo>
                  <a:lnTo>
                    <a:pt x="17928" y="180"/>
                  </a:lnTo>
                  <a:cubicBezTo>
                    <a:pt x="18031" y="145"/>
                    <a:pt x="18013" y="0"/>
                    <a:pt x="17915" y="0"/>
                  </a:cubicBezTo>
                  <a:close/>
                </a:path>
              </a:pathLst>
            </a:custGeom>
            <a:solidFill>
              <a:srgbClr val="17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4572;p112">
              <a:extLst>
                <a:ext uri="{FF2B5EF4-FFF2-40B4-BE49-F238E27FC236}">
                  <a16:creationId xmlns:a16="http://schemas.microsoft.com/office/drawing/2014/main" id="{7531F5B3-0A9E-91A0-D4F5-BB6DC3F7F59F}"/>
                </a:ext>
              </a:extLst>
            </p:cNvPr>
            <p:cNvSpPr/>
            <p:nvPr/>
          </p:nvSpPr>
          <p:spPr>
            <a:xfrm>
              <a:off x="2623675" y="2960625"/>
              <a:ext cx="63725" cy="373575"/>
            </a:xfrm>
            <a:custGeom>
              <a:avLst/>
              <a:gdLst/>
              <a:ahLst/>
              <a:cxnLst/>
              <a:rect l="l" t="t" r="r" b="b"/>
              <a:pathLst>
                <a:path w="2549" h="14943" extrusionOk="0">
                  <a:moveTo>
                    <a:pt x="2548" y="0"/>
                  </a:moveTo>
                  <a:lnTo>
                    <a:pt x="12" y="7870"/>
                  </a:lnTo>
                  <a:lnTo>
                    <a:pt x="0" y="8215"/>
                  </a:lnTo>
                  <a:lnTo>
                    <a:pt x="1572" y="14942"/>
                  </a:lnTo>
                  <a:lnTo>
                    <a:pt x="254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61" name="Google Shape;839;p59">
            <a:extLst>
              <a:ext uri="{FF2B5EF4-FFF2-40B4-BE49-F238E27FC236}">
                <a16:creationId xmlns:a16="http://schemas.microsoft.com/office/drawing/2014/main" id="{521148F1-D344-9206-52B3-B16EBB099642}"/>
              </a:ext>
            </a:extLst>
          </p:cNvPr>
          <p:cNvSpPr/>
          <p:nvPr/>
        </p:nvSpPr>
        <p:spPr>
          <a:xfrm>
            <a:off x="108356" y="1182738"/>
            <a:ext cx="1152300" cy="1152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62" name="Google Shape;880;p59">
            <a:extLst>
              <a:ext uri="{FF2B5EF4-FFF2-40B4-BE49-F238E27FC236}">
                <a16:creationId xmlns:a16="http://schemas.microsoft.com/office/drawing/2014/main" id="{61102B6F-BA23-3BCA-A592-83691C835248}"/>
              </a:ext>
            </a:extLst>
          </p:cNvPr>
          <p:cNvGrpSpPr/>
          <p:nvPr/>
        </p:nvGrpSpPr>
        <p:grpSpPr>
          <a:xfrm>
            <a:off x="305563" y="1533916"/>
            <a:ext cx="757888" cy="449960"/>
            <a:chOff x="1176739" y="3406141"/>
            <a:chExt cx="571947" cy="339567"/>
          </a:xfrm>
        </p:grpSpPr>
        <p:sp>
          <p:nvSpPr>
            <p:cNvPr id="3063" name="Google Shape;881;p59">
              <a:extLst>
                <a:ext uri="{FF2B5EF4-FFF2-40B4-BE49-F238E27FC236}">
                  <a16:creationId xmlns:a16="http://schemas.microsoft.com/office/drawing/2014/main" id="{75E9A09D-17F7-9252-30E1-697449F0BABD}"/>
                </a:ext>
              </a:extLst>
            </p:cNvPr>
            <p:cNvSpPr/>
            <p:nvPr/>
          </p:nvSpPr>
          <p:spPr>
            <a:xfrm>
              <a:off x="1521479" y="3425167"/>
              <a:ext cx="227208" cy="191385"/>
            </a:xfrm>
            <a:custGeom>
              <a:avLst/>
              <a:gdLst/>
              <a:ahLst/>
              <a:cxnLst/>
              <a:rect l="l" t="t" r="r" b="b"/>
              <a:pathLst>
                <a:path w="10497" h="8842" extrusionOk="0">
                  <a:moveTo>
                    <a:pt x="2249" y="0"/>
                  </a:moveTo>
                  <a:cubicBezTo>
                    <a:pt x="1008" y="0"/>
                    <a:pt x="1" y="1006"/>
                    <a:pt x="1" y="2247"/>
                  </a:cubicBezTo>
                  <a:lnTo>
                    <a:pt x="1" y="8841"/>
                  </a:lnTo>
                  <a:lnTo>
                    <a:pt x="5426" y="8841"/>
                  </a:lnTo>
                  <a:cubicBezTo>
                    <a:pt x="7724" y="8841"/>
                    <a:pt x="9665" y="7312"/>
                    <a:pt x="10286" y="5218"/>
                  </a:cubicBezTo>
                  <a:cubicBezTo>
                    <a:pt x="10426" y="4749"/>
                    <a:pt x="10496" y="4262"/>
                    <a:pt x="10495" y="3772"/>
                  </a:cubicBezTo>
                  <a:lnTo>
                    <a:pt x="10495" y="255"/>
                  </a:lnTo>
                  <a:cubicBezTo>
                    <a:pt x="10495" y="114"/>
                    <a:pt x="10381" y="0"/>
                    <a:pt x="102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882;p59">
              <a:extLst>
                <a:ext uri="{FF2B5EF4-FFF2-40B4-BE49-F238E27FC236}">
                  <a16:creationId xmlns:a16="http://schemas.microsoft.com/office/drawing/2014/main" id="{7CD1D428-91DC-8E80-49F1-55FAFA33065C}"/>
                </a:ext>
              </a:extLst>
            </p:cNvPr>
            <p:cNvSpPr/>
            <p:nvPr/>
          </p:nvSpPr>
          <p:spPr>
            <a:xfrm>
              <a:off x="1176739" y="3425167"/>
              <a:ext cx="227164" cy="191407"/>
            </a:xfrm>
            <a:custGeom>
              <a:avLst/>
              <a:gdLst/>
              <a:ahLst/>
              <a:cxnLst/>
              <a:rect l="l" t="t" r="r" b="b"/>
              <a:pathLst>
                <a:path w="10495" h="8843" extrusionOk="0">
                  <a:moveTo>
                    <a:pt x="8249" y="0"/>
                  </a:moveTo>
                  <a:cubicBezTo>
                    <a:pt x="8248" y="0"/>
                    <a:pt x="8247" y="0"/>
                    <a:pt x="8246" y="0"/>
                  </a:cubicBezTo>
                  <a:lnTo>
                    <a:pt x="255" y="0"/>
                  </a:lnTo>
                  <a:cubicBezTo>
                    <a:pt x="114" y="0"/>
                    <a:pt x="1" y="114"/>
                    <a:pt x="1" y="254"/>
                  </a:cubicBezTo>
                  <a:lnTo>
                    <a:pt x="1" y="3774"/>
                  </a:lnTo>
                  <a:cubicBezTo>
                    <a:pt x="1" y="4263"/>
                    <a:pt x="71" y="4749"/>
                    <a:pt x="210" y="5218"/>
                  </a:cubicBezTo>
                  <a:cubicBezTo>
                    <a:pt x="830" y="7314"/>
                    <a:pt x="2772" y="8843"/>
                    <a:pt x="5070" y="8843"/>
                  </a:cubicBezTo>
                  <a:lnTo>
                    <a:pt x="10495" y="8843"/>
                  </a:lnTo>
                  <a:lnTo>
                    <a:pt x="10495" y="2249"/>
                  </a:lnTo>
                  <a:cubicBezTo>
                    <a:pt x="10495" y="1008"/>
                    <a:pt x="9489" y="0"/>
                    <a:pt x="8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883;p59">
              <a:extLst>
                <a:ext uri="{FF2B5EF4-FFF2-40B4-BE49-F238E27FC236}">
                  <a16:creationId xmlns:a16="http://schemas.microsoft.com/office/drawing/2014/main" id="{4C907884-43C6-5E8C-70D8-82637DBBC9C9}"/>
                </a:ext>
              </a:extLst>
            </p:cNvPr>
            <p:cNvSpPr/>
            <p:nvPr/>
          </p:nvSpPr>
          <p:spPr>
            <a:xfrm>
              <a:off x="1286847" y="3530686"/>
              <a:ext cx="351688" cy="215021"/>
            </a:xfrm>
            <a:custGeom>
              <a:avLst/>
              <a:gdLst/>
              <a:ahLst/>
              <a:cxnLst/>
              <a:rect l="l" t="t" r="r" b="b"/>
              <a:pathLst>
                <a:path w="16248" h="9934" extrusionOk="0">
                  <a:moveTo>
                    <a:pt x="874" y="1"/>
                  </a:moveTo>
                  <a:cubicBezTo>
                    <a:pt x="830" y="1"/>
                    <a:pt x="786" y="3"/>
                    <a:pt x="743" y="11"/>
                  </a:cubicBezTo>
                  <a:cubicBezTo>
                    <a:pt x="316" y="77"/>
                    <a:pt x="1" y="443"/>
                    <a:pt x="1" y="874"/>
                  </a:cubicBezTo>
                  <a:lnTo>
                    <a:pt x="1" y="9060"/>
                  </a:lnTo>
                  <a:cubicBezTo>
                    <a:pt x="1" y="9542"/>
                    <a:pt x="393" y="9933"/>
                    <a:pt x="874" y="9933"/>
                  </a:cubicBezTo>
                  <a:lnTo>
                    <a:pt x="15374" y="9933"/>
                  </a:lnTo>
                  <a:cubicBezTo>
                    <a:pt x="15856" y="9933"/>
                    <a:pt x="16248" y="9542"/>
                    <a:pt x="16248" y="9060"/>
                  </a:cubicBezTo>
                  <a:lnTo>
                    <a:pt x="16248" y="874"/>
                  </a:lnTo>
                  <a:cubicBezTo>
                    <a:pt x="16248" y="470"/>
                    <a:pt x="15970" y="118"/>
                    <a:pt x="15577" y="24"/>
                  </a:cubicBezTo>
                  <a:cubicBezTo>
                    <a:pt x="15510" y="9"/>
                    <a:pt x="15442" y="1"/>
                    <a:pt x="153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884;p59">
              <a:extLst>
                <a:ext uri="{FF2B5EF4-FFF2-40B4-BE49-F238E27FC236}">
                  <a16:creationId xmlns:a16="http://schemas.microsoft.com/office/drawing/2014/main" id="{3E896C3C-E7BB-4E7D-4AA2-9A66A8A1BD46}"/>
                </a:ext>
              </a:extLst>
            </p:cNvPr>
            <p:cNvSpPr/>
            <p:nvPr/>
          </p:nvSpPr>
          <p:spPr>
            <a:xfrm>
              <a:off x="1286847" y="3642959"/>
              <a:ext cx="351688" cy="102749"/>
            </a:xfrm>
            <a:custGeom>
              <a:avLst/>
              <a:gdLst/>
              <a:ahLst/>
              <a:cxnLst/>
              <a:rect l="l" t="t" r="r" b="b"/>
              <a:pathLst>
                <a:path w="16248" h="4747" extrusionOk="0">
                  <a:moveTo>
                    <a:pt x="9222" y="0"/>
                  </a:moveTo>
                  <a:lnTo>
                    <a:pt x="7019" y="8"/>
                  </a:lnTo>
                  <a:lnTo>
                    <a:pt x="1" y="3829"/>
                  </a:lnTo>
                  <a:lnTo>
                    <a:pt x="1" y="3873"/>
                  </a:lnTo>
                  <a:cubicBezTo>
                    <a:pt x="1" y="4355"/>
                    <a:pt x="393" y="4746"/>
                    <a:pt x="874" y="4746"/>
                  </a:cubicBezTo>
                  <a:lnTo>
                    <a:pt x="15374" y="4746"/>
                  </a:lnTo>
                  <a:cubicBezTo>
                    <a:pt x="15856" y="4746"/>
                    <a:pt x="16248" y="4355"/>
                    <a:pt x="16248" y="3873"/>
                  </a:cubicBezTo>
                  <a:lnTo>
                    <a:pt x="16248" y="3829"/>
                  </a:lnTo>
                  <a:lnTo>
                    <a:pt x="9227" y="8"/>
                  </a:lnTo>
                  <a:lnTo>
                    <a:pt x="92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885;p59">
              <a:extLst>
                <a:ext uri="{FF2B5EF4-FFF2-40B4-BE49-F238E27FC236}">
                  <a16:creationId xmlns:a16="http://schemas.microsoft.com/office/drawing/2014/main" id="{565B409A-DF2E-A6FA-1433-D76F6861E219}"/>
                </a:ext>
              </a:extLst>
            </p:cNvPr>
            <p:cNvSpPr/>
            <p:nvPr/>
          </p:nvSpPr>
          <p:spPr>
            <a:xfrm>
              <a:off x="1299661" y="3530686"/>
              <a:ext cx="324350" cy="129264"/>
            </a:xfrm>
            <a:custGeom>
              <a:avLst/>
              <a:gdLst/>
              <a:ahLst/>
              <a:cxnLst/>
              <a:rect l="l" t="t" r="r" b="b"/>
              <a:pathLst>
                <a:path w="14985" h="5972" extrusionOk="0">
                  <a:moveTo>
                    <a:pt x="282" y="1"/>
                  </a:moveTo>
                  <a:cubicBezTo>
                    <a:pt x="241" y="1"/>
                    <a:pt x="199" y="3"/>
                    <a:pt x="157" y="10"/>
                  </a:cubicBezTo>
                  <a:lnTo>
                    <a:pt x="151" y="10"/>
                  </a:lnTo>
                  <a:cubicBezTo>
                    <a:pt x="100" y="19"/>
                    <a:pt x="49" y="31"/>
                    <a:pt x="0" y="48"/>
                  </a:cubicBezTo>
                  <a:lnTo>
                    <a:pt x="6427" y="5195"/>
                  </a:lnTo>
                  <a:lnTo>
                    <a:pt x="7292" y="5887"/>
                  </a:lnTo>
                  <a:cubicBezTo>
                    <a:pt x="7361" y="5943"/>
                    <a:pt x="7446" y="5971"/>
                    <a:pt x="7530" y="5971"/>
                  </a:cubicBezTo>
                  <a:cubicBezTo>
                    <a:pt x="7616" y="5971"/>
                    <a:pt x="7701" y="5943"/>
                    <a:pt x="7771" y="5886"/>
                  </a:cubicBezTo>
                  <a:lnTo>
                    <a:pt x="8630" y="5187"/>
                  </a:lnTo>
                  <a:lnTo>
                    <a:pt x="14985" y="24"/>
                  </a:lnTo>
                  <a:cubicBezTo>
                    <a:pt x="14918" y="9"/>
                    <a:pt x="14850" y="1"/>
                    <a:pt x="147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886;p59">
              <a:extLst>
                <a:ext uri="{FF2B5EF4-FFF2-40B4-BE49-F238E27FC236}">
                  <a16:creationId xmlns:a16="http://schemas.microsoft.com/office/drawing/2014/main" id="{D5495DE4-C832-E229-61D4-54C674FB12CB}"/>
                </a:ext>
              </a:extLst>
            </p:cNvPr>
            <p:cNvSpPr/>
            <p:nvPr/>
          </p:nvSpPr>
          <p:spPr>
            <a:xfrm>
              <a:off x="1603094" y="3469561"/>
              <a:ext cx="142446" cy="17316"/>
            </a:xfrm>
            <a:custGeom>
              <a:avLst/>
              <a:gdLst/>
              <a:ahLst/>
              <a:cxnLst/>
              <a:rect l="l" t="t" r="r" b="b"/>
              <a:pathLst>
                <a:path w="6581" h="800" extrusionOk="0">
                  <a:moveTo>
                    <a:pt x="401" y="1"/>
                  </a:moveTo>
                  <a:cubicBezTo>
                    <a:pt x="179" y="1"/>
                    <a:pt x="1" y="179"/>
                    <a:pt x="1" y="400"/>
                  </a:cubicBezTo>
                  <a:cubicBezTo>
                    <a:pt x="1" y="621"/>
                    <a:pt x="179" y="800"/>
                    <a:pt x="401" y="800"/>
                  </a:cubicBezTo>
                  <a:lnTo>
                    <a:pt x="6580" y="800"/>
                  </a:lnTo>
                  <a:lnTo>
                    <a:pt x="658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887;p59">
              <a:extLst>
                <a:ext uri="{FF2B5EF4-FFF2-40B4-BE49-F238E27FC236}">
                  <a16:creationId xmlns:a16="http://schemas.microsoft.com/office/drawing/2014/main" id="{9D913327-63A1-7FB7-7E8F-2A4E67037606}"/>
                </a:ext>
              </a:extLst>
            </p:cNvPr>
            <p:cNvSpPr/>
            <p:nvPr/>
          </p:nvSpPr>
          <p:spPr>
            <a:xfrm>
              <a:off x="1659609" y="3529474"/>
              <a:ext cx="83571" cy="17316"/>
            </a:xfrm>
            <a:custGeom>
              <a:avLst/>
              <a:gdLst/>
              <a:ahLst/>
              <a:cxnLst/>
              <a:rect l="l" t="t" r="r" b="b"/>
              <a:pathLst>
                <a:path w="3861" h="800" extrusionOk="0">
                  <a:moveTo>
                    <a:pt x="401" y="1"/>
                  </a:moveTo>
                  <a:cubicBezTo>
                    <a:pt x="180" y="1"/>
                    <a:pt x="1" y="180"/>
                    <a:pt x="1" y="400"/>
                  </a:cubicBezTo>
                  <a:cubicBezTo>
                    <a:pt x="1" y="621"/>
                    <a:pt x="180" y="800"/>
                    <a:pt x="401" y="800"/>
                  </a:cubicBezTo>
                  <a:lnTo>
                    <a:pt x="3623" y="800"/>
                  </a:lnTo>
                  <a:cubicBezTo>
                    <a:pt x="3674" y="669"/>
                    <a:pt x="3720" y="536"/>
                    <a:pt x="3760" y="400"/>
                  </a:cubicBezTo>
                  <a:cubicBezTo>
                    <a:pt x="3799" y="270"/>
                    <a:pt x="3832" y="135"/>
                    <a:pt x="38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888;p59">
              <a:extLst>
                <a:ext uri="{FF2B5EF4-FFF2-40B4-BE49-F238E27FC236}">
                  <a16:creationId xmlns:a16="http://schemas.microsoft.com/office/drawing/2014/main" id="{3DF53A8B-3C95-7F0B-6EE1-9226F1D8F484}"/>
                </a:ext>
              </a:extLst>
            </p:cNvPr>
            <p:cNvSpPr/>
            <p:nvPr/>
          </p:nvSpPr>
          <p:spPr>
            <a:xfrm>
              <a:off x="1176739" y="3469539"/>
              <a:ext cx="142424" cy="17338"/>
            </a:xfrm>
            <a:custGeom>
              <a:avLst/>
              <a:gdLst/>
              <a:ahLst/>
              <a:cxnLst/>
              <a:rect l="l" t="t" r="r" b="b"/>
              <a:pathLst>
                <a:path w="6580" h="801" extrusionOk="0">
                  <a:moveTo>
                    <a:pt x="1" y="0"/>
                  </a:moveTo>
                  <a:lnTo>
                    <a:pt x="1" y="801"/>
                  </a:lnTo>
                  <a:lnTo>
                    <a:pt x="6179" y="801"/>
                  </a:lnTo>
                  <a:cubicBezTo>
                    <a:pt x="6400" y="801"/>
                    <a:pt x="6579" y="622"/>
                    <a:pt x="6579" y="401"/>
                  </a:cubicBezTo>
                  <a:cubicBezTo>
                    <a:pt x="6579" y="179"/>
                    <a:pt x="6400" y="0"/>
                    <a:pt x="6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889;p59">
              <a:extLst>
                <a:ext uri="{FF2B5EF4-FFF2-40B4-BE49-F238E27FC236}">
                  <a16:creationId xmlns:a16="http://schemas.microsoft.com/office/drawing/2014/main" id="{156CCDE9-3AFC-7D1F-6FA8-EAF53379C1CA}"/>
                </a:ext>
              </a:extLst>
            </p:cNvPr>
            <p:cNvSpPr/>
            <p:nvPr/>
          </p:nvSpPr>
          <p:spPr>
            <a:xfrm>
              <a:off x="1179098" y="3529453"/>
              <a:ext cx="83550" cy="17338"/>
            </a:xfrm>
            <a:custGeom>
              <a:avLst/>
              <a:gdLst/>
              <a:ahLst/>
              <a:cxnLst/>
              <a:rect l="l" t="t" r="r" b="b"/>
              <a:pathLst>
                <a:path w="3860" h="801" extrusionOk="0">
                  <a:moveTo>
                    <a:pt x="3460" y="0"/>
                  </a:moveTo>
                  <a:lnTo>
                    <a:pt x="3460" y="2"/>
                  </a:lnTo>
                  <a:lnTo>
                    <a:pt x="0" y="2"/>
                  </a:lnTo>
                  <a:cubicBezTo>
                    <a:pt x="29" y="136"/>
                    <a:pt x="63" y="269"/>
                    <a:pt x="101" y="401"/>
                  </a:cubicBezTo>
                  <a:cubicBezTo>
                    <a:pt x="141" y="536"/>
                    <a:pt x="187" y="670"/>
                    <a:pt x="238" y="801"/>
                  </a:cubicBezTo>
                  <a:lnTo>
                    <a:pt x="3460" y="801"/>
                  </a:lnTo>
                  <a:cubicBezTo>
                    <a:pt x="3681" y="801"/>
                    <a:pt x="3860" y="621"/>
                    <a:pt x="3860" y="400"/>
                  </a:cubicBezTo>
                  <a:cubicBezTo>
                    <a:pt x="3860" y="179"/>
                    <a:pt x="3681" y="0"/>
                    <a:pt x="34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890;p59">
              <a:extLst>
                <a:ext uri="{FF2B5EF4-FFF2-40B4-BE49-F238E27FC236}">
                  <a16:creationId xmlns:a16="http://schemas.microsoft.com/office/drawing/2014/main" id="{7AF68306-0D0D-F773-E016-94FF8079C9F8}"/>
                </a:ext>
              </a:extLst>
            </p:cNvPr>
            <p:cNvSpPr/>
            <p:nvPr/>
          </p:nvSpPr>
          <p:spPr>
            <a:xfrm>
              <a:off x="1452908" y="3406141"/>
              <a:ext cx="17316" cy="38052"/>
            </a:xfrm>
            <a:custGeom>
              <a:avLst/>
              <a:gdLst/>
              <a:ahLst/>
              <a:cxnLst/>
              <a:rect l="l" t="t" r="r" b="b"/>
              <a:pathLst>
                <a:path w="800" h="1758" extrusionOk="0">
                  <a:moveTo>
                    <a:pt x="400" y="1"/>
                  </a:moveTo>
                  <a:cubicBezTo>
                    <a:pt x="179" y="1"/>
                    <a:pt x="0" y="179"/>
                    <a:pt x="0" y="400"/>
                  </a:cubicBezTo>
                  <a:lnTo>
                    <a:pt x="0" y="1358"/>
                  </a:lnTo>
                  <a:cubicBezTo>
                    <a:pt x="0" y="1579"/>
                    <a:pt x="179" y="1758"/>
                    <a:pt x="400" y="1758"/>
                  </a:cubicBezTo>
                  <a:cubicBezTo>
                    <a:pt x="620" y="1758"/>
                    <a:pt x="799" y="1579"/>
                    <a:pt x="799" y="1358"/>
                  </a:cubicBezTo>
                  <a:lnTo>
                    <a:pt x="799" y="400"/>
                  </a:lnTo>
                  <a:cubicBezTo>
                    <a:pt x="799" y="179"/>
                    <a:pt x="620" y="1"/>
                    <a:pt x="40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891;p59">
              <a:extLst>
                <a:ext uri="{FF2B5EF4-FFF2-40B4-BE49-F238E27FC236}">
                  <a16:creationId xmlns:a16="http://schemas.microsoft.com/office/drawing/2014/main" id="{25290BCF-4888-97FA-0232-423967E0A7D8}"/>
                </a:ext>
              </a:extLst>
            </p:cNvPr>
            <p:cNvSpPr/>
            <p:nvPr/>
          </p:nvSpPr>
          <p:spPr>
            <a:xfrm>
              <a:off x="1477626" y="3421249"/>
              <a:ext cx="31364" cy="27597"/>
            </a:xfrm>
            <a:custGeom>
              <a:avLst/>
              <a:gdLst/>
              <a:ahLst/>
              <a:cxnLst/>
              <a:rect l="l" t="t" r="r" b="b"/>
              <a:pathLst>
                <a:path w="1449" h="1275" extrusionOk="0">
                  <a:moveTo>
                    <a:pt x="1010" y="1"/>
                  </a:moveTo>
                  <a:cubicBezTo>
                    <a:pt x="910" y="1"/>
                    <a:pt x="809" y="38"/>
                    <a:pt x="732" y="113"/>
                  </a:cubicBezTo>
                  <a:lnTo>
                    <a:pt x="253" y="593"/>
                  </a:lnTo>
                  <a:cubicBezTo>
                    <a:pt x="1" y="843"/>
                    <a:pt x="179" y="1274"/>
                    <a:pt x="536" y="1274"/>
                  </a:cubicBezTo>
                  <a:cubicBezTo>
                    <a:pt x="642" y="1274"/>
                    <a:pt x="743" y="1232"/>
                    <a:pt x="818" y="1157"/>
                  </a:cubicBezTo>
                  <a:lnTo>
                    <a:pt x="1297" y="677"/>
                  </a:lnTo>
                  <a:cubicBezTo>
                    <a:pt x="1449" y="521"/>
                    <a:pt x="1446" y="271"/>
                    <a:pt x="1292" y="117"/>
                  </a:cubicBezTo>
                  <a:cubicBezTo>
                    <a:pt x="1214" y="40"/>
                    <a:pt x="1112" y="1"/>
                    <a:pt x="101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892;p59">
              <a:extLst>
                <a:ext uri="{FF2B5EF4-FFF2-40B4-BE49-F238E27FC236}">
                  <a16:creationId xmlns:a16="http://schemas.microsoft.com/office/drawing/2014/main" id="{2A267C37-03F9-2906-2A55-2CA1D0DAE6F9}"/>
                </a:ext>
              </a:extLst>
            </p:cNvPr>
            <p:cNvSpPr/>
            <p:nvPr/>
          </p:nvSpPr>
          <p:spPr>
            <a:xfrm>
              <a:off x="1413838" y="3421054"/>
              <a:ext cx="31623" cy="27792"/>
            </a:xfrm>
            <a:custGeom>
              <a:avLst/>
              <a:gdLst/>
              <a:ahLst/>
              <a:cxnLst/>
              <a:rect l="l" t="t" r="r" b="b"/>
              <a:pathLst>
                <a:path w="1461" h="1284" extrusionOk="0">
                  <a:moveTo>
                    <a:pt x="441" y="0"/>
                  </a:moveTo>
                  <a:cubicBezTo>
                    <a:pt x="339" y="0"/>
                    <a:pt x="237" y="39"/>
                    <a:pt x="158" y="117"/>
                  </a:cubicBezTo>
                  <a:cubicBezTo>
                    <a:pt x="1" y="275"/>
                    <a:pt x="3" y="531"/>
                    <a:pt x="164" y="686"/>
                  </a:cubicBezTo>
                  <a:lnTo>
                    <a:pt x="643" y="1167"/>
                  </a:lnTo>
                  <a:cubicBezTo>
                    <a:pt x="719" y="1241"/>
                    <a:pt x="819" y="1283"/>
                    <a:pt x="926" y="1283"/>
                  </a:cubicBezTo>
                  <a:cubicBezTo>
                    <a:pt x="1281" y="1283"/>
                    <a:pt x="1460" y="852"/>
                    <a:pt x="1208" y="602"/>
                  </a:cubicBezTo>
                  <a:lnTo>
                    <a:pt x="729" y="122"/>
                  </a:lnTo>
                  <a:cubicBezTo>
                    <a:pt x="650" y="41"/>
                    <a:pt x="546" y="0"/>
                    <a:pt x="44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5" name="Google Shape;3199;p109">
            <a:extLst>
              <a:ext uri="{FF2B5EF4-FFF2-40B4-BE49-F238E27FC236}">
                <a16:creationId xmlns:a16="http://schemas.microsoft.com/office/drawing/2014/main" id="{C367B8BF-16B4-8D25-ABBE-9F9750E42590}"/>
              </a:ext>
            </a:extLst>
          </p:cNvPr>
          <p:cNvGrpSpPr/>
          <p:nvPr/>
        </p:nvGrpSpPr>
        <p:grpSpPr>
          <a:xfrm>
            <a:off x="8036719" y="1447816"/>
            <a:ext cx="798592" cy="716433"/>
            <a:chOff x="3932148" y="77357"/>
            <a:chExt cx="484675" cy="571904"/>
          </a:xfrm>
        </p:grpSpPr>
        <p:sp>
          <p:nvSpPr>
            <p:cNvPr id="3076" name="Google Shape;3200;p109">
              <a:extLst>
                <a:ext uri="{FF2B5EF4-FFF2-40B4-BE49-F238E27FC236}">
                  <a16:creationId xmlns:a16="http://schemas.microsoft.com/office/drawing/2014/main" id="{434AACB3-C838-2F03-8CA8-5EAE27DB1FAD}"/>
                </a:ext>
              </a:extLst>
            </p:cNvPr>
            <p:cNvSpPr/>
            <p:nvPr/>
          </p:nvSpPr>
          <p:spPr>
            <a:xfrm>
              <a:off x="4228121" y="77356"/>
              <a:ext cx="188658" cy="353225"/>
            </a:xfrm>
            <a:custGeom>
              <a:avLst/>
              <a:gdLst/>
              <a:ahLst/>
              <a:cxnLst/>
              <a:rect l="l" t="t" r="r" b="b"/>
              <a:pathLst>
                <a:path w="8716" h="16319" extrusionOk="0">
                  <a:moveTo>
                    <a:pt x="8716" y="0"/>
                  </a:moveTo>
                  <a:lnTo>
                    <a:pt x="0" y="9893"/>
                  </a:lnTo>
                  <a:lnTo>
                    <a:pt x="110" y="10101"/>
                  </a:lnTo>
                  <a:lnTo>
                    <a:pt x="2666" y="16231"/>
                  </a:lnTo>
                  <a:cubicBezTo>
                    <a:pt x="2690" y="16290"/>
                    <a:pt x="2742" y="16319"/>
                    <a:pt x="2795" y="16319"/>
                  </a:cubicBezTo>
                  <a:cubicBezTo>
                    <a:pt x="2850" y="16319"/>
                    <a:pt x="2905" y="16287"/>
                    <a:pt x="2928" y="16225"/>
                  </a:cubicBezTo>
                  <a:lnTo>
                    <a:pt x="87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201;p109">
              <a:extLst>
                <a:ext uri="{FF2B5EF4-FFF2-40B4-BE49-F238E27FC236}">
                  <a16:creationId xmlns:a16="http://schemas.microsoft.com/office/drawing/2014/main" id="{B75A6965-11A9-EE7C-69E3-8F0F95E7FF46}"/>
                </a:ext>
              </a:extLst>
            </p:cNvPr>
            <p:cNvSpPr/>
            <p:nvPr/>
          </p:nvSpPr>
          <p:spPr>
            <a:xfrm>
              <a:off x="4063425" y="77357"/>
              <a:ext cx="353398" cy="191060"/>
            </a:xfrm>
            <a:custGeom>
              <a:avLst/>
              <a:gdLst/>
              <a:ahLst/>
              <a:cxnLst/>
              <a:rect l="l" t="t" r="r" b="b"/>
              <a:pathLst>
                <a:path w="16327" h="8827" extrusionOk="0">
                  <a:moveTo>
                    <a:pt x="16326" y="0"/>
                  </a:moveTo>
                  <a:lnTo>
                    <a:pt x="126" y="5816"/>
                  </a:lnTo>
                  <a:cubicBezTo>
                    <a:pt x="6" y="5857"/>
                    <a:pt x="1" y="6026"/>
                    <a:pt x="119" y="6076"/>
                  </a:cubicBezTo>
                  <a:lnTo>
                    <a:pt x="6251" y="8633"/>
                  </a:lnTo>
                  <a:lnTo>
                    <a:pt x="6712" y="8827"/>
                  </a:lnTo>
                  <a:lnTo>
                    <a:pt x="1632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202;p109">
              <a:extLst>
                <a:ext uri="{FF2B5EF4-FFF2-40B4-BE49-F238E27FC236}">
                  <a16:creationId xmlns:a16="http://schemas.microsoft.com/office/drawing/2014/main" id="{5742EE9C-527E-16CA-AC96-B12C478E5645}"/>
                </a:ext>
              </a:extLst>
            </p:cNvPr>
            <p:cNvSpPr/>
            <p:nvPr/>
          </p:nvSpPr>
          <p:spPr>
            <a:xfrm>
              <a:off x="4165048" y="77357"/>
              <a:ext cx="251775" cy="251515"/>
            </a:xfrm>
            <a:custGeom>
              <a:avLst/>
              <a:gdLst/>
              <a:ahLst/>
              <a:cxnLst/>
              <a:rect l="l" t="t" r="r" b="b"/>
              <a:pathLst>
                <a:path w="11632" h="11620" extrusionOk="0">
                  <a:moveTo>
                    <a:pt x="11631" y="0"/>
                  </a:moveTo>
                  <a:lnTo>
                    <a:pt x="1572" y="8640"/>
                  </a:lnTo>
                  <a:lnTo>
                    <a:pt x="1556" y="8633"/>
                  </a:lnTo>
                  <a:lnTo>
                    <a:pt x="55" y="11413"/>
                  </a:lnTo>
                  <a:cubicBezTo>
                    <a:pt x="0" y="11513"/>
                    <a:pt x="79" y="11620"/>
                    <a:pt x="176" y="11620"/>
                  </a:cubicBezTo>
                  <a:cubicBezTo>
                    <a:pt x="198" y="11620"/>
                    <a:pt x="220" y="11615"/>
                    <a:pt x="243" y="11603"/>
                  </a:cubicBezTo>
                  <a:lnTo>
                    <a:pt x="3024" y="10101"/>
                  </a:lnTo>
                  <a:lnTo>
                    <a:pt x="3017" y="10084"/>
                  </a:lnTo>
                  <a:lnTo>
                    <a:pt x="1163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203;p109">
              <a:extLst>
                <a:ext uri="{FF2B5EF4-FFF2-40B4-BE49-F238E27FC236}">
                  <a16:creationId xmlns:a16="http://schemas.microsoft.com/office/drawing/2014/main" id="{C7C8CA81-3D16-8242-3BFB-51EA945E33A2}"/>
                </a:ext>
              </a:extLst>
            </p:cNvPr>
            <p:cNvSpPr/>
            <p:nvPr/>
          </p:nvSpPr>
          <p:spPr>
            <a:xfrm>
              <a:off x="4118792" y="347703"/>
              <a:ext cx="30866" cy="17035"/>
            </a:xfrm>
            <a:custGeom>
              <a:avLst/>
              <a:gdLst/>
              <a:ahLst/>
              <a:cxnLst/>
              <a:rect l="l" t="t" r="r" b="b"/>
              <a:pathLst>
                <a:path w="1426" h="787" extrusionOk="0">
                  <a:moveTo>
                    <a:pt x="386" y="1"/>
                  </a:moveTo>
                  <a:cubicBezTo>
                    <a:pt x="172" y="6"/>
                    <a:pt x="1" y="179"/>
                    <a:pt x="1" y="394"/>
                  </a:cubicBezTo>
                  <a:cubicBezTo>
                    <a:pt x="1" y="608"/>
                    <a:pt x="172" y="783"/>
                    <a:pt x="386" y="787"/>
                  </a:cubicBezTo>
                  <a:lnTo>
                    <a:pt x="1041" y="787"/>
                  </a:lnTo>
                  <a:cubicBezTo>
                    <a:pt x="1254" y="783"/>
                    <a:pt x="1425" y="608"/>
                    <a:pt x="1425" y="394"/>
                  </a:cubicBezTo>
                  <a:cubicBezTo>
                    <a:pt x="1425" y="179"/>
                    <a:pt x="1254" y="6"/>
                    <a:pt x="10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204;p109">
              <a:extLst>
                <a:ext uri="{FF2B5EF4-FFF2-40B4-BE49-F238E27FC236}">
                  <a16:creationId xmlns:a16="http://schemas.microsoft.com/office/drawing/2014/main" id="{D9C56AF6-8E40-46FF-8219-DA209B966A0C}"/>
                </a:ext>
              </a:extLst>
            </p:cNvPr>
            <p:cNvSpPr/>
            <p:nvPr/>
          </p:nvSpPr>
          <p:spPr>
            <a:xfrm>
              <a:off x="3932148" y="347703"/>
              <a:ext cx="300541" cy="257879"/>
            </a:xfrm>
            <a:custGeom>
              <a:avLst/>
              <a:gdLst/>
              <a:ahLst/>
              <a:cxnLst/>
              <a:rect l="l" t="t" r="r" b="b"/>
              <a:pathLst>
                <a:path w="13885" h="11914" extrusionOk="0">
                  <a:moveTo>
                    <a:pt x="3593" y="0"/>
                  </a:moveTo>
                  <a:cubicBezTo>
                    <a:pt x="3377" y="0"/>
                    <a:pt x="3200" y="175"/>
                    <a:pt x="3200" y="394"/>
                  </a:cubicBezTo>
                  <a:cubicBezTo>
                    <a:pt x="3200" y="612"/>
                    <a:pt x="3377" y="787"/>
                    <a:pt x="3593" y="787"/>
                  </a:cubicBezTo>
                  <a:cubicBezTo>
                    <a:pt x="3596" y="787"/>
                    <a:pt x="3598" y="787"/>
                    <a:pt x="3600" y="787"/>
                  </a:cubicBezTo>
                  <a:lnTo>
                    <a:pt x="4953" y="787"/>
                  </a:lnTo>
                  <a:cubicBezTo>
                    <a:pt x="5167" y="783"/>
                    <a:pt x="5338" y="608"/>
                    <a:pt x="5338" y="394"/>
                  </a:cubicBezTo>
                  <a:cubicBezTo>
                    <a:pt x="5338" y="179"/>
                    <a:pt x="5167" y="6"/>
                    <a:pt x="4953" y="1"/>
                  </a:cubicBezTo>
                  <a:lnTo>
                    <a:pt x="3600" y="1"/>
                  </a:lnTo>
                  <a:cubicBezTo>
                    <a:pt x="3598" y="1"/>
                    <a:pt x="3596" y="0"/>
                    <a:pt x="3593" y="0"/>
                  </a:cubicBezTo>
                  <a:close/>
                  <a:moveTo>
                    <a:pt x="6297" y="0"/>
                  </a:moveTo>
                  <a:cubicBezTo>
                    <a:pt x="6081" y="0"/>
                    <a:pt x="5904" y="175"/>
                    <a:pt x="5904" y="394"/>
                  </a:cubicBezTo>
                  <a:cubicBezTo>
                    <a:pt x="5904" y="612"/>
                    <a:pt x="6081" y="787"/>
                    <a:pt x="6297" y="787"/>
                  </a:cubicBezTo>
                  <a:cubicBezTo>
                    <a:pt x="6300" y="787"/>
                    <a:pt x="6302" y="787"/>
                    <a:pt x="6305" y="787"/>
                  </a:cubicBezTo>
                  <a:lnTo>
                    <a:pt x="7657" y="787"/>
                  </a:lnTo>
                  <a:cubicBezTo>
                    <a:pt x="7871" y="783"/>
                    <a:pt x="8043" y="608"/>
                    <a:pt x="8043" y="394"/>
                  </a:cubicBezTo>
                  <a:cubicBezTo>
                    <a:pt x="8043" y="179"/>
                    <a:pt x="7871" y="6"/>
                    <a:pt x="7657" y="1"/>
                  </a:cubicBezTo>
                  <a:lnTo>
                    <a:pt x="6305" y="1"/>
                  </a:lnTo>
                  <a:cubicBezTo>
                    <a:pt x="6302" y="1"/>
                    <a:pt x="6300" y="0"/>
                    <a:pt x="6297" y="0"/>
                  </a:cubicBezTo>
                  <a:close/>
                  <a:moveTo>
                    <a:pt x="2242" y="28"/>
                  </a:moveTo>
                  <a:cubicBezTo>
                    <a:pt x="2225" y="28"/>
                    <a:pt x="2207" y="29"/>
                    <a:pt x="2189" y="32"/>
                  </a:cubicBezTo>
                  <a:cubicBezTo>
                    <a:pt x="1660" y="115"/>
                    <a:pt x="1169" y="361"/>
                    <a:pt x="787" y="736"/>
                  </a:cubicBezTo>
                  <a:cubicBezTo>
                    <a:pt x="533" y="981"/>
                    <a:pt x="708" y="1409"/>
                    <a:pt x="1060" y="1409"/>
                  </a:cubicBezTo>
                  <a:lnTo>
                    <a:pt x="1060" y="1409"/>
                  </a:lnTo>
                  <a:cubicBezTo>
                    <a:pt x="1163" y="1409"/>
                    <a:pt x="1261" y="1370"/>
                    <a:pt x="1334" y="1298"/>
                  </a:cubicBezTo>
                  <a:cubicBezTo>
                    <a:pt x="1600" y="1037"/>
                    <a:pt x="1942" y="866"/>
                    <a:pt x="2310" y="809"/>
                  </a:cubicBezTo>
                  <a:cubicBezTo>
                    <a:pt x="2522" y="771"/>
                    <a:pt x="2664" y="572"/>
                    <a:pt x="2630" y="361"/>
                  </a:cubicBezTo>
                  <a:cubicBezTo>
                    <a:pt x="2600" y="167"/>
                    <a:pt x="2433" y="28"/>
                    <a:pt x="2242" y="28"/>
                  </a:cubicBezTo>
                  <a:close/>
                  <a:moveTo>
                    <a:pt x="1060" y="1409"/>
                  </a:moveTo>
                  <a:cubicBezTo>
                    <a:pt x="1060" y="1409"/>
                    <a:pt x="1060" y="1409"/>
                    <a:pt x="1060" y="1409"/>
                  </a:cubicBezTo>
                  <a:lnTo>
                    <a:pt x="1061" y="1409"/>
                  </a:lnTo>
                  <a:cubicBezTo>
                    <a:pt x="1061" y="1409"/>
                    <a:pt x="1060" y="1409"/>
                    <a:pt x="1060" y="1409"/>
                  </a:cubicBezTo>
                  <a:close/>
                  <a:moveTo>
                    <a:pt x="432" y="1795"/>
                  </a:moveTo>
                  <a:cubicBezTo>
                    <a:pt x="245" y="1795"/>
                    <a:pt x="80" y="1928"/>
                    <a:pt x="45" y="2117"/>
                  </a:cubicBezTo>
                  <a:cubicBezTo>
                    <a:pt x="16" y="2274"/>
                    <a:pt x="1" y="2433"/>
                    <a:pt x="1" y="2594"/>
                  </a:cubicBezTo>
                  <a:lnTo>
                    <a:pt x="1" y="2750"/>
                  </a:lnTo>
                  <a:cubicBezTo>
                    <a:pt x="1" y="3061"/>
                    <a:pt x="57" y="3369"/>
                    <a:pt x="165" y="3660"/>
                  </a:cubicBezTo>
                  <a:cubicBezTo>
                    <a:pt x="223" y="3813"/>
                    <a:pt x="370" y="3915"/>
                    <a:pt x="533" y="3915"/>
                  </a:cubicBezTo>
                  <a:cubicBezTo>
                    <a:pt x="580" y="3915"/>
                    <a:pt x="627" y="3907"/>
                    <a:pt x="672" y="3890"/>
                  </a:cubicBezTo>
                  <a:cubicBezTo>
                    <a:pt x="874" y="3815"/>
                    <a:pt x="977" y="3587"/>
                    <a:pt x="902" y="3385"/>
                  </a:cubicBezTo>
                  <a:cubicBezTo>
                    <a:pt x="826" y="3181"/>
                    <a:pt x="787" y="2967"/>
                    <a:pt x="787" y="2750"/>
                  </a:cubicBezTo>
                  <a:lnTo>
                    <a:pt x="787" y="2594"/>
                  </a:lnTo>
                  <a:cubicBezTo>
                    <a:pt x="787" y="2481"/>
                    <a:pt x="797" y="2370"/>
                    <a:pt x="817" y="2261"/>
                  </a:cubicBezTo>
                  <a:cubicBezTo>
                    <a:pt x="857" y="2048"/>
                    <a:pt x="717" y="1842"/>
                    <a:pt x="503" y="1801"/>
                  </a:cubicBezTo>
                  <a:cubicBezTo>
                    <a:pt x="479" y="1797"/>
                    <a:pt x="456" y="1795"/>
                    <a:pt x="432" y="1795"/>
                  </a:cubicBezTo>
                  <a:close/>
                  <a:moveTo>
                    <a:pt x="3983" y="4558"/>
                  </a:moveTo>
                  <a:cubicBezTo>
                    <a:pt x="3766" y="4558"/>
                    <a:pt x="3590" y="4732"/>
                    <a:pt x="3590" y="4949"/>
                  </a:cubicBezTo>
                  <a:cubicBezTo>
                    <a:pt x="3590" y="5167"/>
                    <a:pt x="3766" y="5342"/>
                    <a:pt x="3983" y="5342"/>
                  </a:cubicBezTo>
                  <a:lnTo>
                    <a:pt x="5334" y="5342"/>
                  </a:lnTo>
                  <a:cubicBezTo>
                    <a:pt x="5553" y="5342"/>
                    <a:pt x="5727" y="5167"/>
                    <a:pt x="5727" y="4949"/>
                  </a:cubicBezTo>
                  <a:cubicBezTo>
                    <a:pt x="5727" y="4732"/>
                    <a:pt x="5553" y="4558"/>
                    <a:pt x="5334" y="4558"/>
                  </a:cubicBezTo>
                  <a:close/>
                  <a:moveTo>
                    <a:pt x="6687" y="4558"/>
                  </a:moveTo>
                  <a:cubicBezTo>
                    <a:pt x="6470" y="4558"/>
                    <a:pt x="6294" y="4732"/>
                    <a:pt x="6294" y="4949"/>
                  </a:cubicBezTo>
                  <a:cubicBezTo>
                    <a:pt x="6294" y="5167"/>
                    <a:pt x="6470" y="5342"/>
                    <a:pt x="6687" y="5342"/>
                  </a:cubicBezTo>
                  <a:lnTo>
                    <a:pt x="8040" y="5342"/>
                  </a:lnTo>
                  <a:cubicBezTo>
                    <a:pt x="8257" y="5342"/>
                    <a:pt x="8433" y="5167"/>
                    <a:pt x="8433" y="4949"/>
                  </a:cubicBezTo>
                  <a:cubicBezTo>
                    <a:pt x="8433" y="4732"/>
                    <a:pt x="8257" y="4558"/>
                    <a:pt x="8040" y="4558"/>
                  </a:cubicBezTo>
                  <a:close/>
                  <a:moveTo>
                    <a:pt x="9391" y="4558"/>
                  </a:moveTo>
                  <a:cubicBezTo>
                    <a:pt x="9175" y="4558"/>
                    <a:pt x="9000" y="4732"/>
                    <a:pt x="9000" y="4949"/>
                  </a:cubicBezTo>
                  <a:cubicBezTo>
                    <a:pt x="9000" y="5167"/>
                    <a:pt x="9175" y="5342"/>
                    <a:pt x="9391" y="5342"/>
                  </a:cubicBezTo>
                  <a:lnTo>
                    <a:pt x="10744" y="5342"/>
                  </a:lnTo>
                  <a:cubicBezTo>
                    <a:pt x="10961" y="5342"/>
                    <a:pt x="11137" y="5167"/>
                    <a:pt x="11137" y="4949"/>
                  </a:cubicBezTo>
                  <a:cubicBezTo>
                    <a:pt x="11137" y="4732"/>
                    <a:pt x="10961" y="4558"/>
                    <a:pt x="10744" y="4558"/>
                  </a:cubicBezTo>
                  <a:close/>
                  <a:moveTo>
                    <a:pt x="1357" y="4176"/>
                  </a:moveTo>
                  <a:cubicBezTo>
                    <a:pt x="1232" y="4176"/>
                    <a:pt x="1109" y="4236"/>
                    <a:pt x="1032" y="4347"/>
                  </a:cubicBezTo>
                  <a:cubicBezTo>
                    <a:pt x="909" y="4526"/>
                    <a:pt x="956" y="4770"/>
                    <a:pt x="1135" y="4893"/>
                  </a:cubicBezTo>
                  <a:cubicBezTo>
                    <a:pt x="1563" y="5186"/>
                    <a:pt x="2070" y="5342"/>
                    <a:pt x="2589" y="5342"/>
                  </a:cubicBezTo>
                  <a:cubicBezTo>
                    <a:pt x="2591" y="5342"/>
                    <a:pt x="2593" y="5342"/>
                    <a:pt x="2595" y="5342"/>
                  </a:cubicBezTo>
                  <a:lnTo>
                    <a:pt x="2632" y="5342"/>
                  </a:lnTo>
                  <a:cubicBezTo>
                    <a:pt x="2848" y="5342"/>
                    <a:pt x="3025" y="5167"/>
                    <a:pt x="3025" y="4951"/>
                  </a:cubicBezTo>
                  <a:cubicBezTo>
                    <a:pt x="3025" y="4732"/>
                    <a:pt x="2848" y="4558"/>
                    <a:pt x="2632" y="4558"/>
                  </a:cubicBezTo>
                  <a:lnTo>
                    <a:pt x="2595" y="4558"/>
                  </a:lnTo>
                  <a:cubicBezTo>
                    <a:pt x="2232" y="4558"/>
                    <a:pt x="1878" y="4449"/>
                    <a:pt x="1578" y="4244"/>
                  </a:cubicBezTo>
                  <a:cubicBezTo>
                    <a:pt x="1510" y="4198"/>
                    <a:pt x="1434" y="4176"/>
                    <a:pt x="1357" y="4176"/>
                  </a:cubicBezTo>
                  <a:close/>
                  <a:moveTo>
                    <a:pt x="12071" y="4700"/>
                  </a:moveTo>
                  <a:cubicBezTo>
                    <a:pt x="11913" y="4700"/>
                    <a:pt x="11765" y="4796"/>
                    <a:pt x="11705" y="4952"/>
                  </a:cubicBezTo>
                  <a:cubicBezTo>
                    <a:pt x="11625" y="5158"/>
                    <a:pt x="11730" y="5388"/>
                    <a:pt x="11937" y="5462"/>
                  </a:cubicBezTo>
                  <a:cubicBezTo>
                    <a:pt x="12286" y="5597"/>
                    <a:pt x="12584" y="5836"/>
                    <a:pt x="12791" y="6147"/>
                  </a:cubicBezTo>
                  <a:cubicBezTo>
                    <a:pt x="12863" y="6256"/>
                    <a:pt x="12986" y="6322"/>
                    <a:pt x="13118" y="6322"/>
                  </a:cubicBezTo>
                  <a:lnTo>
                    <a:pt x="13118" y="6320"/>
                  </a:lnTo>
                  <a:cubicBezTo>
                    <a:pt x="13431" y="6320"/>
                    <a:pt x="13618" y="5970"/>
                    <a:pt x="13444" y="5709"/>
                  </a:cubicBezTo>
                  <a:cubicBezTo>
                    <a:pt x="13147" y="5264"/>
                    <a:pt x="12720" y="4922"/>
                    <a:pt x="12220" y="4730"/>
                  </a:cubicBezTo>
                  <a:cubicBezTo>
                    <a:pt x="12171" y="4710"/>
                    <a:pt x="12120" y="4700"/>
                    <a:pt x="12071" y="4700"/>
                  </a:cubicBezTo>
                  <a:close/>
                  <a:moveTo>
                    <a:pt x="13487" y="6814"/>
                  </a:moveTo>
                  <a:cubicBezTo>
                    <a:pt x="13274" y="6814"/>
                    <a:pt x="13099" y="6983"/>
                    <a:pt x="13093" y="7196"/>
                  </a:cubicBezTo>
                  <a:cubicBezTo>
                    <a:pt x="13085" y="7570"/>
                    <a:pt x="12960" y="7930"/>
                    <a:pt x="12737" y="8229"/>
                  </a:cubicBezTo>
                  <a:cubicBezTo>
                    <a:pt x="12543" y="8488"/>
                    <a:pt x="12727" y="8856"/>
                    <a:pt x="13051" y="8857"/>
                  </a:cubicBezTo>
                  <a:cubicBezTo>
                    <a:pt x="13175" y="8857"/>
                    <a:pt x="13292" y="8799"/>
                    <a:pt x="13366" y="8699"/>
                  </a:cubicBezTo>
                  <a:cubicBezTo>
                    <a:pt x="13687" y="8270"/>
                    <a:pt x="13866" y="7751"/>
                    <a:pt x="13879" y="7216"/>
                  </a:cubicBezTo>
                  <a:cubicBezTo>
                    <a:pt x="13884" y="6999"/>
                    <a:pt x="13713" y="6819"/>
                    <a:pt x="13497" y="6814"/>
                  </a:cubicBezTo>
                  <a:cubicBezTo>
                    <a:pt x="13493" y="6814"/>
                    <a:pt x="13490" y="6814"/>
                    <a:pt x="13487" y="6814"/>
                  </a:cubicBezTo>
                  <a:close/>
                  <a:moveTo>
                    <a:pt x="9287" y="8956"/>
                  </a:moveTo>
                  <a:cubicBezTo>
                    <a:pt x="9284" y="8956"/>
                    <a:pt x="9281" y="8956"/>
                    <a:pt x="9278" y="8956"/>
                  </a:cubicBezTo>
                  <a:lnTo>
                    <a:pt x="7925" y="8956"/>
                  </a:lnTo>
                  <a:cubicBezTo>
                    <a:pt x="7712" y="8960"/>
                    <a:pt x="7541" y="9135"/>
                    <a:pt x="7541" y="9350"/>
                  </a:cubicBezTo>
                  <a:cubicBezTo>
                    <a:pt x="7541" y="9562"/>
                    <a:pt x="7712" y="9737"/>
                    <a:pt x="7925" y="9743"/>
                  </a:cubicBezTo>
                  <a:lnTo>
                    <a:pt x="9278" y="9743"/>
                  </a:lnTo>
                  <a:cubicBezTo>
                    <a:pt x="9280" y="9743"/>
                    <a:pt x="9283" y="9743"/>
                    <a:pt x="9285" y="9743"/>
                  </a:cubicBezTo>
                  <a:cubicBezTo>
                    <a:pt x="9502" y="9743"/>
                    <a:pt x="9679" y="9567"/>
                    <a:pt x="9679" y="9350"/>
                  </a:cubicBezTo>
                  <a:cubicBezTo>
                    <a:pt x="9679" y="9132"/>
                    <a:pt x="9504" y="8956"/>
                    <a:pt x="9287" y="8956"/>
                  </a:cubicBezTo>
                  <a:close/>
                  <a:moveTo>
                    <a:pt x="11971" y="8848"/>
                  </a:moveTo>
                  <a:cubicBezTo>
                    <a:pt x="11930" y="8848"/>
                    <a:pt x="11889" y="8854"/>
                    <a:pt x="11849" y="8868"/>
                  </a:cubicBezTo>
                  <a:cubicBezTo>
                    <a:pt x="11667" y="8926"/>
                    <a:pt x="11478" y="8956"/>
                    <a:pt x="11287" y="8956"/>
                  </a:cubicBezTo>
                  <a:lnTo>
                    <a:pt x="10630" y="8956"/>
                  </a:lnTo>
                  <a:cubicBezTo>
                    <a:pt x="10627" y="8956"/>
                    <a:pt x="10624" y="8956"/>
                    <a:pt x="10621" y="8956"/>
                  </a:cubicBezTo>
                  <a:cubicBezTo>
                    <a:pt x="10405" y="8956"/>
                    <a:pt x="10230" y="9132"/>
                    <a:pt x="10230" y="9350"/>
                  </a:cubicBezTo>
                  <a:cubicBezTo>
                    <a:pt x="10230" y="9567"/>
                    <a:pt x="10406" y="9743"/>
                    <a:pt x="10623" y="9743"/>
                  </a:cubicBezTo>
                  <a:cubicBezTo>
                    <a:pt x="10626" y="9743"/>
                    <a:pt x="10628" y="9743"/>
                    <a:pt x="10630" y="9743"/>
                  </a:cubicBezTo>
                  <a:lnTo>
                    <a:pt x="11287" y="9743"/>
                  </a:lnTo>
                  <a:cubicBezTo>
                    <a:pt x="11561" y="9743"/>
                    <a:pt x="11833" y="9699"/>
                    <a:pt x="12093" y="9615"/>
                  </a:cubicBezTo>
                  <a:cubicBezTo>
                    <a:pt x="12299" y="9547"/>
                    <a:pt x="12411" y="9325"/>
                    <a:pt x="12345" y="9118"/>
                  </a:cubicBezTo>
                  <a:cubicBezTo>
                    <a:pt x="12290" y="8954"/>
                    <a:pt x="12136" y="8848"/>
                    <a:pt x="11971" y="8848"/>
                  </a:cubicBezTo>
                  <a:close/>
                  <a:moveTo>
                    <a:pt x="5946" y="8956"/>
                  </a:moveTo>
                  <a:cubicBezTo>
                    <a:pt x="5661" y="8956"/>
                    <a:pt x="5378" y="9002"/>
                    <a:pt x="5107" y="9095"/>
                  </a:cubicBezTo>
                  <a:cubicBezTo>
                    <a:pt x="4926" y="9158"/>
                    <a:pt x="4816" y="9342"/>
                    <a:pt x="4847" y="9531"/>
                  </a:cubicBezTo>
                  <a:cubicBezTo>
                    <a:pt x="4879" y="9720"/>
                    <a:pt x="5042" y="9860"/>
                    <a:pt x="5234" y="9860"/>
                  </a:cubicBezTo>
                  <a:cubicBezTo>
                    <a:pt x="5277" y="9860"/>
                    <a:pt x="5320" y="9852"/>
                    <a:pt x="5361" y="9839"/>
                  </a:cubicBezTo>
                  <a:cubicBezTo>
                    <a:pt x="5545" y="9775"/>
                    <a:pt x="5739" y="9743"/>
                    <a:pt x="5934" y="9743"/>
                  </a:cubicBezTo>
                  <a:cubicBezTo>
                    <a:pt x="5938" y="9743"/>
                    <a:pt x="5942" y="9743"/>
                    <a:pt x="5946" y="9743"/>
                  </a:cubicBezTo>
                  <a:lnTo>
                    <a:pt x="6574" y="9743"/>
                  </a:lnTo>
                  <a:cubicBezTo>
                    <a:pt x="6788" y="9737"/>
                    <a:pt x="6959" y="9562"/>
                    <a:pt x="6959" y="9350"/>
                  </a:cubicBezTo>
                  <a:cubicBezTo>
                    <a:pt x="6959" y="9135"/>
                    <a:pt x="6788" y="8960"/>
                    <a:pt x="6574" y="8956"/>
                  </a:cubicBezTo>
                  <a:close/>
                  <a:moveTo>
                    <a:pt x="4166" y="9865"/>
                  </a:moveTo>
                  <a:cubicBezTo>
                    <a:pt x="4044" y="9865"/>
                    <a:pt x="3923" y="9921"/>
                    <a:pt x="3846" y="10027"/>
                  </a:cubicBezTo>
                  <a:cubicBezTo>
                    <a:pt x="3531" y="10461"/>
                    <a:pt x="3359" y="10980"/>
                    <a:pt x="3354" y="11517"/>
                  </a:cubicBezTo>
                  <a:cubicBezTo>
                    <a:pt x="3351" y="11734"/>
                    <a:pt x="3525" y="11911"/>
                    <a:pt x="3741" y="11914"/>
                  </a:cubicBezTo>
                  <a:lnTo>
                    <a:pt x="3748" y="11914"/>
                  </a:lnTo>
                  <a:cubicBezTo>
                    <a:pt x="3962" y="11914"/>
                    <a:pt x="4137" y="11740"/>
                    <a:pt x="4140" y="11526"/>
                  </a:cubicBezTo>
                  <a:cubicBezTo>
                    <a:pt x="4144" y="11153"/>
                    <a:pt x="4264" y="10791"/>
                    <a:pt x="4483" y="10489"/>
                  </a:cubicBezTo>
                  <a:cubicBezTo>
                    <a:pt x="4610" y="10313"/>
                    <a:pt x="4571" y="10068"/>
                    <a:pt x="4396" y="9940"/>
                  </a:cubicBezTo>
                  <a:cubicBezTo>
                    <a:pt x="4326" y="9889"/>
                    <a:pt x="4245" y="9865"/>
                    <a:pt x="4166" y="986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205;p109">
              <a:extLst>
                <a:ext uri="{FF2B5EF4-FFF2-40B4-BE49-F238E27FC236}">
                  <a16:creationId xmlns:a16="http://schemas.microsoft.com/office/drawing/2014/main" id="{2B99B817-9ABC-C234-F7FC-849E67A7E675}"/>
                </a:ext>
              </a:extLst>
            </p:cNvPr>
            <p:cNvSpPr/>
            <p:nvPr/>
          </p:nvSpPr>
          <p:spPr>
            <a:xfrm>
              <a:off x="4004723" y="618070"/>
              <a:ext cx="17013" cy="31190"/>
            </a:xfrm>
            <a:custGeom>
              <a:avLst/>
              <a:gdLst/>
              <a:ahLst/>
              <a:cxnLst/>
              <a:rect l="l" t="t" r="r" b="b"/>
              <a:pathLst>
                <a:path w="786" h="1441" extrusionOk="0">
                  <a:moveTo>
                    <a:pt x="392" y="0"/>
                  </a:moveTo>
                  <a:cubicBezTo>
                    <a:pt x="176" y="0"/>
                    <a:pt x="1" y="176"/>
                    <a:pt x="1" y="393"/>
                  </a:cubicBezTo>
                  <a:lnTo>
                    <a:pt x="1" y="1049"/>
                  </a:lnTo>
                  <a:cubicBezTo>
                    <a:pt x="1" y="1265"/>
                    <a:pt x="176" y="1440"/>
                    <a:pt x="392" y="1440"/>
                  </a:cubicBezTo>
                  <a:cubicBezTo>
                    <a:pt x="610" y="1440"/>
                    <a:pt x="785" y="1265"/>
                    <a:pt x="785" y="1049"/>
                  </a:cubicBezTo>
                  <a:lnTo>
                    <a:pt x="785" y="393"/>
                  </a:lnTo>
                  <a:cubicBezTo>
                    <a:pt x="785" y="176"/>
                    <a:pt x="610" y="0"/>
                    <a:pt x="39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917007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944"/>
                                        </p:tgtEl>
                                        <p:attrNameLst>
                                          <p:attrName>style.visibility</p:attrName>
                                        </p:attrNameLst>
                                      </p:cBhvr>
                                      <p:to>
                                        <p:strVal val="visible"/>
                                      </p:to>
                                    </p:set>
                                    <p:animEffect transition="in" filter="fade">
                                      <p:cBhvr>
                                        <p:cTn id="7" dur="1000"/>
                                        <p:tgtEl>
                                          <p:spTgt spid="2944"/>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979"/>
                                        </p:tgtEl>
                                        <p:attrNameLst>
                                          <p:attrName>style.visibility</p:attrName>
                                        </p:attrNameLst>
                                      </p:cBhvr>
                                      <p:to>
                                        <p:strVal val="visible"/>
                                      </p:to>
                                    </p:set>
                                    <p:animEffect transition="in" filter="fade">
                                      <p:cBhvr>
                                        <p:cTn id="11" dur="1000"/>
                                        <p:tgtEl>
                                          <p:spTgt spid="2979"/>
                                        </p:tgtEl>
                                      </p:cBhvr>
                                    </p:animEffect>
                                  </p:childTnLst>
                                </p:cTn>
                              </p:par>
                              <p:par>
                                <p:cTn id="12" presetID="10" presetClass="entr" presetSubtype="0" fill="hold" nodeType="withEffect">
                                  <p:stCondLst>
                                    <p:cond delay="0"/>
                                  </p:stCondLst>
                                  <p:childTnLst>
                                    <p:set>
                                      <p:cBhvr>
                                        <p:cTn id="13" dur="1" fill="hold">
                                          <p:stCondLst>
                                            <p:cond delay="0"/>
                                          </p:stCondLst>
                                        </p:cTn>
                                        <p:tgtEl>
                                          <p:spTgt spid="2984"/>
                                        </p:tgtEl>
                                        <p:attrNameLst>
                                          <p:attrName>style.visibility</p:attrName>
                                        </p:attrNameLst>
                                      </p:cBhvr>
                                      <p:to>
                                        <p:strVal val="visible"/>
                                      </p:to>
                                    </p:set>
                                    <p:animEffect transition="in" filter="fade">
                                      <p:cBhvr>
                                        <p:cTn id="14" dur="1000"/>
                                        <p:tgtEl>
                                          <p:spTgt spid="2984"/>
                                        </p:tgtEl>
                                      </p:cBhvr>
                                    </p:animEffect>
                                  </p:childTnLst>
                                </p:cTn>
                              </p:par>
                            </p:childTnLst>
                          </p:cTn>
                        </p:par>
                        <p:par>
                          <p:cTn id="15" fill="hold">
                            <p:stCondLst>
                              <p:cond delay="2000"/>
                            </p:stCondLst>
                            <p:childTnLst>
                              <p:par>
                                <p:cTn id="16" presetID="10" presetClass="entr" presetSubtype="0" fill="hold" nodeType="afterEffect">
                                  <p:stCondLst>
                                    <p:cond delay="0"/>
                                  </p:stCondLst>
                                  <p:childTnLst>
                                    <p:set>
                                      <p:cBhvr>
                                        <p:cTn id="17" dur="1" fill="hold">
                                          <p:stCondLst>
                                            <p:cond delay="0"/>
                                          </p:stCondLst>
                                        </p:cTn>
                                        <p:tgtEl>
                                          <p:spTgt spid="3062"/>
                                        </p:tgtEl>
                                        <p:attrNameLst>
                                          <p:attrName>style.visibility</p:attrName>
                                        </p:attrNameLst>
                                      </p:cBhvr>
                                      <p:to>
                                        <p:strVal val="visible"/>
                                      </p:to>
                                    </p:set>
                                    <p:animEffect transition="in" filter="fade">
                                      <p:cBhvr>
                                        <p:cTn id="18" dur="500"/>
                                        <p:tgtEl>
                                          <p:spTgt spid="30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Mailing Campaign by Slidesgo">
  <a:themeElements>
    <a:clrScheme name="Simple Light">
      <a:dk1>
        <a:srgbClr val="000000"/>
      </a:dk1>
      <a:lt1>
        <a:srgbClr val="FFFFFF"/>
      </a:lt1>
      <a:dk2>
        <a:srgbClr val="211436"/>
      </a:dk2>
      <a:lt2>
        <a:srgbClr val="EEEEEE"/>
      </a:lt2>
      <a:accent1>
        <a:srgbClr val="A797FC"/>
      </a:accent1>
      <a:accent2>
        <a:srgbClr val="FF6700"/>
      </a:accent2>
      <a:accent3>
        <a:srgbClr val="B539DA"/>
      </a:accent3>
      <a:accent4>
        <a:srgbClr val="FCDC59"/>
      </a:accent4>
      <a:accent5>
        <a:srgbClr val="211436"/>
      </a:accent5>
      <a:accent6>
        <a:srgbClr val="5C14C4"/>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1906</TotalTime>
  <Words>1406</Words>
  <Application>Microsoft Office PowerPoint</Application>
  <PresentationFormat>On-screen Show (16:9)</PresentationFormat>
  <Paragraphs>257</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Fira Sans Condensed</vt:lpstr>
      <vt:lpstr>Muli</vt:lpstr>
      <vt:lpstr>Arial</vt:lpstr>
      <vt:lpstr>Fira Sans Condensed Black</vt:lpstr>
      <vt:lpstr>Mailing Campaign by Slidesgo</vt:lpstr>
      <vt:lpstr>Email Redactor AI</vt:lpstr>
      <vt:lpstr>Introduction</vt:lpstr>
      <vt:lpstr> Sharing emails often requires redacting sensitive information like</vt:lpstr>
      <vt:lpstr>Our Solution</vt:lpstr>
      <vt:lpstr>Workflow</vt:lpstr>
      <vt:lpstr>Compose Email – How It Works</vt:lpstr>
      <vt:lpstr>Compose Email Features</vt:lpstr>
      <vt:lpstr>Compose Email – How It Works (Redaction)</vt:lpstr>
      <vt:lpstr>Compose Email Features</vt:lpstr>
      <vt:lpstr>Preview Email – How It Works</vt:lpstr>
      <vt:lpstr>Preview Email Features</vt:lpstr>
      <vt:lpstr>Preview Email Features</vt:lpstr>
      <vt:lpstr>Preview Email Features</vt:lpstr>
      <vt:lpstr>Send Email Features</vt:lpstr>
      <vt:lpstr>Send Email Features</vt:lpstr>
      <vt:lpstr>Real-World Use Cases</vt:lpstr>
      <vt:lpstr>Product Technical Features</vt:lpstr>
      <vt:lpstr>Technology Stack</vt:lpstr>
      <vt:lpstr>Project Structure</vt:lpstr>
      <vt:lpstr>Class Diagram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Vlad</dc:creator>
  <cp:lastModifiedBy>Vlad Koval</cp:lastModifiedBy>
  <cp:revision>172</cp:revision>
  <cp:lastPrinted>2026-02-01T01:04:38Z</cp:lastPrinted>
  <dcterms:modified xsi:type="dcterms:W3CDTF">2026-02-28T00:57:02Z</dcterms:modified>
</cp:coreProperties>
</file>